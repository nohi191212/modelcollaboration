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43bf7f02a5543d1" /><Relationship Type="http://schemas.openxmlformats.org/officeDocument/2006/relationships/extended-properties" Target="/docProps/app.xml" Id="R91d4e1b0455f41a6" /><Relationship Type="http://schemas.openxmlformats.org/officeDocument/2006/relationships/officeDocument" Target="/ppt/presentation.xml" Id="R42fe12a46172493c" /></Relationships>
</file>

<file path=ppt/presentation.xml><?xml version="1.0" encoding="utf-8"?>
<p:presentation xmlns:p="http://schemas.openxmlformats.org/presentationml/2006/main">
  <p:sldMasterIdLst>
    <p:sldMasterId xmlns:r="http://schemas.openxmlformats.org/officeDocument/2006/relationships" id="2147483648" r:id="R14be6ba4385448ab"/>
  </p:sldMasterIdLst>
  <p:notesMasterIdLst>
    <p:notesMasterId xmlns:r="http://schemas.openxmlformats.org/officeDocument/2006/relationships" r:id="R22eaed03fbf241a0"/>
  </p:notesMasterIdLst>
  <p:sldIdLst>
    <p:sldId xmlns:r="http://schemas.openxmlformats.org/officeDocument/2006/relationships" id="256" r:id="Rb573b52aa1bd43a9"/>
  </p:sldIdLst>
  <p:sldSz cx="2047875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859e16895b4737" /><Relationship Type="http://schemas.openxmlformats.org/officeDocument/2006/relationships/slideMaster" Target="/ppt/slideMasters/slideMaster1.xml" Id="R14be6ba4385448ab" /><Relationship Type="http://schemas.openxmlformats.org/officeDocument/2006/relationships/notesMaster" Target="/ppt/notesMasters/notesMaster1.xml" Id="R22eaed03fbf241a0" /><Relationship Type="http://schemas.openxmlformats.org/officeDocument/2006/relationships/presProps" Target="/ppt/presProps.xml" Id="R8cb6eff7037d41c5" /><Relationship Type="http://schemas.openxmlformats.org/officeDocument/2006/relationships/tableStyles" Target="/ppt/tableStyles.xml" Id="Rd8507551b58c4eed" /><Relationship Type="http://schemas.openxmlformats.org/officeDocument/2006/relationships/slide" Target="/ppt/slides/slide1.xml" Id="Rb573b52aa1bd43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993a3c82564d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d380ddcc1441b1" /><Relationship Type="http://schemas.openxmlformats.org/officeDocument/2006/relationships/notesMaster" Target="/ppt/notesMasters/notesMaster1.xml" Id="Rca0fc4a36a374d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gRefCOCO validation example val-73917-203642, image_id 458827. Exact expression: left skateboard and right skater. Input is the original photograph; output overlays the two cached Qwen3.8 detections from the September 9 formal collection. Actual shared-policy validation score -4.980227470397949 is above the saved threshold -5.435944080352783, so this example delegates to the VLM. See sample_evidence.json for source records, ground truth, specialist predictions, VLM output and policy evidence. Five rows are input feature branches (image, specialist hidden state, predicted boxes, confidence, text); the head produces four outcome logits. The four outcome targets are both correct, rescue, harm and both wrong. gRefCOCO, CUB and NLVR2 use one-hot labels, with gRefCOCO correctness judged for the entire expression. Construction alone averages four event states to obtain proportions. All use cross-entropy with natural sampling, no class weighting and no label smoothing. Frozen distilled encoders, branch width 128, 128/GELU head, selected 90-percent specialist layer, and separate weights per pair follow the final shared configuration. The routing statistic is ell_R minus ell_H, with harm coefficient 1. The validation-selected threshold and comparison operator are reused on test. Blue denotes image/text/MLLM paths, green specialist-derived information, amber trainable routing. Solid arrows carry inference data, gray dashed arrows carry the call decision, amber dashed arrows carry offline supervision or parameter updates. The threshold separator is a solid guide, not an arrow. Hidden-state grid colors are a schematic palette from the source photograph, not measured activations. Confidence and feature bars are schematic. The two specialist box outlines and the final VLM localization boxes use their respective actual cached coordinates. Snowflake symbols mark frozen encoders. The unchanged male avatar and the new camera-headed robot are fictional illustrations; the robot was produced by the built-in image generation tool using the male avatar as a style reference. All diagram objects other than the photograph and portraits remain editable native shapes and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45d905e93444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5bb9fb29164d71" /><Relationship Type="http://schemas.openxmlformats.org/officeDocument/2006/relationships/slideLayout" Target="/ppt/slideLayouts/slideLayout1.xml" Id="R46cc093f784f40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cc093f784f40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e03fc3fe65a4188" /><Relationship Type="http://schemas.openxmlformats.org/officeDocument/2006/relationships/image" Target="/ppt/media/image.jpeg" Id="Rca0d4a49a1f5404e" /><Relationship Type="http://schemas.openxmlformats.org/officeDocument/2006/relationships/image" Target="/ppt/media/image.png" Id="Re5ef62ab4ac34b6e" /><Relationship Type="http://schemas.openxmlformats.org/officeDocument/2006/relationships/image" Target="/ppt/media/image2.png" Id="Rf16e250b84994ce2" /><Relationship Type="http://schemas.openxmlformats.org/officeDocument/2006/relationships/image" Target="/ppt/media/image2.jpeg" Id="R5f9d3051ba014874" /><Relationship Type="http://schemas.openxmlformats.org/officeDocument/2006/relationships/notesSlide" Target="/ppt/notesSlides/notesSlide1.xml" Id="Rf0310facfdb94d4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2" name="title-inputs">
            <a:extLst xmlns:a="http://schemas.openxmlformats.org/drawingml/2006/main">
              <a:ext uri="{FF2B5EF4-FFF2-40B4-BE49-F238E27FC236}">
                <a16:creationId xmlns:a16="http://schemas.microsoft.com/office/drawing/2014/main" id="{92D646BC-7F6D-4DDE-A6EA-64E835B97746}"/>
              </a:ext>
            </a:extLst>
          </p:cNvPr>
          <p:cNvSpPr>
            <a:spLocks xmlns:a="http://schemas.openxmlformats.org/drawingml/2006/main" noGrp="1"/>
          </p:cNvSpPr>
          <p:nvPr/>
        </p:nvSpPr>
        <p:spPr>
          <a:xfrm xmlns:a="http://schemas.openxmlformats.org/drawingml/2006/main">
            <a:off x="190500" y="38100"/>
            <a:ext cx="5334000" cy="4667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i="1">
                <a:solidFill>
                  <a:srgbClr val="2B3540"/>
                </a:solidFill>
                <a:latin typeface="Times New Roman"/>
                <a:ea typeface="Times New Roman"/>
                <a:cs typeface="Times New Roman"/>
              </a:defRPr>
            </a:pPr>
            <a:r>
              <a:rPr sz="3150" b="1" i="1">
                <a:solidFill>
                  <a:srgbClr val="2B3540"/>
                </a:solidFill>
                <a:latin typeface="Times New Roman"/>
                <a:ea typeface="Times New Roman"/>
                <a:cs typeface="Times New Roman"/>
              </a:rPr>
              <a:t>(a) Inputs and vision specialist</a:t>
            </a:r>
          </a:p>
        </p:txBody>
      </p:sp>
      <p:sp>
        <p:nvSpPr>
          <p:cNvPr id="2" name="title-router">
            <a:extLst xmlns:a="http://schemas.openxmlformats.org/drawingml/2006/main">
              <a:ext uri="{FF2B5EF4-FFF2-40B4-BE49-F238E27FC236}">
                <a16:creationId xmlns:a16="http://schemas.microsoft.com/office/drawing/2014/main" id="{0065F81D-4B40-470B-9891-678A48BD00E9}"/>
              </a:ext>
            </a:extLst>
          </p:cNvPr>
          <p:cNvSpPr>
            <a:spLocks xmlns:a="http://schemas.openxmlformats.org/drawingml/2006/main" noGrp="1"/>
          </p:cNvSpPr>
          <p:nvPr/>
        </p:nvSpPr>
        <p:spPr>
          <a:xfrm xmlns:a="http://schemas.openxmlformats.org/drawingml/2006/main">
            <a:off x="5705475" y="38100"/>
            <a:ext cx="9439275" cy="4667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3150" b="1" i="1">
                <a:solidFill>
                  <a:srgbClr val="2B3540"/>
                </a:solidFill>
                <a:latin typeface="Times New Roman"/>
                <a:ea typeface="Times New Roman"/>
                <a:cs typeface="Times New Roman"/>
              </a:defRPr>
            </a:pPr>
            <a:r>
              <a:rPr sz="3150" b="1" i="1">
                <a:solidFill>
                  <a:srgbClr val="2B3540"/>
                </a:solidFill>
                <a:latin typeface="Times New Roman"/>
                <a:ea typeface="Times New Roman"/>
                <a:cs typeface="Times New Roman"/>
              </a:rPr>
              <a:t>(b) Router: five inputs, four states</a:t>
            </a:r>
          </a:p>
        </p:txBody>
      </p:sp>
      <p:sp>
        <p:nvSpPr>
          <p:cNvPr id="3" name="title-collaboration">
            <a:extLst xmlns:a="http://schemas.openxmlformats.org/drawingml/2006/main">
              <a:ext uri="{FF2B5EF4-FFF2-40B4-BE49-F238E27FC236}">
                <a16:creationId xmlns:a16="http://schemas.microsoft.com/office/drawing/2014/main" id="{BE9B7141-02C3-4E34-ABA6-80CA9AD44032}"/>
              </a:ext>
            </a:extLst>
          </p:cNvPr>
          <p:cNvSpPr>
            <a:spLocks xmlns:a="http://schemas.openxmlformats.org/drawingml/2006/main" noGrp="1"/>
          </p:cNvSpPr>
          <p:nvPr/>
        </p:nvSpPr>
        <p:spPr>
          <a:xfrm xmlns:a="http://schemas.openxmlformats.org/drawingml/2006/main">
            <a:off x="15430500" y="38100"/>
            <a:ext cx="4953000" cy="4667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i="1">
                <a:solidFill>
                  <a:srgbClr val="2B3540"/>
                </a:solidFill>
                <a:latin typeface="Times New Roman"/>
                <a:ea typeface="Times New Roman"/>
                <a:cs typeface="Times New Roman"/>
              </a:defRPr>
            </a:pPr>
            <a:r>
              <a:rPr sz="3150" b="1" i="1">
                <a:solidFill>
                  <a:srgbClr val="2B3540"/>
                </a:solidFill>
                <a:latin typeface="Times New Roman"/>
                <a:ea typeface="Times New Roman"/>
                <a:cs typeface="Times New Roman"/>
              </a:rPr>
              <a:t>(c) Budgeted collaboration</a:t>
            </a:r>
          </a:p>
        </p:txBody>
      </p:sp>
      <p:sp>
        <p:nvSpPr>
          <p:cNvPr id="4" name="a-rule-1">
            <a:extLst xmlns:a="http://schemas.openxmlformats.org/drawingml/2006/main">
              <a:ext uri="{FF2B5EF4-FFF2-40B4-BE49-F238E27FC236}">
                <a16:creationId xmlns:a16="http://schemas.microsoft.com/office/drawing/2014/main" id="{B1B48C13-90B5-4F2C-956B-3436085EB73B}"/>
              </a:ext>
            </a:extLst>
          </p:cNvPr>
          <p:cNvSpPr>
            <a:spLocks xmlns:a="http://schemas.openxmlformats.org/drawingml/2006/main" noGrp="1"/>
          </p:cNvSpPr>
          <p:nvPr/>
        </p:nvSpPr>
        <p:spPr>
          <a:xfrm xmlns:a="http://schemas.openxmlformats.org/drawingml/2006/main" flipV="0">
            <a:off x="190500" y="619125"/>
            <a:ext cx="5095875" cy="95"/>
          </a:xfrm>
          <a:prstGeom xmlns:a="http://schemas.openxmlformats.org/drawingml/2006/main" prst="line">
            <a:avLst/>
          </a:prstGeom>
          <a:noFill xmlns:a="http://schemas.openxmlformats.org/drawingml/2006/main"/>
          <a:ln xmlns:a="http://schemas.openxmlformats.org/drawingml/2006/main" w="13335">
            <a:solidFill>
              <a:srgbClr val="C4D0B9"/>
            </a:solidFill>
            <a:prstDash val="solid"/>
          </a:ln>
        </p:spPr>
      </p:sp>
      <p:sp>
        <p:nvSpPr>
          <p:cNvPr id="5" name="b-rule-1">
            <a:extLst xmlns:a="http://schemas.openxmlformats.org/drawingml/2006/main">
              <a:ext uri="{FF2B5EF4-FFF2-40B4-BE49-F238E27FC236}">
                <a16:creationId xmlns:a16="http://schemas.microsoft.com/office/drawing/2014/main" id="{2CF81E5C-7A33-455B-AF08-D34E8E235FCD}"/>
              </a:ext>
            </a:extLst>
          </p:cNvPr>
          <p:cNvSpPr>
            <a:spLocks xmlns:a="http://schemas.openxmlformats.org/drawingml/2006/main" noGrp="1"/>
          </p:cNvSpPr>
          <p:nvPr/>
        </p:nvSpPr>
        <p:spPr>
          <a:xfrm xmlns:a="http://schemas.openxmlformats.org/drawingml/2006/main" flipV="0">
            <a:off x="5743575" y="619125"/>
            <a:ext cx="9296400" cy="95"/>
          </a:xfrm>
          <a:prstGeom xmlns:a="http://schemas.openxmlformats.org/drawingml/2006/main" prst="line">
            <a:avLst/>
          </a:prstGeom>
          <a:noFill xmlns:a="http://schemas.openxmlformats.org/drawingml/2006/main"/>
          <a:ln xmlns:a="http://schemas.openxmlformats.org/drawingml/2006/main" w="13335">
            <a:solidFill>
              <a:srgbClr val="DED2BC"/>
            </a:solidFill>
            <a:prstDash val="solid"/>
          </a:ln>
        </p:spPr>
      </p:sp>
      <p:sp>
        <p:nvSpPr>
          <p:cNvPr id="6" name="c-rule-1">
            <a:extLst xmlns:a="http://schemas.openxmlformats.org/drawingml/2006/main">
              <a:ext uri="{FF2B5EF4-FFF2-40B4-BE49-F238E27FC236}">
                <a16:creationId xmlns:a16="http://schemas.microsoft.com/office/drawing/2014/main" id="{E3EB9130-113A-40AD-A453-E2A31E4BDBC2}"/>
              </a:ext>
            </a:extLst>
          </p:cNvPr>
          <p:cNvSpPr>
            <a:spLocks xmlns:a="http://schemas.openxmlformats.org/drawingml/2006/main" noGrp="1"/>
          </p:cNvSpPr>
          <p:nvPr/>
        </p:nvSpPr>
        <p:spPr>
          <a:xfrm xmlns:a="http://schemas.openxmlformats.org/drawingml/2006/main" flipV="0">
            <a:off x="15430500" y="619125"/>
            <a:ext cx="4857750" cy="95"/>
          </a:xfrm>
          <a:prstGeom xmlns:a="http://schemas.openxmlformats.org/drawingml/2006/main" prst="line">
            <a:avLst/>
          </a:prstGeom>
          <a:noFill xmlns:a="http://schemas.openxmlformats.org/drawingml/2006/main"/>
          <a:ln xmlns:a="http://schemas.openxmlformats.org/drawingml/2006/main" w="13335">
            <a:solidFill>
              <a:srgbClr val="BED0E1"/>
            </a:solidFill>
            <a:prstDash val="solid"/>
          </a:ln>
        </p:spPr>
      </p:sp>
      <p:sp>
        <p:nvSpPr>
          <p:cNvPr id="7" name="input-group">
            <a:extLst xmlns:a="http://schemas.openxmlformats.org/drawingml/2006/main">
              <a:ext uri="{FF2B5EF4-FFF2-40B4-BE49-F238E27FC236}">
                <a16:creationId xmlns:a16="http://schemas.microsoft.com/office/drawing/2014/main" id="{74F52EEF-0E8A-42E5-9A85-A86C4A7CE36D}"/>
              </a:ext>
            </a:extLst>
          </p:cNvPr>
          <p:cNvSpPr>
            <a:spLocks xmlns:a="http://schemas.openxmlformats.org/drawingml/2006/main" noGrp="1"/>
          </p:cNvSpPr>
          <p:nvPr/>
        </p:nvSpPr>
        <p:spPr>
          <a:xfrm xmlns:a="http://schemas.openxmlformats.org/drawingml/2006/main">
            <a:off x="114300" y="1028700"/>
            <a:ext cx="2343150" cy="4619625"/>
          </a:xfrm>
          <a:prstGeom xmlns:a="http://schemas.openxmlformats.org/drawingml/2006/main" prst="roundRect">
            <a:avLst>
              <a:gd name="adj" fmla="val 3252"/>
            </a:avLst>
          </a:prstGeom>
          <a:solidFill xmlns:a="http://schemas.openxmlformats.org/drawingml/2006/main">
            <a:srgbClr val="FBFCFD"/>
          </a:solidFill>
          <a:ln xmlns:a="http://schemas.openxmlformats.org/drawingml/2006/main" w="11430">
            <a:solidFill>
              <a:srgbClr val="DBE1E6"/>
            </a:solidFill>
          </a:ln>
        </p:spPr>
      </p:sp>
      <p:sp>
        <p:nvSpPr>
          <p:cNvPr id="8" name="image-title-words-0">
            <a:extLst xmlns:a="http://schemas.openxmlformats.org/drawingml/2006/main">
              <a:ext uri="{FF2B5EF4-FFF2-40B4-BE49-F238E27FC236}">
                <a16:creationId xmlns:a16="http://schemas.microsoft.com/office/drawing/2014/main" id="{BB7297CB-04B8-4788-9401-B48B1121546E}"/>
              </a:ext>
            </a:extLst>
          </p:cNvPr>
          <p:cNvSpPr>
            <a:spLocks xmlns:a="http://schemas.openxmlformats.org/drawingml/2006/main" noGrp="1"/>
          </p:cNvSpPr>
          <p:nvPr/>
        </p:nvSpPr>
        <p:spPr>
          <a:xfrm xmlns:a="http://schemas.openxmlformats.org/drawingml/2006/main">
            <a:off x="366903" y="1190625"/>
            <a:ext cx="1670685" cy="4191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i="0">
                <a:solidFill>
                  <a:srgbClr val="2B3540"/>
                </a:solidFill>
                <a:latin typeface="Times New Roman"/>
                <a:ea typeface="Times New Roman"/>
                <a:cs typeface="Times New Roman"/>
              </a:defRPr>
            </a:pPr>
            <a:r>
              <a:rPr sz="2400" b="1" i="0">
                <a:solidFill>
                  <a:srgbClr val="2B3540"/>
                </a:solidFill>
                <a:latin typeface="Times New Roman"/>
                <a:ea typeface="Times New Roman"/>
                <a:cs typeface="Times New Roman"/>
              </a:rPr>
              <a:t>Input image </a:t>
            </a:r>
          </a:p>
        </p:txBody>
      </p:sp>
      <p:sp>
        <p:nvSpPr>
          <p:cNvPr id="9" name="image-title-math-1 x">
            <a:extLst xmlns:a="http://schemas.openxmlformats.org/drawingml/2006/main">
              <a:ext uri="{FF2B5EF4-FFF2-40B4-BE49-F238E27FC236}">
                <a16:creationId xmlns:a16="http://schemas.microsoft.com/office/drawing/2014/main" id="{EF4BF93F-2FAC-4DF1-82B4-E37748C02CB7}"/>
              </a:ext>
            </a:extLst>
          </p:cNvPr>
          <p:cNvSpPr>
            <a:spLocks xmlns:a="http://schemas.openxmlformats.org/drawingml/2006/main" noGrp="1"/>
          </p:cNvSpPr>
          <p:nvPr/>
        </p:nvSpPr>
        <p:spPr>
          <a:xfrm xmlns:a="http://schemas.openxmlformats.org/drawingml/2006/main">
            <a:off x="2037445" y="1366647"/>
            <a:ext cx="150924" cy="138113"/>
          </a:xfrm>
          <a:custGeom xmlns:a="http://schemas.openxmlformats.org/drawingml/2006/main">
            <a:pathLst>
              <a:path w="150924" h="138113">
                <a:moveTo>
                  <a:pt x="14430" y="125921"/>
                </a:moveTo>
                <a:lnTo>
                  <a:pt x="17398" y="127733"/>
                </a:lnTo>
                <a:lnTo>
                  <a:pt x="24994" y="129805"/>
                </a:lnTo>
                <a:lnTo>
                  <a:pt x="29623" y="130064"/>
                </a:lnTo>
                <a:lnTo>
                  <a:pt x="34245" y="129492"/>
                </a:lnTo>
                <a:lnTo>
                  <a:pt x="42651" y="124920"/>
                </a:lnTo>
                <a:lnTo>
                  <a:pt x="46434" y="120920"/>
                </a:lnTo>
                <a:lnTo>
                  <a:pt x="49789" y="116241"/>
                </a:lnTo>
                <a:lnTo>
                  <a:pt x="54766" y="106240"/>
                </a:lnTo>
                <a:lnTo>
                  <a:pt x="56388" y="100917"/>
                </a:lnTo>
                <a:lnTo>
                  <a:pt x="70247" y="46863"/>
                </a:lnTo>
                <a:lnTo>
                  <a:pt x="72711" y="34481"/>
                </a:lnTo>
                <a:lnTo>
                  <a:pt x="73533" y="26765"/>
                </a:lnTo>
                <a:lnTo>
                  <a:pt x="73268" y="23098"/>
                </a:lnTo>
                <a:lnTo>
                  <a:pt x="71149" y="16478"/>
                </a:lnTo>
                <a:lnTo>
                  <a:pt x="69294" y="13526"/>
                </a:lnTo>
                <a:lnTo>
                  <a:pt x="66964" y="11046"/>
                </a:lnTo>
                <a:lnTo>
                  <a:pt x="61034" y="8212"/>
                </a:lnTo>
                <a:lnTo>
                  <a:pt x="57436" y="7858"/>
                </a:lnTo>
                <a:lnTo>
                  <a:pt x="52676" y="8236"/>
                </a:lnTo>
                <a:lnTo>
                  <a:pt x="43604" y="11260"/>
                </a:lnTo>
                <a:lnTo>
                  <a:pt x="39291" y="13907"/>
                </a:lnTo>
                <a:lnTo>
                  <a:pt x="35219" y="17133"/>
                </a:lnTo>
                <a:lnTo>
                  <a:pt x="28075" y="24801"/>
                </a:lnTo>
                <a:lnTo>
                  <a:pt x="25003" y="29242"/>
                </a:lnTo>
                <a:lnTo>
                  <a:pt x="22312" y="33900"/>
                </a:lnTo>
                <a:lnTo>
                  <a:pt x="18217" y="43306"/>
                </a:lnTo>
                <a:lnTo>
                  <a:pt x="16812" y="48054"/>
                </a:lnTo>
                <a:lnTo>
                  <a:pt x="15931" y="49518"/>
                </a:lnTo>
                <a:lnTo>
                  <a:pt x="14430" y="50006"/>
                </a:lnTo>
                <a:lnTo>
                  <a:pt x="10716" y="50006"/>
                </a:lnTo>
                <a:lnTo>
                  <a:pt x="9674" y="49828"/>
                </a:lnTo>
                <a:lnTo>
                  <a:pt x="8483" y="48399"/>
                </a:lnTo>
                <a:lnTo>
                  <a:pt x="8334" y="47149"/>
                </a:lnTo>
                <a:lnTo>
                  <a:pt x="8334" y="46292"/>
                </a:lnTo>
                <a:lnTo>
                  <a:pt x="10073" y="40660"/>
                </a:lnTo>
                <a:lnTo>
                  <a:pt x="15121" y="29611"/>
                </a:lnTo>
                <a:lnTo>
                  <a:pt x="18431" y="24194"/>
                </a:lnTo>
                <a:lnTo>
                  <a:pt x="22202" y="19047"/>
                </a:lnTo>
                <a:lnTo>
                  <a:pt x="30941" y="10308"/>
                </a:lnTo>
                <a:lnTo>
                  <a:pt x="35909" y="6715"/>
                </a:lnTo>
                <a:lnTo>
                  <a:pt x="41187" y="3777"/>
                </a:lnTo>
                <a:lnTo>
                  <a:pt x="52259" y="420"/>
                </a:lnTo>
                <a:lnTo>
                  <a:pt x="58055" y="0"/>
                </a:lnTo>
                <a:lnTo>
                  <a:pt x="63493" y="372"/>
                </a:lnTo>
                <a:lnTo>
                  <a:pt x="73566" y="3349"/>
                </a:lnTo>
                <a:lnTo>
                  <a:pt x="78200" y="5953"/>
                </a:lnTo>
                <a:lnTo>
                  <a:pt x="82370" y="9198"/>
                </a:lnTo>
                <a:lnTo>
                  <a:pt x="88728" y="17294"/>
                </a:lnTo>
                <a:lnTo>
                  <a:pt x="90916" y="22146"/>
                </a:lnTo>
                <a:lnTo>
                  <a:pt x="93714" y="17663"/>
                </a:lnTo>
                <a:lnTo>
                  <a:pt x="100382" y="9805"/>
                </a:lnTo>
                <a:lnTo>
                  <a:pt x="104251" y="6429"/>
                </a:lnTo>
                <a:lnTo>
                  <a:pt x="108397" y="3616"/>
                </a:lnTo>
                <a:lnTo>
                  <a:pt x="117280" y="402"/>
                </a:lnTo>
                <a:lnTo>
                  <a:pt x="122015" y="0"/>
                </a:lnTo>
                <a:lnTo>
                  <a:pt x="128647" y="583"/>
                </a:lnTo>
                <a:lnTo>
                  <a:pt x="135398" y="2334"/>
                </a:lnTo>
                <a:lnTo>
                  <a:pt x="138669" y="3631"/>
                </a:lnTo>
                <a:lnTo>
                  <a:pt x="144265" y="7156"/>
                </a:lnTo>
                <a:lnTo>
                  <a:pt x="146590" y="9382"/>
                </a:lnTo>
                <a:lnTo>
                  <a:pt x="148486" y="11912"/>
                </a:lnTo>
                <a:lnTo>
                  <a:pt x="150653" y="17865"/>
                </a:lnTo>
                <a:lnTo>
                  <a:pt x="150924" y="21288"/>
                </a:lnTo>
                <a:lnTo>
                  <a:pt x="150611" y="25015"/>
                </a:lnTo>
                <a:lnTo>
                  <a:pt x="148111" y="31682"/>
                </a:lnTo>
                <a:lnTo>
                  <a:pt x="145923" y="34623"/>
                </a:lnTo>
                <a:lnTo>
                  <a:pt x="143253" y="37061"/>
                </a:lnTo>
                <a:lnTo>
                  <a:pt x="136895" y="39847"/>
                </a:lnTo>
                <a:lnTo>
                  <a:pt x="133207" y="40196"/>
                </a:lnTo>
                <a:lnTo>
                  <a:pt x="130856" y="39999"/>
                </a:lnTo>
                <a:lnTo>
                  <a:pt x="126760" y="38427"/>
                </a:lnTo>
                <a:lnTo>
                  <a:pt x="125016" y="37052"/>
                </a:lnTo>
                <a:lnTo>
                  <a:pt x="123578" y="35379"/>
                </a:lnTo>
                <a:lnTo>
                  <a:pt x="121935" y="31426"/>
                </a:lnTo>
                <a:lnTo>
                  <a:pt x="121729" y="29147"/>
                </a:lnTo>
                <a:lnTo>
                  <a:pt x="122003" y="26054"/>
                </a:lnTo>
                <a:lnTo>
                  <a:pt x="124194" y="20458"/>
                </a:lnTo>
                <a:lnTo>
                  <a:pt x="126111" y="17955"/>
                </a:lnTo>
                <a:lnTo>
                  <a:pt x="128430" y="15773"/>
                </a:lnTo>
                <a:lnTo>
                  <a:pt x="133692" y="12892"/>
                </a:lnTo>
                <a:lnTo>
                  <a:pt x="136636" y="12192"/>
                </a:lnTo>
                <a:lnTo>
                  <a:pt x="133615" y="10296"/>
                </a:lnTo>
                <a:lnTo>
                  <a:pt x="126019" y="8129"/>
                </a:lnTo>
                <a:lnTo>
                  <a:pt x="121444" y="7858"/>
                </a:lnTo>
                <a:lnTo>
                  <a:pt x="116699" y="8427"/>
                </a:lnTo>
                <a:lnTo>
                  <a:pt x="108174" y="12975"/>
                </a:lnTo>
                <a:lnTo>
                  <a:pt x="104394" y="16955"/>
                </a:lnTo>
                <a:lnTo>
                  <a:pt x="101060" y="21631"/>
                </a:lnTo>
                <a:lnTo>
                  <a:pt x="95964" y="31751"/>
                </a:lnTo>
                <a:lnTo>
                  <a:pt x="94202" y="37195"/>
                </a:lnTo>
                <a:lnTo>
                  <a:pt x="80820" y="91059"/>
                </a:lnTo>
                <a:lnTo>
                  <a:pt x="78355" y="102203"/>
                </a:lnTo>
                <a:lnTo>
                  <a:pt x="77533" y="111157"/>
                </a:lnTo>
                <a:lnTo>
                  <a:pt x="77807" y="114901"/>
                </a:lnTo>
                <a:lnTo>
                  <a:pt x="79998" y="121569"/>
                </a:lnTo>
                <a:lnTo>
                  <a:pt x="81915" y="124492"/>
                </a:lnTo>
                <a:lnTo>
                  <a:pt x="84290" y="126930"/>
                </a:lnTo>
                <a:lnTo>
                  <a:pt x="90148" y="129716"/>
                </a:lnTo>
                <a:lnTo>
                  <a:pt x="93631" y="130064"/>
                </a:lnTo>
                <a:lnTo>
                  <a:pt x="97154" y="129867"/>
                </a:lnTo>
                <a:lnTo>
                  <a:pt x="103911" y="128296"/>
                </a:lnTo>
                <a:lnTo>
                  <a:pt x="113321" y="122992"/>
                </a:lnTo>
                <a:lnTo>
                  <a:pt x="119110" y="117491"/>
                </a:lnTo>
                <a:lnTo>
                  <a:pt x="124251" y="111050"/>
                </a:lnTo>
                <a:lnTo>
                  <a:pt x="131656" y="97238"/>
                </a:lnTo>
                <a:lnTo>
                  <a:pt x="133921" y="89868"/>
                </a:lnTo>
                <a:lnTo>
                  <a:pt x="134826" y="88547"/>
                </a:lnTo>
                <a:lnTo>
                  <a:pt x="136303" y="88106"/>
                </a:lnTo>
                <a:lnTo>
                  <a:pt x="140065" y="88106"/>
                </a:lnTo>
                <a:lnTo>
                  <a:pt x="141137" y="88309"/>
                </a:lnTo>
                <a:lnTo>
                  <a:pt x="141970" y="88916"/>
                </a:lnTo>
                <a:lnTo>
                  <a:pt x="142542" y="89785"/>
                </a:lnTo>
                <a:lnTo>
                  <a:pt x="142732" y="90773"/>
                </a:lnTo>
                <a:lnTo>
                  <a:pt x="142661" y="91142"/>
                </a:lnTo>
                <a:lnTo>
                  <a:pt x="142446" y="91678"/>
                </a:lnTo>
                <a:lnTo>
                  <a:pt x="139684" y="100501"/>
                </a:lnTo>
                <a:lnTo>
                  <a:pt x="130588" y="116645"/>
                </a:lnTo>
                <a:lnTo>
                  <a:pt x="124254" y="123968"/>
                </a:lnTo>
                <a:lnTo>
                  <a:pt x="120744" y="127283"/>
                </a:lnTo>
                <a:lnTo>
                  <a:pt x="113386" y="132587"/>
                </a:lnTo>
                <a:lnTo>
                  <a:pt x="105576" y="136123"/>
                </a:lnTo>
                <a:lnTo>
                  <a:pt x="97313" y="137892"/>
                </a:lnTo>
                <a:lnTo>
                  <a:pt x="93012" y="138113"/>
                </a:lnTo>
                <a:lnTo>
                  <a:pt x="87574" y="137738"/>
                </a:lnTo>
                <a:lnTo>
                  <a:pt x="77501" y="134737"/>
                </a:lnTo>
                <a:lnTo>
                  <a:pt x="72866" y="132112"/>
                </a:lnTo>
                <a:lnTo>
                  <a:pt x="68693" y="128823"/>
                </a:lnTo>
                <a:lnTo>
                  <a:pt x="62311" y="120655"/>
                </a:lnTo>
                <a:lnTo>
                  <a:pt x="60103" y="115776"/>
                </a:lnTo>
                <a:lnTo>
                  <a:pt x="57492" y="120113"/>
                </a:lnTo>
                <a:lnTo>
                  <a:pt x="50896" y="127947"/>
                </a:lnTo>
                <a:lnTo>
                  <a:pt x="46911" y="131445"/>
                </a:lnTo>
                <a:lnTo>
                  <a:pt x="42648" y="134362"/>
                </a:lnTo>
                <a:lnTo>
                  <a:pt x="33695" y="137696"/>
                </a:lnTo>
                <a:lnTo>
                  <a:pt x="29004" y="138113"/>
                </a:lnTo>
                <a:lnTo>
                  <a:pt x="22372" y="137529"/>
                </a:lnTo>
                <a:lnTo>
                  <a:pt x="15526" y="135779"/>
                </a:lnTo>
                <a:lnTo>
                  <a:pt x="12234" y="134481"/>
                </a:lnTo>
                <a:lnTo>
                  <a:pt x="6614" y="130957"/>
                </a:lnTo>
                <a:lnTo>
                  <a:pt x="4286" y="128730"/>
                </a:lnTo>
                <a:lnTo>
                  <a:pt x="2411" y="126191"/>
                </a:lnTo>
                <a:lnTo>
                  <a:pt x="268" y="120167"/>
                </a:lnTo>
                <a:lnTo>
                  <a:pt x="0" y="116681"/>
                </a:lnTo>
                <a:lnTo>
                  <a:pt x="310" y="113190"/>
                </a:lnTo>
                <a:lnTo>
                  <a:pt x="2786" y="106689"/>
                </a:lnTo>
                <a:lnTo>
                  <a:pt x="4953" y="103680"/>
                </a:lnTo>
                <a:lnTo>
                  <a:pt x="7608" y="101096"/>
                </a:lnTo>
                <a:lnTo>
                  <a:pt x="13847" y="98143"/>
                </a:lnTo>
                <a:lnTo>
                  <a:pt x="17431" y="97774"/>
                </a:lnTo>
                <a:lnTo>
                  <a:pt x="19854" y="97965"/>
                </a:lnTo>
                <a:lnTo>
                  <a:pt x="24092" y="99489"/>
                </a:lnTo>
                <a:lnTo>
                  <a:pt x="25908" y="100822"/>
                </a:lnTo>
                <a:lnTo>
                  <a:pt x="27408" y="102462"/>
                </a:lnTo>
                <a:lnTo>
                  <a:pt x="29123" y="106439"/>
                </a:lnTo>
                <a:lnTo>
                  <a:pt x="29337" y="108776"/>
                </a:lnTo>
                <a:lnTo>
                  <a:pt x="29069" y="111886"/>
                </a:lnTo>
                <a:lnTo>
                  <a:pt x="26926" y="117482"/>
                </a:lnTo>
                <a:lnTo>
                  <a:pt x="25051" y="119967"/>
                </a:lnTo>
                <a:lnTo>
                  <a:pt x="22797" y="122125"/>
                </a:lnTo>
                <a:lnTo>
                  <a:pt x="17487" y="125102"/>
                </a:lnTo>
                <a:lnTo>
                  <a:pt x="14430" y="125921"/>
                </a:lnTo>
                <a:close/>
              </a:path>
            </a:pathLst>
          </a:custGeom>
          <a:solidFill xmlns:a="http://schemas.openxmlformats.org/drawingml/2006/main">
            <a:srgbClr val="2B3540"/>
          </a:solidFill>
          <a:ln xmlns:a="http://schemas.openxmlformats.org/drawingml/2006/main" w="0">
            <a:noFill/>
          </a:ln>
        </p:spPr>
      </p:sp>
      <p:sp>
        <p:nvSpPr>
          <p:cNvPr id="10" name="photo-frame-gradient-shadow">
            <a:extLst xmlns:a="http://schemas.openxmlformats.org/drawingml/2006/main">
              <a:ext uri="{FF2B5EF4-FFF2-40B4-BE49-F238E27FC236}">
                <a16:creationId xmlns:a16="http://schemas.microsoft.com/office/drawing/2014/main" id="{14E94396-BEDC-445B-8D59-2689ADD5F144}"/>
              </a:ext>
            </a:extLst>
          </p:cNvPr>
          <p:cNvSpPr>
            <a:spLocks xmlns:a="http://schemas.openxmlformats.org/drawingml/2006/main" noGrp="1"/>
          </p:cNvSpPr>
          <p:nvPr/>
        </p:nvSpPr>
        <p:spPr>
          <a:xfrm xmlns:a="http://schemas.openxmlformats.org/drawingml/2006/main">
            <a:off x="133350" y="2933700"/>
            <a:ext cx="2381250" cy="257175"/>
          </a:xfrm>
          <a:prstGeom xmlns:a="http://schemas.openxmlformats.org/drawingml/2006/main" prst="ellipse">
            <a:avLst/>
          </a:prstGeom>
          <a:gradFill xmlns:a="http://schemas.openxmlformats.org/drawingml/2006/main">
            <a:gsLst>
              <a:gs pos="0">
                <a:srgbClr val="233545">
                  <a:alpha val="10000"/>
                </a:srgbClr>
              </a:gs>
              <a:gs pos="48000">
                <a:srgbClr val="233545">
                  <a:alpha val="3500"/>
                </a:srgbClr>
              </a:gs>
              <a:gs pos="100000">
                <a:srgbClr val="233545">
                  <a:alpha val="0"/>
                </a:srgbClr>
              </a:gs>
            </a:gsLst>
            <a:path path="shape"/>
          </a:gradFill>
          <a:ln xmlns:a="http://schemas.openxmlformats.org/drawingml/2006/main" w="0">
            <a:noFill/>
          </a:ln>
        </p:spPr>
      </p:sp>
      <p:sp>
        <p:nvSpPr>
          <p:cNvPr id="11" name="photo-frame">
            <a:extLst xmlns:a="http://schemas.openxmlformats.org/drawingml/2006/main">
              <a:ext uri="{FF2B5EF4-FFF2-40B4-BE49-F238E27FC236}">
                <a16:creationId xmlns:a16="http://schemas.microsoft.com/office/drawing/2014/main" id="{E3529F3E-E405-4F61-9276-4E1A4B06E1F9}"/>
              </a:ext>
            </a:extLst>
          </p:cNvPr>
          <p:cNvSpPr>
            <a:spLocks xmlns:a="http://schemas.openxmlformats.org/drawingml/2006/main" noGrp="1"/>
          </p:cNvSpPr>
          <p:nvPr/>
        </p:nvSpPr>
        <p:spPr>
          <a:xfrm xmlns:a="http://schemas.openxmlformats.org/drawingml/2006/main">
            <a:off x="247650" y="1743075"/>
            <a:ext cx="2076450" cy="1257300"/>
          </a:xfrm>
          <a:prstGeom xmlns:a="http://schemas.openxmlformats.org/drawingml/2006/main" prst="roundRect">
            <a:avLst>
              <a:gd name="adj" fmla="val 1515"/>
            </a:avLst>
          </a:prstGeom>
          <a:solidFill xmlns:a="http://schemas.openxmlformats.org/drawingml/2006/main">
            <a:srgbClr val="FFFFFF"/>
          </a:solidFill>
          <a:ln xmlns:a="http://schemas.openxmlformats.org/drawingml/2006/main" w="15240">
            <a:solidFill>
              <a:srgbClr val="A5B6C4"/>
            </a:solidFill>
          </a:ln>
        </p:spPr>
      </p:sp>
      <p:pic>
        <p:nvPicPr>
          <p:cNvPr id="543" name=""/>
          <p:cNvPicPr>
            <a:picLocks xmlns:a="http://schemas.openxmlformats.org/drawingml/2006/main" noChangeAspect="1"/>
          </p:cNvPicPr>
          <p:nvPr/>
        </p:nvPicPr>
        <p:blipFill>
          <a:blip xmlns:r="http://schemas.openxmlformats.org/officeDocument/2006/relationships" xmlns:a="http://schemas.openxmlformats.org/drawingml/2006/main" r:embed="Rca0d4a49a1f5404e"/>
          <a:stretch xmlns:a="http://schemas.openxmlformats.org/drawingml/2006/main"/>
        </p:blipFill>
        <p:spPr>
          <a:xfrm xmlns:a="http://schemas.openxmlformats.org/drawingml/2006/main">
            <a:off x="285750" y="1781175"/>
            <a:ext cx="2000250" cy="1176147"/>
          </a:xfrm>
          <a:prstGeom xmlns:a="http://schemas.openxmlformats.org/drawingml/2006/main" prst="rect">
            <a:avLst/>
          </a:prstGeom>
        </p:spPr>
      </p:pic>
      <p:sp>
        <p:nvSpPr>
          <p:cNvPr id="13" name="text-title-words-0">
            <a:extLst xmlns:a="http://schemas.openxmlformats.org/drawingml/2006/main">
              <a:ext uri="{FF2B5EF4-FFF2-40B4-BE49-F238E27FC236}">
                <a16:creationId xmlns:a16="http://schemas.microsoft.com/office/drawing/2014/main" id="{1CBF04D2-84B4-4A83-A834-D56C6A3C694D}"/>
              </a:ext>
            </a:extLst>
          </p:cNvPr>
          <p:cNvSpPr>
            <a:spLocks xmlns:a="http://schemas.openxmlformats.org/drawingml/2006/main" noGrp="1"/>
          </p:cNvSpPr>
          <p:nvPr/>
        </p:nvSpPr>
        <p:spPr>
          <a:xfrm xmlns:a="http://schemas.openxmlformats.org/drawingml/2006/main">
            <a:off x="586573" y="3895725"/>
            <a:ext cx="1295352" cy="3429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i="0">
                <a:solidFill>
                  <a:srgbClr val="2B3540"/>
                </a:solidFill>
                <a:latin typeface="Times New Roman"/>
                <a:ea typeface="Times New Roman"/>
                <a:cs typeface="Times New Roman"/>
              </a:defRPr>
            </a:pPr>
            <a:r>
              <a:rPr sz="2400" b="1" i="0">
                <a:solidFill>
                  <a:srgbClr val="2B3540"/>
                </a:solidFill>
                <a:latin typeface="Times New Roman"/>
                <a:ea typeface="Times New Roman"/>
                <a:cs typeface="Times New Roman"/>
              </a:rPr>
              <a:t>Task text </a:t>
            </a:r>
          </a:p>
        </p:txBody>
      </p:sp>
      <p:sp>
        <p:nvSpPr>
          <p:cNvPr id="14" name="text-title-math-1 t">
            <a:extLst xmlns:a="http://schemas.openxmlformats.org/drawingml/2006/main">
              <a:ext uri="{FF2B5EF4-FFF2-40B4-BE49-F238E27FC236}">
                <a16:creationId xmlns:a16="http://schemas.microsoft.com/office/drawing/2014/main" id="{907B505D-5230-47BF-9D44-C4751195B38C}"/>
              </a:ext>
            </a:extLst>
          </p:cNvPr>
          <p:cNvSpPr>
            <a:spLocks xmlns:a="http://schemas.openxmlformats.org/drawingml/2006/main" noGrp="1"/>
          </p:cNvSpPr>
          <p:nvPr/>
        </p:nvSpPr>
        <p:spPr>
          <a:xfrm xmlns:a="http://schemas.openxmlformats.org/drawingml/2006/main">
            <a:off x="1879116" y="3978783"/>
            <a:ext cx="93917" cy="194215"/>
          </a:xfrm>
          <a:custGeom xmlns:a="http://schemas.openxmlformats.org/drawingml/2006/main">
            <a:pathLst>
              <a:path w="93917" h="194215">
                <a:moveTo>
                  <a:pt x="12192" y="166068"/>
                </a:moveTo>
                <a:lnTo>
                  <a:pt x="12418" y="161711"/>
                </a:lnTo>
                <a:lnTo>
                  <a:pt x="13097" y="157591"/>
                </a:lnTo>
                <a:lnTo>
                  <a:pt x="35100" y="70104"/>
                </a:lnTo>
                <a:lnTo>
                  <a:pt x="3096" y="70104"/>
                </a:lnTo>
                <a:lnTo>
                  <a:pt x="1741" y="69851"/>
                </a:lnTo>
                <a:lnTo>
                  <a:pt x="193" y="67827"/>
                </a:lnTo>
                <a:lnTo>
                  <a:pt x="0" y="66056"/>
                </a:lnTo>
                <a:lnTo>
                  <a:pt x="696" y="63139"/>
                </a:lnTo>
                <a:lnTo>
                  <a:pt x="2697" y="59805"/>
                </a:lnTo>
                <a:lnTo>
                  <a:pt x="4000" y="59388"/>
                </a:lnTo>
                <a:lnTo>
                  <a:pt x="37767" y="59388"/>
                </a:lnTo>
                <a:lnTo>
                  <a:pt x="50006" y="9668"/>
                </a:lnTo>
                <a:lnTo>
                  <a:pt x="51792" y="5929"/>
                </a:lnTo>
                <a:lnTo>
                  <a:pt x="54769" y="2810"/>
                </a:lnTo>
                <a:lnTo>
                  <a:pt x="58555" y="703"/>
                </a:lnTo>
                <a:lnTo>
                  <a:pt x="62770" y="0"/>
                </a:lnTo>
                <a:lnTo>
                  <a:pt x="66342" y="583"/>
                </a:lnTo>
                <a:lnTo>
                  <a:pt x="69247" y="2334"/>
                </a:lnTo>
                <a:lnTo>
                  <a:pt x="71211" y="5012"/>
                </a:lnTo>
                <a:lnTo>
                  <a:pt x="71866" y="8477"/>
                </a:lnTo>
                <a:lnTo>
                  <a:pt x="71842" y="9287"/>
                </a:lnTo>
                <a:lnTo>
                  <a:pt x="71771" y="9906"/>
                </a:lnTo>
                <a:lnTo>
                  <a:pt x="71700" y="10418"/>
                </a:lnTo>
                <a:lnTo>
                  <a:pt x="71580" y="11001"/>
                </a:lnTo>
                <a:lnTo>
                  <a:pt x="59388" y="59388"/>
                </a:lnTo>
                <a:lnTo>
                  <a:pt x="90773" y="59388"/>
                </a:lnTo>
                <a:lnTo>
                  <a:pt x="92148" y="59638"/>
                </a:lnTo>
                <a:lnTo>
                  <a:pt x="93720" y="61639"/>
                </a:lnTo>
                <a:lnTo>
                  <a:pt x="93916" y="63389"/>
                </a:lnTo>
                <a:lnTo>
                  <a:pt x="93666" y="64413"/>
                </a:lnTo>
                <a:lnTo>
                  <a:pt x="93297" y="65961"/>
                </a:lnTo>
                <a:lnTo>
                  <a:pt x="92785" y="67580"/>
                </a:lnTo>
                <a:lnTo>
                  <a:pt x="92107" y="68913"/>
                </a:lnTo>
                <a:lnTo>
                  <a:pt x="91166" y="69806"/>
                </a:lnTo>
                <a:lnTo>
                  <a:pt x="89868" y="70104"/>
                </a:lnTo>
                <a:lnTo>
                  <a:pt x="56674" y="70104"/>
                </a:lnTo>
                <a:lnTo>
                  <a:pt x="34814" y="158210"/>
                </a:lnTo>
                <a:lnTo>
                  <a:pt x="33135" y="166235"/>
                </a:lnTo>
                <a:lnTo>
                  <a:pt x="32575" y="173069"/>
                </a:lnTo>
                <a:lnTo>
                  <a:pt x="33135" y="178799"/>
                </a:lnTo>
                <a:lnTo>
                  <a:pt x="36073" y="184324"/>
                </a:lnTo>
                <a:lnTo>
                  <a:pt x="39430" y="185962"/>
                </a:lnTo>
                <a:lnTo>
                  <a:pt x="41529" y="186166"/>
                </a:lnTo>
                <a:lnTo>
                  <a:pt x="44827" y="185970"/>
                </a:lnTo>
                <a:lnTo>
                  <a:pt x="51137" y="184398"/>
                </a:lnTo>
                <a:lnTo>
                  <a:pt x="59889" y="179094"/>
                </a:lnTo>
                <a:lnTo>
                  <a:pt x="65246" y="173593"/>
                </a:lnTo>
                <a:lnTo>
                  <a:pt x="70113" y="167152"/>
                </a:lnTo>
                <a:lnTo>
                  <a:pt x="78042" y="153341"/>
                </a:lnTo>
                <a:lnTo>
                  <a:pt x="81105" y="145971"/>
                </a:lnTo>
                <a:lnTo>
                  <a:pt x="82296" y="144649"/>
                </a:lnTo>
                <a:lnTo>
                  <a:pt x="83487" y="144209"/>
                </a:lnTo>
                <a:lnTo>
                  <a:pt x="87201" y="144209"/>
                </a:lnTo>
                <a:lnTo>
                  <a:pt x="88273" y="144411"/>
                </a:lnTo>
                <a:lnTo>
                  <a:pt x="89106" y="145018"/>
                </a:lnTo>
                <a:lnTo>
                  <a:pt x="89678" y="145887"/>
                </a:lnTo>
                <a:lnTo>
                  <a:pt x="89868" y="146876"/>
                </a:lnTo>
                <a:lnTo>
                  <a:pt x="89797" y="147411"/>
                </a:lnTo>
                <a:lnTo>
                  <a:pt x="89583" y="147780"/>
                </a:lnTo>
                <a:lnTo>
                  <a:pt x="85844" y="156719"/>
                </a:lnTo>
                <a:lnTo>
                  <a:pt x="76081" y="172935"/>
                </a:lnTo>
                <a:lnTo>
                  <a:pt x="70056" y="180213"/>
                </a:lnTo>
                <a:lnTo>
                  <a:pt x="66807" y="183495"/>
                </a:lnTo>
                <a:lnTo>
                  <a:pt x="59955" y="188745"/>
                </a:lnTo>
                <a:lnTo>
                  <a:pt x="52632" y="192246"/>
                </a:lnTo>
                <a:lnTo>
                  <a:pt x="44840" y="193996"/>
                </a:lnTo>
                <a:lnTo>
                  <a:pt x="40767" y="194215"/>
                </a:lnTo>
                <a:lnTo>
                  <a:pt x="34978" y="193724"/>
                </a:lnTo>
                <a:lnTo>
                  <a:pt x="24810" y="189795"/>
                </a:lnTo>
                <a:lnTo>
                  <a:pt x="20431" y="186357"/>
                </a:lnTo>
                <a:lnTo>
                  <a:pt x="16826" y="182124"/>
                </a:lnTo>
                <a:lnTo>
                  <a:pt x="12707" y="171980"/>
                </a:lnTo>
                <a:lnTo>
                  <a:pt x="12192" y="166068"/>
                </a:lnTo>
                <a:close/>
              </a:path>
            </a:pathLst>
          </a:custGeom>
          <a:solidFill xmlns:a="http://schemas.openxmlformats.org/drawingml/2006/main">
            <a:srgbClr val="2B3540"/>
          </a:solidFill>
          <a:ln xmlns:a="http://schemas.openxmlformats.org/drawingml/2006/main" w="0">
            <a:noFill/>
          </a:ln>
        </p:spPr>
      </p:sp>
      <p:sp>
        <p:nvSpPr>
          <p:cNvPr id="15" name="task-text-frame-gradient-shadow">
            <a:extLst xmlns:a="http://schemas.openxmlformats.org/drawingml/2006/main">
              <a:ext uri="{FF2B5EF4-FFF2-40B4-BE49-F238E27FC236}">
                <a16:creationId xmlns:a16="http://schemas.microsoft.com/office/drawing/2014/main" id="{8AC4AA94-19C1-4BE8-92EB-A4B77EF53D7D}"/>
              </a:ext>
            </a:extLst>
          </p:cNvPr>
          <p:cNvSpPr>
            <a:spLocks xmlns:a="http://schemas.openxmlformats.org/drawingml/2006/main" noGrp="1"/>
          </p:cNvSpPr>
          <p:nvPr/>
        </p:nvSpPr>
        <p:spPr>
          <a:xfrm xmlns:a="http://schemas.openxmlformats.org/drawingml/2006/main">
            <a:off x="133350" y="5343525"/>
            <a:ext cx="2381250" cy="257175"/>
          </a:xfrm>
          <a:prstGeom xmlns:a="http://schemas.openxmlformats.org/drawingml/2006/main" prst="ellipse">
            <a:avLst/>
          </a:prstGeom>
          <a:gradFill xmlns:a="http://schemas.openxmlformats.org/drawingml/2006/main">
            <a:gsLst>
              <a:gs pos="0">
                <a:srgbClr val="233545">
                  <a:alpha val="10000"/>
                </a:srgbClr>
              </a:gs>
              <a:gs pos="48000">
                <a:srgbClr val="233545">
                  <a:alpha val="3500"/>
                </a:srgbClr>
              </a:gs>
              <a:gs pos="100000">
                <a:srgbClr val="233545">
                  <a:alpha val="0"/>
                </a:srgbClr>
              </a:gs>
            </a:gsLst>
            <a:path path="shape"/>
          </a:gradFill>
          <a:ln xmlns:a="http://schemas.openxmlformats.org/drawingml/2006/main" w="0">
            <a:noFill/>
          </a:ln>
        </p:spPr>
      </p:sp>
      <p:sp>
        <p:nvSpPr>
          <p:cNvPr id="16" name="task-text-frame">
            <a:extLst xmlns:a="http://schemas.openxmlformats.org/drawingml/2006/main">
              <a:ext uri="{FF2B5EF4-FFF2-40B4-BE49-F238E27FC236}">
                <a16:creationId xmlns:a16="http://schemas.microsoft.com/office/drawing/2014/main" id="{355ED7EC-8530-4322-98D9-B39176C0B26F}"/>
              </a:ext>
            </a:extLst>
          </p:cNvPr>
          <p:cNvSpPr>
            <a:spLocks xmlns:a="http://schemas.openxmlformats.org/drawingml/2006/main" noGrp="1"/>
          </p:cNvSpPr>
          <p:nvPr/>
        </p:nvSpPr>
        <p:spPr>
          <a:xfrm xmlns:a="http://schemas.openxmlformats.org/drawingml/2006/main">
            <a:off x="247650" y="4400550"/>
            <a:ext cx="2076450" cy="1009650"/>
          </a:xfrm>
          <a:prstGeom xmlns:a="http://schemas.openxmlformats.org/drawingml/2006/main" prst="roundRect">
            <a:avLst>
              <a:gd name="adj" fmla="val 5660"/>
            </a:avLst>
          </a:prstGeom>
          <a:solidFill xmlns:a="http://schemas.openxmlformats.org/drawingml/2006/main">
            <a:srgbClr val="FFFFFF"/>
          </a:solidFill>
          <a:ln xmlns:a="http://schemas.openxmlformats.org/drawingml/2006/main" w="15240">
            <a:solidFill>
              <a:srgbClr val="C6D0D8"/>
            </a:solidFill>
          </a:ln>
        </p:spPr>
      </p:sp>
      <p:sp>
        <p:nvSpPr>
          <p:cNvPr id="17" name="task-text1">
            <a:extLst xmlns:a="http://schemas.openxmlformats.org/drawingml/2006/main">
              <a:ext uri="{FF2B5EF4-FFF2-40B4-BE49-F238E27FC236}">
                <a16:creationId xmlns:a16="http://schemas.microsoft.com/office/drawing/2014/main" id="{66D45AD0-D54B-4FDE-836F-E503F98EA865}"/>
              </a:ext>
            </a:extLst>
          </p:cNvPr>
          <p:cNvSpPr>
            <a:spLocks xmlns:a="http://schemas.openxmlformats.org/drawingml/2006/main" noGrp="1"/>
          </p:cNvSpPr>
          <p:nvPr/>
        </p:nvSpPr>
        <p:spPr>
          <a:xfrm xmlns:a="http://schemas.openxmlformats.org/drawingml/2006/main">
            <a:off x="361950" y="4562475"/>
            <a:ext cx="1847850" cy="2952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0">
                <a:solidFill>
                  <a:srgbClr val="2B3540"/>
                </a:solidFill>
                <a:latin typeface="Times New Roman"/>
                <a:ea typeface="Times New Roman"/>
                <a:cs typeface="Times New Roman"/>
              </a:defRPr>
            </a:pPr>
            <a:r>
              <a:rPr sz="1950" b="0" i="0">
                <a:solidFill>
                  <a:srgbClr val="2B3540"/>
                </a:solidFill>
                <a:latin typeface="Times New Roman"/>
                <a:ea typeface="Times New Roman"/>
                <a:cs typeface="Times New Roman"/>
              </a:rPr>
              <a:t>left skateboard</a:t>
            </a:r>
          </a:p>
        </p:txBody>
      </p:sp>
      <p:sp>
        <p:nvSpPr>
          <p:cNvPr id="18" name="task-text2">
            <a:extLst xmlns:a="http://schemas.openxmlformats.org/drawingml/2006/main">
              <a:ext uri="{FF2B5EF4-FFF2-40B4-BE49-F238E27FC236}">
                <a16:creationId xmlns:a16="http://schemas.microsoft.com/office/drawing/2014/main" id="{739D861A-70BA-4B35-8273-ED657E2C2101}"/>
              </a:ext>
            </a:extLst>
          </p:cNvPr>
          <p:cNvSpPr>
            <a:spLocks xmlns:a="http://schemas.openxmlformats.org/drawingml/2006/main" noGrp="1"/>
          </p:cNvSpPr>
          <p:nvPr/>
        </p:nvSpPr>
        <p:spPr>
          <a:xfrm xmlns:a="http://schemas.openxmlformats.org/drawingml/2006/main">
            <a:off x="361950" y="4933950"/>
            <a:ext cx="1847850" cy="2952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0">
                <a:solidFill>
                  <a:srgbClr val="2B3540"/>
                </a:solidFill>
                <a:latin typeface="Times New Roman"/>
                <a:ea typeface="Times New Roman"/>
                <a:cs typeface="Times New Roman"/>
              </a:defRPr>
            </a:pPr>
            <a:r>
              <a:rPr sz="1950" b="0" i="0">
                <a:solidFill>
                  <a:srgbClr val="2B3540"/>
                </a:solidFill>
                <a:latin typeface="Times New Roman"/>
                <a:ea typeface="Times New Roman"/>
                <a:cs typeface="Times New Roman"/>
              </a:rPr>
              <a:t>and right skater</a:t>
            </a:r>
          </a:p>
        </p:txBody>
      </p:sp>
      <p:sp>
        <p:nvSpPr>
          <p:cNvPr id="19" name="image-to-specialist-1">
            <a:extLst xmlns:a="http://schemas.openxmlformats.org/drawingml/2006/main">
              <a:ext uri="{FF2B5EF4-FFF2-40B4-BE49-F238E27FC236}">
                <a16:creationId xmlns:a16="http://schemas.microsoft.com/office/drawing/2014/main" id="{35CBCB2F-7AF1-4A00-8039-76508C5A938D}"/>
              </a:ext>
            </a:extLst>
          </p:cNvPr>
          <p:cNvSpPr>
            <a:spLocks xmlns:a="http://schemas.openxmlformats.org/drawingml/2006/main" noGrp="1"/>
          </p:cNvSpPr>
          <p:nvPr/>
        </p:nvSpPr>
        <p:spPr>
          <a:xfrm xmlns:a="http://schemas.openxmlformats.org/drawingml/2006/main" flipV="0">
            <a:off x="2324100" y="2476500"/>
            <a:ext cx="533400" cy="95"/>
          </a:xfrm>
          <a:prstGeom xmlns:a="http://schemas.openxmlformats.org/drawingml/2006/main" prst="line">
            <a:avLst/>
          </a:prstGeom>
          <a:noFill xmlns:a="http://schemas.openxmlformats.org/drawingml/2006/main"/>
          <a:ln xmlns:a="http://schemas.openxmlformats.org/drawingml/2006/main" w="24765">
            <a:solidFill>
              <a:srgbClr val="779ABB"/>
            </a:solidFill>
            <a:prstDash val="solid"/>
          </a:ln>
        </p:spPr>
      </p:sp>
      <p:sp>
        <p:nvSpPr>
          <p:cNvPr id="20" name="image-to-specialist-2">
            <a:extLst xmlns:a="http://schemas.openxmlformats.org/drawingml/2006/main">
              <a:ext uri="{FF2B5EF4-FFF2-40B4-BE49-F238E27FC236}">
                <a16:creationId xmlns:a16="http://schemas.microsoft.com/office/drawing/2014/main" id="{CBD87160-6328-485A-9625-FE0C4CF68E59}"/>
              </a:ext>
            </a:extLst>
          </p:cNvPr>
          <p:cNvSpPr>
            <a:spLocks xmlns:a="http://schemas.openxmlformats.org/drawingml/2006/main" noGrp="1"/>
          </p:cNvSpPr>
          <p:nvPr/>
        </p:nvSpPr>
        <p:spPr>
          <a:xfrm xmlns:a="http://schemas.openxmlformats.org/drawingml/2006/main" flipV="0">
            <a:off x="2857500" y="2476500"/>
            <a:ext cx="95" cy="1409700"/>
          </a:xfrm>
          <a:prstGeom xmlns:a="http://schemas.openxmlformats.org/drawingml/2006/main" prst="line">
            <a:avLst/>
          </a:prstGeom>
          <a:noFill xmlns:a="http://schemas.openxmlformats.org/drawingml/2006/main"/>
          <a:ln xmlns:a="http://schemas.openxmlformats.org/drawingml/2006/main" w="24765">
            <a:solidFill>
              <a:srgbClr val="779ABB"/>
            </a:solidFill>
            <a:prstDash val="solid"/>
          </a:ln>
        </p:spPr>
      </p:sp>
      <p:sp>
        <p:nvSpPr>
          <p:cNvPr id="21" name="image-to-specialist-3">
            <a:extLst xmlns:a="http://schemas.openxmlformats.org/drawingml/2006/main">
              <a:ext uri="{FF2B5EF4-FFF2-40B4-BE49-F238E27FC236}">
                <a16:creationId xmlns:a16="http://schemas.microsoft.com/office/drawing/2014/main" id="{77EA57F6-610F-41D0-9D71-1E652E8C765B}"/>
              </a:ext>
            </a:extLst>
          </p:cNvPr>
          <p:cNvSpPr>
            <a:spLocks xmlns:a="http://schemas.openxmlformats.org/drawingml/2006/main" noGrp="1"/>
          </p:cNvSpPr>
          <p:nvPr/>
        </p:nvSpPr>
        <p:spPr>
          <a:xfrm xmlns:a="http://schemas.openxmlformats.org/drawingml/2006/main" flipV="0">
            <a:off x="2857500" y="3886200"/>
            <a:ext cx="314325" cy="95"/>
          </a:xfrm>
          <a:prstGeom xmlns:a="http://schemas.openxmlformats.org/drawingml/2006/main" prst="line">
            <a:avLst/>
          </a:prstGeom>
          <a:noFill xmlns:a="http://schemas.openxmlformats.org/drawingml/2006/main"/>
          <a:ln xmlns:a="http://schemas.openxmlformats.org/drawingml/2006/main" w="24765">
            <a:solidFill>
              <a:srgbClr val="779ABB"/>
            </a:solidFill>
            <a:prstDash val="solid"/>
          </a:ln>
        </p:spPr>
      </p:sp>
      <p:sp>
        <p:nvSpPr>
          <p:cNvPr id="22" name="image-to-specialist-head">
            <a:extLst xmlns:a="http://schemas.openxmlformats.org/drawingml/2006/main">
              <a:ext uri="{FF2B5EF4-FFF2-40B4-BE49-F238E27FC236}">
                <a16:creationId xmlns:a16="http://schemas.microsoft.com/office/drawing/2014/main" id="{DA437982-3481-4586-AFA7-1E9E2E0160EB}"/>
              </a:ext>
            </a:extLst>
          </p:cNvPr>
          <p:cNvSpPr>
            <a:spLocks xmlns:a="http://schemas.openxmlformats.org/drawingml/2006/main" noGrp="1"/>
          </p:cNvSpPr>
          <p:nvPr/>
        </p:nvSpPr>
        <p:spPr>
          <a:xfrm xmlns:a="http://schemas.openxmlformats.org/drawingml/2006/main">
            <a:off x="3048000" y="3838575"/>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779ABB"/>
          </a:solidFill>
          <a:ln xmlns:a="http://schemas.openxmlformats.org/drawingml/2006/main" w="15240">
            <a:noFill/>
          </a:ln>
        </p:spPr>
      </p:sp>
      <p:sp>
        <p:nvSpPr>
          <p:cNvPr id="23" name="text-to-specialist-1">
            <a:extLst xmlns:a="http://schemas.openxmlformats.org/drawingml/2006/main">
              <a:ext uri="{FF2B5EF4-FFF2-40B4-BE49-F238E27FC236}">
                <a16:creationId xmlns:a16="http://schemas.microsoft.com/office/drawing/2014/main" id="{4D9DD1EB-13D2-4977-A507-EFCA156CF720}"/>
              </a:ext>
            </a:extLst>
          </p:cNvPr>
          <p:cNvSpPr>
            <a:spLocks xmlns:a="http://schemas.openxmlformats.org/drawingml/2006/main" noGrp="1"/>
          </p:cNvSpPr>
          <p:nvPr/>
        </p:nvSpPr>
        <p:spPr>
          <a:xfrm xmlns:a="http://schemas.openxmlformats.org/drawingml/2006/main" flipV="0">
            <a:off x="2324100" y="4857750"/>
            <a:ext cx="533400" cy="95"/>
          </a:xfrm>
          <a:prstGeom xmlns:a="http://schemas.openxmlformats.org/drawingml/2006/main" prst="line">
            <a:avLst/>
          </a:prstGeom>
          <a:noFill xmlns:a="http://schemas.openxmlformats.org/drawingml/2006/main"/>
          <a:ln xmlns:a="http://schemas.openxmlformats.org/drawingml/2006/main" w="24765">
            <a:solidFill>
              <a:srgbClr val="779ABB"/>
            </a:solidFill>
            <a:prstDash val="solid"/>
          </a:ln>
        </p:spPr>
      </p:sp>
      <p:sp>
        <p:nvSpPr>
          <p:cNvPr id="24" name="text-to-specialist-2">
            <a:extLst xmlns:a="http://schemas.openxmlformats.org/drawingml/2006/main">
              <a:ext uri="{FF2B5EF4-FFF2-40B4-BE49-F238E27FC236}">
                <a16:creationId xmlns:a16="http://schemas.microsoft.com/office/drawing/2014/main" id="{8A9A4531-1D3A-43FD-B4AF-EE74E2064D61}"/>
              </a:ext>
            </a:extLst>
          </p:cNvPr>
          <p:cNvSpPr>
            <a:spLocks xmlns:a="http://schemas.openxmlformats.org/drawingml/2006/main" noGrp="1"/>
          </p:cNvSpPr>
          <p:nvPr/>
        </p:nvSpPr>
        <p:spPr>
          <a:xfrm xmlns:a="http://schemas.openxmlformats.org/drawingml/2006/main" flipV="0">
            <a:off x="2857500" y="3886200"/>
            <a:ext cx="95" cy="971550"/>
          </a:xfrm>
          <a:prstGeom xmlns:a="http://schemas.openxmlformats.org/drawingml/2006/main" prst="line">
            <a:avLst/>
          </a:prstGeom>
          <a:noFill xmlns:a="http://schemas.openxmlformats.org/drawingml/2006/main"/>
          <a:ln xmlns:a="http://schemas.openxmlformats.org/drawingml/2006/main" w="24765">
            <a:solidFill>
              <a:srgbClr val="779ABB"/>
            </a:solidFill>
            <a:prstDash val="solid"/>
          </a:ln>
        </p:spPr>
      </p:sp>
      <p:sp>
        <p:nvSpPr>
          <p:cNvPr id="25" name="input-bundle-junction">
            <a:extLst xmlns:a="http://schemas.openxmlformats.org/drawingml/2006/main">
              <a:ext uri="{FF2B5EF4-FFF2-40B4-BE49-F238E27FC236}">
                <a16:creationId xmlns:a16="http://schemas.microsoft.com/office/drawing/2014/main" id="{007D9DC1-5E22-402D-9E8D-1DA4D208F66F}"/>
              </a:ext>
            </a:extLst>
          </p:cNvPr>
          <p:cNvSpPr>
            <a:spLocks xmlns:a="http://schemas.openxmlformats.org/drawingml/2006/main" noGrp="1"/>
          </p:cNvSpPr>
          <p:nvPr/>
        </p:nvSpPr>
        <p:spPr>
          <a:xfrm xmlns:a="http://schemas.openxmlformats.org/drawingml/2006/main">
            <a:off x="2809875" y="3838575"/>
            <a:ext cx="95250" cy="95250"/>
          </a:xfrm>
          <a:prstGeom xmlns:a="http://schemas.openxmlformats.org/drawingml/2006/main" prst="ellipse">
            <a:avLst/>
          </a:prstGeom>
          <a:solidFill xmlns:a="http://schemas.openxmlformats.org/drawingml/2006/main">
            <a:srgbClr val="779ABB"/>
          </a:solidFill>
          <a:ln xmlns:a="http://schemas.openxmlformats.org/drawingml/2006/main" w="15240">
            <a:noFill/>
          </a:ln>
        </p:spPr>
      </p:sp>
      <p:pic>
        <p:nvPicPr>
          <p:cNvPr id="557" name=""/>
          <p:cNvPicPr>
            <a:picLocks xmlns:a="http://schemas.openxmlformats.org/drawingml/2006/main" noChangeAspect="1"/>
          </p:cNvPicPr>
          <p:nvPr/>
        </p:nvPicPr>
        <p:blipFill>
          <a:blip xmlns:r="http://schemas.openxmlformats.org/officeDocument/2006/relationships" xmlns:a="http://schemas.openxmlformats.org/drawingml/2006/main" r:embed="Re5ef62ab4ac34b6e"/>
          <a:stretch xmlns:a="http://schemas.openxmlformats.org/drawingml/2006/main"/>
        </p:blipFill>
        <p:spPr>
          <a:xfrm xmlns:a="http://schemas.openxmlformats.org/drawingml/2006/main">
            <a:off x="3295650" y="3487483"/>
            <a:ext cx="1695450" cy="1807085"/>
          </a:xfrm>
          <a:prstGeom xmlns:a="http://schemas.openxmlformats.org/drawingml/2006/main" prst="rect">
            <a:avLst/>
          </a:prstGeom>
        </p:spPr>
      </p:pic>
      <p:sp>
        <p:nvSpPr>
          <p:cNvPr id="27" name="specialist-title-words-0">
            <a:extLst xmlns:a="http://schemas.openxmlformats.org/drawingml/2006/main">
              <a:ext uri="{FF2B5EF4-FFF2-40B4-BE49-F238E27FC236}">
                <a16:creationId xmlns:a16="http://schemas.microsoft.com/office/drawing/2014/main" id="{86ADADD6-C1FF-4B38-86A1-1436F71A52B0}"/>
              </a:ext>
            </a:extLst>
          </p:cNvPr>
          <p:cNvSpPr>
            <a:spLocks xmlns:a="http://schemas.openxmlformats.org/drawingml/2006/main" noGrp="1"/>
          </p:cNvSpPr>
          <p:nvPr/>
        </p:nvSpPr>
        <p:spPr>
          <a:xfrm xmlns:a="http://schemas.openxmlformats.org/drawingml/2006/main">
            <a:off x="3345085" y="5381625"/>
            <a:ext cx="1405319" cy="4095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1" i="0">
                <a:solidFill>
                  <a:srgbClr val="2B3540"/>
                </a:solidFill>
                <a:latin typeface="Times New Roman"/>
                <a:ea typeface="Times New Roman"/>
                <a:cs typeface="Times New Roman"/>
              </a:defRPr>
            </a:pPr>
            <a:r>
              <a:rPr sz="2550" b="1" i="0">
                <a:solidFill>
                  <a:srgbClr val="2B3540"/>
                </a:solidFill>
                <a:latin typeface="Times New Roman"/>
                <a:ea typeface="Times New Roman"/>
                <a:cs typeface="Times New Roman"/>
              </a:rPr>
              <a:t>Specialist </a:t>
            </a:r>
          </a:p>
        </p:txBody>
      </p:sp>
      <p:sp>
        <p:nvSpPr>
          <p:cNvPr id="28" name="specialist-title-math-1 S">
            <a:extLst xmlns:a="http://schemas.openxmlformats.org/drawingml/2006/main">
              <a:ext uri="{FF2B5EF4-FFF2-40B4-BE49-F238E27FC236}">
                <a16:creationId xmlns:a16="http://schemas.microsoft.com/office/drawing/2014/main" id="{51C4674F-8085-4EF5-AEB9-D5D9E5847071}"/>
              </a:ext>
            </a:extLst>
          </p:cNvPr>
          <p:cNvSpPr>
            <a:spLocks xmlns:a="http://schemas.openxmlformats.org/drawingml/2006/main" noGrp="1"/>
          </p:cNvSpPr>
          <p:nvPr/>
        </p:nvSpPr>
        <p:spPr>
          <a:xfrm xmlns:a="http://schemas.openxmlformats.org/drawingml/2006/main">
            <a:off x="4758133" y="5466588"/>
            <a:ext cx="191932" cy="235500"/>
          </a:xfrm>
          <a:custGeom xmlns:a="http://schemas.openxmlformats.org/drawingml/2006/main">
            <a:pathLst>
              <a:path w="191932" h="235500">
                <a:moveTo>
                  <a:pt x="2530" y="235500"/>
                </a:moveTo>
                <a:lnTo>
                  <a:pt x="1607" y="235221"/>
                </a:lnTo>
                <a:lnTo>
                  <a:pt x="759" y="234386"/>
                </a:lnTo>
                <a:lnTo>
                  <a:pt x="190" y="233311"/>
                </a:lnTo>
                <a:lnTo>
                  <a:pt x="0" y="232312"/>
                </a:lnTo>
                <a:lnTo>
                  <a:pt x="18621" y="156713"/>
                </a:lnTo>
                <a:lnTo>
                  <a:pt x="19633" y="155309"/>
                </a:lnTo>
                <a:lnTo>
                  <a:pt x="21354" y="154841"/>
                </a:lnTo>
                <a:lnTo>
                  <a:pt x="25149" y="154841"/>
                </a:lnTo>
                <a:lnTo>
                  <a:pt x="26275" y="155081"/>
                </a:lnTo>
                <a:lnTo>
                  <a:pt x="27122" y="155802"/>
                </a:lnTo>
                <a:lnTo>
                  <a:pt x="27654" y="156840"/>
                </a:lnTo>
                <a:lnTo>
                  <a:pt x="27831" y="158130"/>
                </a:lnTo>
                <a:lnTo>
                  <a:pt x="25820" y="168617"/>
                </a:lnTo>
                <a:lnTo>
                  <a:pt x="25149" y="177915"/>
                </a:lnTo>
                <a:lnTo>
                  <a:pt x="25400" y="183584"/>
                </a:lnTo>
                <a:lnTo>
                  <a:pt x="27412" y="193793"/>
                </a:lnTo>
                <a:lnTo>
                  <a:pt x="31435" y="202496"/>
                </a:lnTo>
                <a:lnTo>
                  <a:pt x="37469" y="209694"/>
                </a:lnTo>
                <a:lnTo>
                  <a:pt x="41240" y="212729"/>
                </a:lnTo>
                <a:lnTo>
                  <a:pt x="45406" y="215397"/>
                </a:lnTo>
                <a:lnTo>
                  <a:pt x="54521" y="219667"/>
                </a:lnTo>
                <a:lnTo>
                  <a:pt x="70150" y="223403"/>
                </a:lnTo>
                <a:lnTo>
                  <a:pt x="81873" y="224114"/>
                </a:lnTo>
                <a:lnTo>
                  <a:pt x="87164" y="223788"/>
                </a:lnTo>
                <a:lnTo>
                  <a:pt x="97613" y="221183"/>
                </a:lnTo>
                <a:lnTo>
                  <a:pt x="102772" y="218903"/>
                </a:lnTo>
                <a:lnTo>
                  <a:pt x="107744" y="216078"/>
                </a:lnTo>
                <a:lnTo>
                  <a:pt x="116700" y="209272"/>
                </a:lnTo>
                <a:lnTo>
                  <a:pt x="120685" y="205290"/>
                </a:lnTo>
                <a:lnTo>
                  <a:pt x="124334" y="200970"/>
                </a:lnTo>
                <a:lnTo>
                  <a:pt x="130457" y="191609"/>
                </a:lnTo>
                <a:lnTo>
                  <a:pt x="132930" y="186568"/>
                </a:lnTo>
                <a:lnTo>
                  <a:pt x="134945" y="181365"/>
                </a:lnTo>
                <a:lnTo>
                  <a:pt x="137247" y="170866"/>
                </a:lnTo>
                <a:lnTo>
                  <a:pt x="137535" y="165568"/>
                </a:lnTo>
                <a:lnTo>
                  <a:pt x="137159" y="160030"/>
                </a:lnTo>
                <a:lnTo>
                  <a:pt x="134148" y="149885"/>
                </a:lnTo>
                <a:lnTo>
                  <a:pt x="131513" y="145277"/>
                </a:lnTo>
                <a:lnTo>
                  <a:pt x="128240" y="141201"/>
                </a:lnTo>
                <a:lnTo>
                  <a:pt x="119967" y="135457"/>
                </a:lnTo>
                <a:lnTo>
                  <a:pt x="114967" y="133791"/>
                </a:lnTo>
                <a:lnTo>
                  <a:pt x="75396" y="123367"/>
                </a:lnTo>
                <a:lnTo>
                  <a:pt x="67828" y="120701"/>
                </a:lnTo>
                <a:lnTo>
                  <a:pt x="55102" y="112124"/>
                </a:lnTo>
                <a:lnTo>
                  <a:pt x="49944" y="106213"/>
                </a:lnTo>
                <a:lnTo>
                  <a:pt x="45804" y="99559"/>
                </a:lnTo>
                <a:lnTo>
                  <a:pt x="41073" y="85036"/>
                </a:lnTo>
                <a:lnTo>
                  <a:pt x="40481" y="77167"/>
                </a:lnTo>
                <a:lnTo>
                  <a:pt x="41202" y="67541"/>
                </a:lnTo>
                <a:lnTo>
                  <a:pt x="46971" y="48818"/>
                </a:lnTo>
                <a:lnTo>
                  <a:pt x="52018" y="39722"/>
                </a:lnTo>
                <a:lnTo>
                  <a:pt x="58227" y="31164"/>
                </a:lnTo>
                <a:lnTo>
                  <a:pt x="73281" y="16743"/>
                </a:lnTo>
                <a:lnTo>
                  <a:pt x="82126" y="10879"/>
                </a:lnTo>
                <a:lnTo>
                  <a:pt x="91459" y="6119"/>
                </a:lnTo>
                <a:lnTo>
                  <a:pt x="110409" y="680"/>
                </a:lnTo>
                <a:lnTo>
                  <a:pt x="120027" y="0"/>
                </a:lnTo>
                <a:lnTo>
                  <a:pt x="127288" y="342"/>
                </a:lnTo>
                <a:lnTo>
                  <a:pt x="140900" y="3074"/>
                </a:lnTo>
                <a:lnTo>
                  <a:pt x="147251" y="5465"/>
                </a:lnTo>
                <a:lnTo>
                  <a:pt x="153111" y="8596"/>
                </a:lnTo>
                <a:lnTo>
                  <a:pt x="162649" y="17249"/>
                </a:lnTo>
                <a:lnTo>
                  <a:pt x="166327" y="22771"/>
                </a:lnTo>
                <a:lnTo>
                  <a:pt x="184847" y="962"/>
                </a:lnTo>
                <a:lnTo>
                  <a:pt x="186340" y="240"/>
                </a:lnTo>
                <a:lnTo>
                  <a:pt x="187074" y="0"/>
                </a:lnTo>
                <a:lnTo>
                  <a:pt x="189098" y="0"/>
                </a:lnTo>
                <a:lnTo>
                  <a:pt x="190237" y="278"/>
                </a:lnTo>
                <a:lnTo>
                  <a:pt x="191122" y="1113"/>
                </a:lnTo>
                <a:lnTo>
                  <a:pt x="191729" y="2226"/>
                </a:lnTo>
                <a:lnTo>
                  <a:pt x="191932" y="3340"/>
                </a:lnTo>
                <a:lnTo>
                  <a:pt x="173159" y="78433"/>
                </a:lnTo>
                <a:lnTo>
                  <a:pt x="172273" y="80102"/>
                </a:lnTo>
                <a:lnTo>
                  <a:pt x="170628" y="80659"/>
                </a:lnTo>
                <a:lnTo>
                  <a:pt x="166631" y="80659"/>
                </a:lnTo>
                <a:lnTo>
                  <a:pt x="165391" y="80441"/>
                </a:lnTo>
                <a:lnTo>
                  <a:pt x="163974" y="78695"/>
                </a:lnTo>
                <a:lnTo>
                  <a:pt x="163797" y="77167"/>
                </a:lnTo>
                <a:lnTo>
                  <a:pt x="164974" y="67566"/>
                </a:lnTo>
                <a:lnTo>
                  <a:pt x="165366" y="59305"/>
                </a:lnTo>
                <a:lnTo>
                  <a:pt x="165043" y="52034"/>
                </a:lnTo>
                <a:lnTo>
                  <a:pt x="162463" y="38954"/>
                </a:lnTo>
                <a:lnTo>
                  <a:pt x="160205" y="33144"/>
                </a:lnTo>
                <a:lnTo>
                  <a:pt x="157320" y="27913"/>
                </a:lnTo>
                <a:lnTo>
                  <a:pt x="149578" y="19463"/>
                </a:lnTo>
                <a:lnTo>
                  <a:pt x="144720" y="16243"/>
                </a:lnTo>
                <a:lnTo>
                  <a:pt x="139246" y="13719"/>
                </a:lnTo>
                <a:lnTo>
                  <a:pt x="126419" y="10835"/>
                </a:lnTo>
                <a:lnTo>
                  <a:pt x="119066" y="10475"/>
                </a:lnTo>
                <a:lnTo>
                  <a:pt x="112595" y="10939"/>
                </a:lnTo>
                <a:lnTo>
                  <a:pt x="99691" y="14659"/>
                </a:lnTo>
                <a:lnTo>
                  <a:pt x="93259" y="17913"/>
                </a:lnTo>
                <a:lnTo>
                  <a:pt x="87164" y="21917"/>
                </a:lnTo>
                <a:lnTo>
                  <a:pt x="76816" y="31784"/>
                </a:lnTo>
                <a:lnTo>
                  <a:pt x="72563" y="37648"/>
                </a:lnTo>
                <a:lnTo>
                  <a:pt x="69109" y="43878"/>
                </a:lnTo>
                <a:lnTo>
                  <a:pt x="65162" y="56680"/>
                </a:lnTo>
                <a:lnTo>
                  <a:pt x="64669" y="63252"/>
                </a:lnTo>
                <a:lnTo>
                  <a:pt x="65048" y="68338"/>
                </a:lnTo>
                <a:lnTo>
                  <a:pt x="68085" y="77597"/>
                </a:lnTo>
                <a:lnTo>
                  <a:pt x="70741" y="81772"/>
                </a:lnTo>
                <a:lnTo>
                  <a:pt x="74030" y="85472"/>
                </a:lnTo>
                <a:lnTo>
                  <a:pt x="82126" y="90937"/>
                </a:lnTo>
                <a:lnTo>
                  <a:pt x="86934" y="92702"/>
                </a:lnTo>
                <a:lnTo>
                  <a:pt x="126504" y="102974"/>
                </a:lnTo>
                <a:lnTo>
                  <a:pt x="131697" y="104663"/>
                </a:lnTo>
                <a:lnTo>
                  <a:pt x="141058" y="109672"/>
                </a:lnTo>
                <a:lnTo>
                  <a:pt x="145227" y="112993"/>
                </a:lnTo>
                <a:lnTo>
                  <a:pt x="148981" y="116757"/>
                </a:lnTo>
                <a:lnTo>
                  <a:pt x="155027" y="125309"/>
                </a:lnTo>
                <a:lnTo>
                  <a:pt x="157320" y="130097"/>
                </a:lnTo>
                <a:lnTo>
                  <a:pt x="159114" y="135144"/>
                </a:lnTo>
                <a:lnTo>
                  <a:pt x="161163" y="145922"/>
                </a:lnTo>
                <a:lnTo>
                  <a:pt x="161419" y="151653"/>
                </a:lnTo>
                <a:lnTo>
                  <a:pt x="161014" y="159297"/>
                </a:lnTo>
                <a:lnTo>
                  <a:pt x="157776" y="174452"/>
                </a:lnTo>
                <a:lnTo>
                  <a:pt x="154942" y="181963"/>
                </a:lnTo>
                <a:lnTo>
                  <a:pt x="151381" y="189266"/>
                </a:lnTo>
                <a:lnTo>
                  <a:pt x="142323" y="202903"/>
                </a:lnTo>
                <a:lnTo>
                  <a:pt x="136827" y="209238"/>
                </a:lnTo>
                <a:lnTo>
                  <a:pt x="130837" y="215072"/>
                </a:lnTo>
                <a:lnTo>
                  <a:pt x="117680" y="224712"/>
                </a:lnTo>
                <a:lnTo>
                  <a:pt x="110514" y="228517"/>
                </a:lnTo>
                <a:lnTo>
                  <a:pt x="103113" y="231572"/>
                </a:lnTo>
                <a:lnTo>
                  <a:pt x="88085" y="235063"/>
                </a:lnTo>
                <a:lnTo>
                  <a:pt x="80457" y="235500"/>
                </a:lnTo>
                <a:lnTo>
                  <a:pt x="71158" y="235146"/>
                </a:lnTo>
                <a:lnTo>
                  <a:pt x="54605" y="232319"/>
                </a:lnTo>
                <a:lnTo>
                  <a:pt x="40778" y="226664"/>
                </a:lnTo>
                <a:lnTo>
                  <a:pt x="29677" y="218182"/>
                </a:lnTo>
                <a:lnTo>
                  <a:pt x="25149" y="212881"/>
                </a:lnTo>
                <a:lnTo>
                  <a:pt x="7084" y="234538"/>
                </a:lnTo>
                <a:lnTo>
                  <a:pt x="5554" y="235259"/>
                </a:lnTo>
                <a:lnTo>
                  <a:pt x="4706" y="235500"/>
                </a:lnTo>
                <a:lnTo>
                  <a:pt x="2530" y="235500"/>
                </a:lnTo>
                <a:close/>
              </a:path>
            </a:pathLst>
          </a:custGeom>
          <a:solidFill xmlns:a="http://schemas.openxmlformats.org/drawingml/2006/main">
            <a:srgbClr val="2B3540"/>
          </a:solidFill>
          <a:ln xmlns:a="http://schemas.openxmlformats.org/drawingml/2006/main" w="0">
            <a:noFill/>
          </a:ln>
        </p:spPr>
      </p:sp>
      <p:sp>
        <p:nvSpPr>
          <p:cNvPr id="29" name="expert-products-1">
            <a:extLst xmlns:a="http://schemas.openxmlformats.org/drawingml/2006/main">
              <a:ext uri="{FF2B5EF4-FFF2-40B4-BE49-F238E27FC236}">
                <a16:creationId xmlns:a16="http://schemas.microsoft.com/office/drawing/2014/main" id="{A2AE45DC-8719-43ED-8254-511AFF3BB3D0}"/>
              </a:ext>
            </a:extLst>
          </p:cNvPr>
          <p:cNvSpPr>
            <a:spLocks xmlns:a="http://schemas.openxmlformats.org/drawingml/2006/main" noGrp="1"/>
          </p:cNvSpPr>
          <p:nvPr/>
        </p:nvSpPr>
        <p:spPr>
          <a:xfrm xmlns:a="http://schemas.openxmlformats.org/drawingml/2006/main" flipV="0">
            <a:off x="4991100" y="3876675"/>
            <a:ext cx="285750" cy="95"/>
          </a:xfrm>
          <a:prstGeom xmlns:a="http://schemas.openxmlformats.org/drawingml/2006/main" prst="line">
            <a:avLst/>
          </a:prstGeom>
          <a:noFill xmlns:a="http://schemas.openxmlformats.org/drawingml/2006/main"/>
          <a:ln xmlns:a="http://schemas.openxmlformats.org/drawingml/2006/main" w="24765">
            <a:solidFill>
              <a:srgbClr val="7F9B6A"/>
            </a:solidFill>
            <a:prstDash val="solid"/>
          </a:ln>
        </p:spPr>
      </p:sp>
      <p:sp>
        <p:nvSpPr>
          <p:cNvPr id="30" name="expert-hidden-1">
            <a:extLst xmlns:a="http://schemas.openxmlformats.org/drawingml/2006/main">
              <a:ext uri="{FF2B5EF4-FFF2-40B4-BE49-F238E27FC236}">
                <a16:creationId xmlns:a16="http://schemas.microsoft.com/office/drawing/2014/main" id="{49C65A9F-41DB-43E8-B097-3473CEA55B0D}"/>
              </a:ext>
            </a:extLst>
          </p:cNvPr>
          <p:cNvSpPr>
            <a:spLocks xmlns:a="http://schemas.openxmlformats.org/drawingml/2006/main" noGrp="1"/>
          </p:cNvSpPr>
          <p:nvPr/>
        </p:nvSpPr>
        <p:spPr>
          <a:xfrm xmlns:a="http://schemas.openxmlformats.org/drawingml/2006/main" flipV="0">
            <a:off x="5276850" y="2952750"/>
            <a:ext cx="95" cy="923925"/>
          </a:xfrm>
          <a:prstGeom xmlns:a="http://schemas.openxmlformats.org/drawingml/2006/main" prst="line">
            <a:avLst/>
          </a:prstGeom>
          <a:noFill xmlns:a="http://schemas.openxmlformats.org/drawingml/2006/main"/>
          <a:ln xmlns:a="http://schemas.openxmlformats.org/drawingml/2006/main" w="22860">
            <a:solidFill>
              <a:srgbClr val="7F9B6A"/>
            </a:solidFill>
            <a:prstDash val="solid"/>
          </a:ln>
        </p:spPr>
      </p:sp>
      <p:sp>
        <p:nvSpPr>
          <p:cNvPr id="31" name="expert-hidden-2">
            <a:extLst xmlns:a="http://schemas.openxmlformats.org/drawingml/2006/main">
              <a:ext uri="{FF2B5EF4-FFF2-40B4-BE49-F238E27FC236}">
                <a16:creationId xmlns:a16="http://schemas.microsoft.com/office/drawing/2014/main" id="{5CF93470-9C3E-42E9-BAA7-C9A82E6A54D0}"/>
              </a:ext>
            </a:extLst>
          </p:cNvPr>
          <p:cNvSpPr>
            <a:spLocks xmlns:a="http://schemas.openxmlformats.org/drawingml/2006/main" noGrp="1"/>
          </p:cNvSpPr>
          <p:nvPr/>
        </p:nvSpPr>
        <p:spPr>
          <a:xfrm xmlns:a="http://schemas.openxmlformats.org/drawingml/2006/main" flipV="0">
            <a:off x="5276850" y="2952750"/>
            <a:ext cx="990600" cy="95"/>
          </a:xfrm>
          <a:prstGeom xmlns:a="http://schemas.openxmlformats.org/drawingml/2006/main" prst="line">
            <a:avLst/>
          </a:prstGeom>
          <a:noFill xmlns:a="http://schemas.openxmlformats.org/drawingml/2006/main"/>
          <a:ln xmlns:a="http://schemas.openxmlformats.org/drawingml/2006/main" w="22860">
            <a:solidFill>
              <a:srgbClr val="7F9B6A"/>
            </a:solidFill>
            <a:prstDash val="solid"/>
          </a:ln>
        </p:spPr>
      </p:sp>
      <p:sp>
        <p:nvSpPr>
          <p:cNvPr id="32" name="expert-hidden-head">
            <a:extLst xmlns:a="http://schemas.openxmlformats.org/drawingml/2006/main">
              <a:ext uri="{FF2B5EF4-FFF2-40B4-BE49-F238E27FC236}">
                <a16:creationId xmlns:a16="http://schemas.microsoft.com/office/drawing/2014/main" id="{C5F68AAF-9F1F-4178-94FC-F7519A4A7DFE}"/>
              </a:ext>
            </a:extLst>
          </p:cNvPr>
          <p:cNvSpPr>
            <a:spLocks xmlns:a="http://schemas.openxmlformats.org/drawingml/2006/main" noGrp="1"/>
          </p:cNvSpPr>
          <p:nvPr/>
        </p:nvSpPr>
        <p:spPr>
          <a:xfrm xmlns:a="http://schemas.openxmlformats.org/drawingml/2006/main">
            <a:off x="6143625" y="2905125"/>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7F9B6A"/>
          </a:solidFill>
          <a:ln xmlns:a="http://schemas.openxmlformats.org/drawingml/2006/main" w="15240">
            <a:noFill/>
          </a:ln>
        </p:spPr>
      </p:sp>
      <p:sp>
        <p:nvSpPr>
          <p:cNvPr id="33" name="expert-prediction-1">
            <a:extLst xmlns:a="http://schemas.openxmlformats.org/drawingml/2006/main">
              <a:ext uri="{FF2B5EF4-FFF2-40B4-BE49-F238E27FC236}">
                <a16:creationId xmlns:a16="http://schemas.microsoft.com/office/drawing/2014/main" id="{835846BF-8EB7-49D3-B759-4727B7F0C126}"/>
              </a:ext>
            </a:extLst>
          </p:cNvPr>
          <p:cNvSpPr>
            <a:spLocks xmlns:a="http://schemas.openxmlformats.org/drawingml/2006/main" noGrp="1"/>
          </p:cNvSpPr>
          <p:nvPr/>
        </p:nvSpPr>
        <p:spPr>
          <a:xfrm xmlns:a="http://schemas.openxmlformats.org/drawingml/2006/main" flipV="0">
            <a:off x="5276850" y="3952875"/>
            <a:ext cx="933450" cy="95"/>
          </a:xfrm>
          <a:prstGeom xmlns:a="http://schemas.openxmlformats.org/drawingml/2006/main" prst="line">
            <a:avLst/>
          </a:prstGeom>
          <a:noFill xmlns:a="http://schemas.openxmlformats.org/drawingml/2006/main"/>
          <a:ln xmlns:a="http://schemas.openxmlformats.org/drawingml/2006/main" w="22860">
            <a:solidFill>
              <a:srgbClr val="7F9B6A"/>
            </a:solidFill>
            <a:prstDash val="solid"/>
          </a:ln>
        </p:spPr>
      </p:sp>
      <p:sp>
        <p:nvSpPr>
          <p:cNvPr id="34" name="expert-prediction-head">
            <a:extLst xmlns:a="http://schemas.openxmlformats.org/drawingml/2006/main">
              <a:ext uri="{FF2B5EF4-FFF2-40B4-BE49-F238E27FC236}">
                <a16:creationId xmlns:a16="http://schemas.microsoft.com/office/drawing/2014/main" id="{3E987726-F7C3-4FE4-9254-F22761BF73CF}"/>
              </a:ext>
            </a:extLst>
          </p:cNvPr>
          <p:cNvSpPr>
            <a:spLocks xmlns:a="http://schemas.openxmlformats.org/drawingml/2006/main" noGrp="1"/>
          </p:cNvSpPr>
          <p:nvPr/>
        </p:nvSpPr>
        <p:spPr>
          <a:xfrm xmlns:a="http://schemas.openxmlformats.org/drawingml/2006/main">
            <a:off x="6086475" y="390525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7F9B6A"/>
          </a:solidFill>
          <a:ln xmlns:a="http://schemas.openxmlformats.org/drawingml/2006/main" w="15240">
            <a:noFill/>
          </a:ln>
        </p:spPr>
      </p:sp>
      <p:sp>
        <p:nvSpPr>
          <p:cNvPr id="35" name="expert-confidence-1">
            <a:extLst xmlns:a="http://schemas.openxmlformats.org/drawingml/2006/main">
              <a:ext uri="{FF2B5EF4-FFF2-40B4-BE49-F238E27FC236}">
                <a16:creationId xmlns:a16="http://schemas.microsoft.com/office/drawing/2014/main" id="{76258017-9E5E-47C9-8EB0-93D95F839BDD}"/>
              </a:ext>
            </a:extLst>
          </p:cNvPr>
          <p:cNvSpPr>
            <a:spLocks xmlns:a="http://schemas.openxmlformats.org/drawingml/2006/main" noGrp="1"/>
          </p:cNvSpPr>
          <p:nvPr/>
        </p:nvSpPr>
        <p:spPr>
          <a:xfrm xmlns:a="http://schemas.openxmlformats.org/drawingml/2006/main" flipV="0">
            <a:off x="5276850" y="3876675"/>
            <a:ext cx="95" cy="1076325"/>
          </a:xfrm>
          <a:prstGeom xmlns:a="http://schemas.openxmlformats.org/drawingml/2006/main" prst="line">
            <a:avLst/>
          </a:prstGeom>
          <a:noFill xmlns:a="http://schemas.openxmlformats.org/drawingml/2006/main"/>
          <a:ln xmlns:a="http://schemas.openxmlformats.org/drawingml/2006/main" w="22860">
            <a:solidFill>
              <a:srgbClr val="7F9B6A"/>
            </a:solidFill>
            <a:prstDash val="solid"/>
          </a:ln>
        </p:spPr>
      </p:sp>
      <p:sp>
        <p:nvSpPr>
          <p:cNvPr id="36" name="expert-confidence-2">
            <a:extLst xmlns:a="http://schemas.openxmlformats.org/drawingml/2006/main">
              <a:ext uri="{FF2B5EF4-FFF2-40B4-BE49-F238E27FC236}">
                <a16:creationId xmlns:a16="http://schemas.microsoft.com/office/drawing/2014/main" id="{44C7C494-E769-472C-A0A8-912CE9B65A60}"/>
              </a:ext>
            </a:extLst>
          </p:cNvPr>
          <p:cNvSpPr>
            <a:spLocks xmlns:a="http://schemas.openxmlformats.org/drawingml/2006/main" noGrp="1"/>
          </p:cNvSpPr>
          <p:nvPr/>
        </p:nvSpPr>
        <p:spPr>
          <a:xfrm xmlns:a="http://schemas.openxmlformats.org/drawingml/2006/main" flipV="0">
            <a:off x="5276850" y="4953000"/>
            <a:ext cx="942975" cy="95"/>
          </a:xfrm>
          <a:prstGeom xmlns:a="http://schemas.openxmlformats.org/drawingml/2006/main" prst="line">
            <a:avLst/>
          </a:prstGeom>
          <a:noFill xmlns:a="http://schemas.openxmlformats.org/drawingml/2006/main"/>
          <a:ln xmlns:a="http://schemas.openxmlformats.org/drawingml/2006/main" w="22860">
            <a:solidFill>
              <a:srgbClr val="7F9B6A"/>
            </a:solidFill>
            <a:prstDash val="solid"/>
          </a:ln>
        </p:spPr>
      </p:sp>
      <p:sp>
        <p:nvSpPr>
          <p:cNvPr id="37" name="expert-confidence-head">
            <a:extLst xmlns:a="http://schemas.openxmlformats.org/drawingml/2006/main">
              <a:ext uri="{FF2B5EF4-FFF2-40B4-BE49-F238E27FC236}">
                <a16:creationId xmlns:a16="http://schemas.microsoft.com/office/drawing/2014/main" id="{30CC5C6A-42AD-4972-B428-1C5997010C83}"/>
              </a:ext>
            </a:extLst>
          </p:cNvPr>
          <p:cNvSpPr>
            <a:spLocks xmlns:a="http://schemas.openxmlformats.org/drawingml/2006/main" noGrp="1"/>
          </p:cNvSpPr>
          <p:nvPr/>
        </p:nvSpPr>
        <p:spPr>
          <a:xfrm xmlns:a="http://schemas.openxmlformats.org/drawingml/2006/main">
            <a:off x="6096000" y="4905375"/>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7F9B6A"/>
          </a:solidFill>
          <a:ln xmlns:a="http://schemas.openxmlformats.org/drawingml/2006/main" w="15240">
            <a:noFill/>
          </a:ln>
        </p:spPr>
      </p:sp>
      <p:sp>
        <p:nvSpPr>
          <p:cNvPr id="38" name="expert-junction">
            <a:extLst xmlns:a="http://schemas.openxmlformats.org/drawingml/2006/main">
              <a:ext uri="{FF2B5EF4-FFF2-40B4-BE49-F238E27FC236}">
                <a16:creationId xmlns:a16="http://schemas.microsoft.com/office/drawing/2014/main" id="{D095B302-1D8B-42D7-844A-8452EAAEB1B5}"/>
              </a:ext>
            </a:extLst>
          </p:cNvPr>
          <p:cNvSpPr>
            <a:spLocks xmlns:a="http://schemas.openxmlformats.org/drawingml/2006/main" noGrp="1"/>
          </p:cNvSpPr>
          <p:nvPr/>
        </p:nvSpPr>
        <p:spPr>
          <a:xfrm xmlns:a="http://schemas.openxmlformats.org/drawingml/2006/main">
            <a:off x="5229225" y="3829050"/>
            <a:ext cx="95250" cy="95250"/>
          </a:xfrm>
          <a:prstGeom xmlns:a="http://schemas.openxmlformats.org/drawingml/2006/main" prst="ellipse">
            <a:avLst/>
          </a:prstGeom>
          <a:solidFill xmlns:a="http://schemas.openxmlformats.org/drawingml/2006/main">
            <a:srgbClr val="7F9B6A"/>
          </a:solidFill>
          <a:ln xmlns:a="http://schemas.openxmlformats.org/drawingml/2006/main" w="15240">
            <a:noFill/>
          </a:ln>
        </p:spPr>
      </p:sp>
      <p:sp>
        <p:nvSpPr>
          <p:cNvPr id="39" name="store-specialist-prediction-lower-1">
            <a:extLst xmlns:a="http://schemas.openxmlformats.org/drawingml/2006/main">
              <a:ext uri="{FF2B5EF4-FFF2-40B4-BE49-F238E27FC236}">
                <a16:creationId xmlns:a16="http://schemas.microsoft.com/office/drawing/2014/main" id="{64F5AAE7-1785-49DC-9DC4-694CDF107F1E}"/>
              </a:ext>
            </a:extLst>
          </p:cNvPr>
          <p:cNvSpPr>
            <a:spLocks xmlns:a="http://schemas.openxmlformats.org/drawingml/2006/main" noGrp="1"/>
          </p:cNvSpPr>
          <p:nvPr/>
        </p:nvSpPr>
        <p:spPr>
          <a:xfrm xmlns:a="http://schemas.openxmlformats.org/drawingml/2006/main" flipV="0">
            <a:off x="5276850" y="2009775"/>
            <a:ext cx="95" cy="942975"/>
          </a:xfrm>
          <a:prstGeom xmlns:a="http://schemas.openxmlformats.org/drawingml/2006/main" prst="line">
            <a:avLst/>
          </a:prstGeom>
          <a:noFill xmlns:a="http://schemas.openxmlformats.org/drawingml/2006/main"/>
          <a:ln xmlns:a="http://schemas.openxmlformats.org/drawingml/2006/main" w="20955">
            <a:solidFill>
              <a:srgbClr val="7F9B6A"/>
            </a:solidFill>
            <a:prstDash val="solid"/>
          </a:ln>
        </p:spPr>
      </p:sp>
      <p:sp>
        <p:nvSpPr>
          <p:cNvPr id="40" name="store-specialist-prediction-upper-1">
            <a:extLst xmlns:a="http://schemas.openxmlformats.org/drawingml/2006/main">
              <a:ext uri="{FF2B5EF4-FFF2-40B4-BE49-F238E27FC236}">
                <a16:creationId xmlns:a16="http://schemas.microsoft.com/office/drawing/2014/main" id="{6BF40EDB-CA9E-4090-BE49-18EE24E1BBD6}"/>
              </a:ext>
            </a:extLst>
          </p:cNvPr>
          <p:cNvSpPr>
            <a:spLocks xmlns:a="http://schemas.openxmlformats.org/drawingml/2006/main" noGrp="1"/>
          </p:cNvSpPr>
          <p:nvPr/>
        </p:nvSpPr>
        <p:spPr>
          <a:xfrm xmlns:a="http://schemas.openxmlformats.org/drawingml/2006/main" flipV="0">
            <a:off x="5276850" y="904875"/>
            <a:ext cx="95" cy="990600"/>
          </a:xfrm>
          <a:prstGeom xmlns:a="http://schemas.openxmlformats.org/drawingml/2006/main" prst="line">
            <a:avLst/>
          </a:prstGeom>
          <a:noFill xmlns:a="http://schemas.openxmlformats.org/drawingml/2006/main"/>
          <a:ln xmlns:a="http://schemas.openxmlformats.org/drawingml/2006/main" w="20955">
            <a:solidFill>
              <a:srgbClr val="7F9B6A"/>
            </a:solidFill>
            <a:prstDash val="solid"/>
          </a:ln>
        </p:spPr>
      </p:sp>
      <p:sp>
        <p:nvSpPr>
          <p:cNvPr id="41" name="store-specialist-prediction-upper-2">
            <a:extLst xmlns:a="http://schemas.openxmlformats.org/drawingml/2006/main">
              <a:ext uri="{FF2B5EF4-FFF2-40B4-BE49-F238E27FC236}">
                <a16:creationId xmlns:a16="http://schemas.microsoft.com/office/drawing/2014/main" id="{C5262EBF-C5BD-416F-AF4E-F68BBEB5C812}"/>
              </a:ext>
            </a:extLst>
          </p:cNvPr>
          <p:cNvSpPr>
            <a:spLocks xmlns:a="http://schemas.openxmlformats.org/drawingml/2006/main" noGrp="1"/>
          </p:cNvSpPr>
          <p:nvPr/>
        </p:nvSpPr>
        <p:spPr>
          <a:xfrm xmlns:a="http://schemas.openxmlformats.org/drawingml/2006/main" flipV="0">
            <a:off x="5276850" y="904875"/>
            <a:ext cx="12601575" cy="95"/>
          </a:xfrm>
          <a:prstGeom xmlns:a="http://schemas.openxmlformats.org/drawingml/2006/main" prst="line">
            <a:avLst/>
          </a:prstGeom>
          <a:noFill xmlns:a="http://schemas.openxmlformats.org/drawingml/2006/main"/>
          <a:ln xmlns:a="http://schemas.openxmlformats.org/drawingml/2006/main" w="20955">
            <a:solidFill>
              <a:srgbClr val="7F9B6A"/>
            </a:solidFill>
            <a:prstDash val="solid"/>
          </a:ln>
        </p:spPr>
      </p:sp>
      <p:sp>
        <p:nvSpPr>
          <p:cNvPr id="42" name="store-specialist-prediction-upper-3">
            <a:extLst xmlns:a="http://schemas.openxmlformats.org/drawingml/2006/main">
              <a:ext uri="{FF2B5EF4-FFF2-40B4-BE49-F238E27FC236}">
                <a16:creationId xmlns:a16="http://schemas.microsoft.com/office/drawing/2014/main" id="{09912349-6680-4C6F-A417-322AEB129D50}"/>
              </a:ext>
            </a:extLst>
          </p:cNvPr>
          <p:cNvSpPr>
            <a:spLocks xmlns:a="http://schemas.openxmlformats.org/drawingml/2006/main" noGrp="1"/>
          </p:cNvSpPr>
          <p:nvPr/>
        </p:nvSpPr>
        <p:spPr>
          <a:xfrm xmlns:a="http://schemas.openxmlformats.org/drawingml/2006/main" flipV="0">
            <a:off x="17878425" y="904875"/>
            <a:ext cx="95" cy="533400"/>
          </a:xfrm>
          <a:prstGeom xmlns:a="http://schemas.openxmlformats.org/drawingml/2006/main" prst="line">
            <a:avLst/>
          </a:prstGeom>
          <a:noFill xmlns:a="http://schemas.openxmlformats.org/drawingml/2006/main"/>
          <a:ln xmlns:a="http://schemas.openxmlformats.org/drawingml/2006/main" w="20955">
            <a:solidFill>
              <a:srgbClr val="7F9B6A"/>
            </a:solidFill>
            <a:prstDash val="solid"/>
          </a:ln>
        </p:spPr>
      </p:sp>
      <p:sp>
        <p:nvSpPr>
          <p:cNvPr id="43" name="store-specialist-prediction-upper-head">
            <a:extLst xmlns:a="http://schemas.openxmlformats.org/drawingml/2006/main">
              <a:ext uri="{FF2B5EF4-FFF2-40B4-BE49-F238E27FC236}">
                <a16:creationId xmlns:a16="http://schemas.microsoft.com/office/drawing/2014/main" id="{F3205329-40D7-4914-8262-3E14B30BEE13}"/>
              </a:ext>
            </a:extLst>
          </p:cNvPr>
          <p:cNvSpPr>
            <a:spLocks xmlns:a="http://schemas.openxmlformats.org/drawingml/2006/main" noGrp="1"/>
          </p:cNvSpPr>
          <p:nvPr/>
        </p:nvSpPr>
        <p:spPr>
          <a:xfrm xmlns:a="http://schemas.openxmlformats.org/drawingml/2006/main">
            <a:off x="17830800" y="1314450"/>
            <a:ext cx="95250" cy="123825"/>
          </a:xfrm>
          <a:custGeom xmlns:a="http://schemas.openxmlformats.org/drawingml/2006/main">
            <a:pathLst>
              <a:path w="95250" h="123825">
                <a:moveTo>
                  <a:pt x="47625" y="123825"/>
                </a:moveTo>
                <a:lnTo>
                  <a:pt x="95250" y="0"/>
                </a:lnTo>
                <a:lnTo>
                  <a:pt x="47625" y="38100"/>
                </a:lnTo>
                <a:lnTo>
                  <a:pt x="0" y="0"/>
                </a:lnTo>
                <a:close/>
              </a:path>
            </a:pathLst>
          </a:custGeom>
          <a:solidFill xmlns:a="http://schemas.openxmlformats.org/drawingml/2006/main">
            <a:srgbClr val="7F9B6A"/>
          </a:solidFill>
          <a:ln xmlns:a="http://schemas.openxmlformats.org/drawingml/2006/main" w="15240">
            <a:noFill/>
          </a:ln>
        </p:spPr>
      </p:sp>
      <p:sp>
        <p:nvSpPr>
          <p:cNvPr id="44" name="stored-prediction-label-words-0">
            <a:extLst xmlns:a="http://schemas.openxmlformats.org/drawingml/2006/main">
              <a:ext uri="{FF2B5EF4-FFF2-40B4-BE49-F238E27FC236}">
                <a16:creationId xmlns:a16="http://schemas.microsoft.com/office/drawing/2014/main" id="{CEEF1D7A-843E-4C1E-8B44-BAF9BE093351}"/>
              </a:ext>
            </a:extLst>
          </p:cNvPr>
          <p:cNvSpPr>
            <a:spLocks xmlns:a="http://schemas.openxmlformats.org/drawingml/2006/main" noGrp="1"/>
          </p:cNvSpPr>
          <p:nvPr/>
        </p:nvSpPr>
        <p:spPr>
          <a:xfrm xmlns:a="http://schemas.openxmlformats.org/drawingml/2006/main">
            <a:off x="15848933" y="962025"/>
            <a:ext cx="745046" cy="3238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i="0">
                <a:solidFill>
                  <a:srgbClr val="7F9B6A"/>
                </a:solidFill>
                <a:latin typeface="Times New Roman"/>
                <a:ea typeface="Times New Roman"/>
                <a:cs typeface="Times New Roman"/>
              </a:defRPr>
            </a:pPr>
            <a:r>
              <a:rPr sz="2025" b="0" i="0">
                <a:solidFill>
                  <a:srgbClr val="7F9B6A"/>
                </a:solidFill>
                <a:latin typeface="Times New Roman"/>
                <a:ea typeface="Times New Roman"/>
                <a:cs typeface="Times New Roman"/>
              </a:rPr>
              <a:t>Stored </a:t>
            </a:r>
          </a:p>
        </p:txBody>
      </p:sp>
      <p:sp>
        <p:nvSpPr>
          <p:cNvPr id="45" name="stored-prediction-label-math-1 S(x)">
            <a:extLst xmlns:a="http://schemas.openxmlformats.org/drawingml/2006/main">
              <a:ext uri="{FF2B5EF4-FFF2-40B4-BE49-F238E27FC236}">
                <a16:creationId xmlns:a16="http://schemas.microsoft.com/office/drawing/2014/main" id="{9BB80605-FF59-486B-82B5-02074AAD27C6}"/>
              </a:ext>
            </a:extLst>
          </p:cNvPr>
          <p:cNvSpPr>
            <a:spLocks xmlns:a="http://schemas.openxmlformats.org/drawingml/2006/main" noGrp="1"/>
          </p:cNvSpPr>
          <p:nvPr/>
        </p:nvSpPr>
        <p:spPr>
          <a:xfrm xmlns:a="http://schemas.openxmlformats.org/drawingml/2006/main">
            <a:off x="16598156" y="1018508"/>
            <a:ext cx="465381" cy="257175"/>
          </a:xfrm>
          <a:custGeom xmlns:a="http://schemas.openxmlformats.org/drawingml/2006/main">
            <a:pathLst>
              <a:path w="465381" h="257175">
                <a:moveTo>
                  <a:pt x="2009" y="198547"/>
                </a:moveTo>
                <a:lnTo>
                  <a:pt x="1276" y="198326"/>
                </a:lnTo>
                <a:lnTo>
                  <a:pt x="603" y="197663"/>
                </a:lnTo>
                <a:lnTo>
                  <a:pt x="151" y="196809"/>
                </a:lnTo>
                <a:lnTo>
                  <a:pt x="0" y="196016"/>
                </a:lnTo>
                <a:lnTo>
                  <a:pt x="14787" y="135981"/>
                </a:lnTo>
                <a:lnTo>
                  <a:pt x="15591" y="134866"/>
                </a:lnTo>
                <a:lnTo>
                  <a:pt x="16958" y="134495"/>
                </a:lnTo>
                <a:lnTo>
                  <a:pt x="19971" y="134495"/>
                </a:lnTo>
                <a:lnTo>
                  <a:pt x="20865" y="134685"/>
                </a:lnTo>
                <a:lnTo>
                  <a:pt x="21538" y="135258"/>
                </a:lnTo>
                <a:lnTo>
                  <a:pt x="21960" y="136082"/>
                </a:lnTo>
                <a:lnTo>
                  <a:pt x="22101" y="137106"/>
                </a:lnTo>
                <a:lnTo>
                  <a:pt x="20504" y="145435"/>
                </a:lnTo>
                <a:lnTo>
                  <a:pt x="19971" y="152818"/>
                </a:lnTo>
                <a:lnTo>
                  <a:pt x="20171" y="157320"/>
                </a:lnTo>
                <a:lnTo>
                  <a:pt x="21768" y="165427"/>
                </a:lnTo>
                <a:lnTo>
                  <a:pt x="24963" y="172339"/>
                </a:lnTo>
                <a:lnTo>
                  <a:pt x="29755" y="178055"/>
                </a:lnTo>
                <a:lnTo>
                  <a:pt x="32750" y="180465"/>
                </a:lnTo>
                <a:lnTo>
                  <a:pt x="36058" y="182583"/>
                </a:lnTo>
                <a:lnTo>
                  <a:pt x="43296" y="185974"/>
                </a:lnTo>
                <a:lnTo>
                  <a:pt x="55707" y="188941"/>
                </a:lnTo>
                <a:lnTo>
                  <a:pt x="65017" y="189506"/>
                </a:lnTo>
                <a:lnTo>
                  <a:pt x="69219" y="189247"/>
                </a:lnTo>
                <a:lnTo>
                  <a:pt x="77517" y="187178"/>
                </a:lnTo>
                <a:lnTo>
                  <a:pt x="81613" y="185367"/>
                </a:lnTo>
                <a:lnTo>
                  <a:pt x="85561" y="183124"/>
                </a:lnTo>
                <a:lnTo>
                  <a:pt x="92673" y="177719"/>
                </a:lnTo>
                <a:lnTo>
                  <a:pt x="95838" y="174558"/>
                </a:lnTo>
                <a:lnTo>
                  <a:pt x="98736" y="171127"/>
                </a:lnTo>
                <a:lnTo>
                  <a:pt x="103598" y="163693"/>
                </a:lnTo>
                <a:lnTo>
                  <a:pt x="105562" y="159690"/>
                </a:lnTo>
                <a:lnTo>
                  <a:pt x="107162" y="155558"/>
                </a:lnTo>
                <a:lnTo>
                  <a:pt x="108990" y="147220"/>
                </a:lnTo>
                <a:lnTo>
                  <a:pt x="109219" y="143013"/>
                </a:lnTo>
                <a:lnTo>
                  <a:pt x="108920" y="138616"/>
                </a:lnTo>
                <a:lnTo>
                  <a:pt x="106529" y="130559"/>
                </a:lnTo>
                <a:lnTo>
                  <a:pt x="104437" y="126900"/>
                </a:lnTo>
                <a:lnTo>
                  <a:pt x="101838" y="123663"/>
                </a:lnTo>
                <a:lnTo>
                  <a:pt x="95268" y="119102"/>
                </a:lnTo>
                <a:lnTo>
                  <a:pt x="91297" y="117778"/>
                </a:lnTo>
                <a:lnTo>
                  <a:pt x="59874" y="109500"/>
                </a:lnTo>
                <a:lnTo>
                  <a:pt x="53864" y="107383"/>
                </a:lnTo>
                <a:lnTo>
                  <a:pt x="43757" y="100572"/>
                </a:lnTo>
                <a:lnTo>
                  <a:pt x="39661" y="95878"/>
                </a:lnTo>
                <a:lnTo>
                  <a:pt x="36374" y="90594"/>
                </a:lnTo>
                <a:lnTo>
                  <a:pt x="32616" y="79061"/>
                </a:lnTo>
                <a:lnTo>
                  <a:pt x="32147" y="72813"/>
                </a:lnTo>
                <a:lnTo>
                  <a:pt x="32720" y="65168"/>
                </a:lnTo>
                <a:lnTo>
                  <a:pt x="37300" y="50300"/>
                </a:lnTo>
                <a:lnTo>
                  <a:pt x="41309" y="43077"/>
                </a:lnTo>
                <a:lnTo>
                  <a:pt x="46239" y="36281"/>
                </a:lnTo>
                <a:lnTo>
                  <a:pt x="58193" y="24828"/>
                </a:lnTo>
                <a:lnTo>
                  <a:pt x="65218" y="20172"/>
                </a:lnTo>
                <a:lnTo>
                  <a:pt x="72629" y="16392"/>
                </a:lnTo>
                <a:lnTo>
                  <a:pt x="87678" y="12073"/>
                </a:lnTo>
                <a:lnTo>
                  <a:pt x="95315" y="11533"/>
                </a:lnTo>
                <a:lnTo>
                  <a:pt x="101082" y="11804"/>
                </a:lnTo>
                <a:lnTo>
                  <a:pt x="111891" y="13974"/>
                </a:lnTo>
                <a:lnTo>
                  <a:pt x="116934" y="15873"/>
                </a:lnTo>
                <a:lnTo>
                  <a:pt x="121588" y="18359"/>
                </a:lnTo>
                <a:lnTo>
                  <a:pt x="129163" y="25230"/>
                </a:lnTo>
                <a:lnTo>
                  <a:pt x="132083" y="29615"/>
                </a:lnTo>
                <a:lnTo>
                  <a:pt x="146791" y="12296"/>
                </a:lnTo>
                <a:lnTo>
                  <a:pt x="147976" y="11724"/>
                </a:lnTo>
                <a:lnTo>
                  <a:pt x="148559" y="11533"/>
                </a:lnTo>
                <a:lnTo>
                  <a:pt x="150166" y="11533"/>
                </a:lnTo>
                <a:lnTo>
                  <a:pt x="151070" y="11754"/>
                </a:lnTo>
                <a:lnTo>
                  <a:pt x="151774" y="12417"/>
                </a:lnTo>
                <a:lnTo>
                  <a:pt x="152256" y="13301"/>
                </a:lnTo>
                <a:lnTo>
                  <a:pt x="152416" y="14185"/>
                </a:lnTo>
                <a:lnTo>
                  <a:pt x="137508" y="73817"/>
                </a:lnTo>
                <a:lnTo>
                  <a:pt x="136805" y="75143"/>
                </a:lnTo>
                <a:lnTo>
                  <a:pt x="135499" y="75585"/>
                </a:lnTo>
                <a:lnTo>
                  <a:pt x="132324" y="75585"/>
                </a:lnTo>
                <a:lnTo>
                  <a:pt x="131340" y="75412"/>
                </a:lnTo>
                <a:lnTo>
                  <a:pt x="130215" y="74026"/>
                </a:lnTo>
                <a:lnTo>
                  <a:pt x="130074" y="72813"/>
                </a:lnTo>
                <a:lnTo>
                  <a:pt x="131008" y="65188"/>
                </a:lnTo>
                <a:lnTo>
                  <a:pt x="131320" y="58628"/>
                </a:lnTo>
                <a:lnTo>
                  <a:pt x="131064" y="52854"/>
                </a:lnTo>
                <a:lnTo>
                  <a:pt x="129014" y="42467"/>
                </a:lnTo>
                <a:lnTo>
                  <a:pt x="127221" y="37853"/>
                </a:lnTo>
                <a:lnTo>
                  <a:pt x="124931" y="33699"/>
                </a:lnTo>
                <a:lnTo>
                  <a:pt x="118783" y="26988"/>
                </a:lnTo>
                <a:lnTo>
                  <a:pt x="114925" y="24432"/>
                </a:lnTo>
                <a:lnTo>
                  <a:pt x="110578" y="22427"/>
                </a:lnTo>
                <a:lnTo>
                  <a:pt x="100391" y="20137"/>
                </a:lnTo>
                <a:lnTo>
                  <a:pt x="94552" y="19851"/>
                </a:lnTo>
                <a:lnTo>
                  <a:pt x="89414" y="20220"/>
                </a:lnTo>
                <a:lnTo>
                  <a:pt x="79167" y="23173"/>
                </a:lnTo>
                <a:lnTo>
                  <a:pt x="74058" y="25758"/>
                </a:lnTo>
                <a:lnTo>
                  <a:pt x="69219" y="28937"/>
                </a:lnTo>
                <a:lnTo>
                  <a:pt x="61001" y="36773"/>
                </a:lnTo>
                <a:lnTo>
                  <a:pt x="57623" y="41429"/>
                </a:lnTo>
                <a:lnTo>
                  <a:pt x="54881" y="46377"/>
                </a:lnTo>
                <a:lnTo>
                  <a:pt x="51746" y="56543"/>
                </a:lnTo>
                <a:lnTo>
                  <a:pt x="51355" y="61762"/>
                </a:lnTo>
                <a:lnTo>
                  <a:pt x="51656" y="65801"/>
                </a:lnTo>
                <a:lnTo>
                  <a:pt x="54067" y="73154"/>
                </a:lnTo>
                <a:lnTo>
                  <a:pt x="56177" y="76469"/>
                </a:lnTo>
                <a:lnTo>
                  <a:pt x="58789" y="79408"/>
                </a:lnTo>
                <a:lnTo>
                  <a:pt x="65218" y="83748"/>
                </a:lnTo>
                <a:lnTo>
                  <a:pt x="69035" y="85149"/>
                </a:lnTo>
                <a:lnTo>
                  <a:pt x="100459" y="93306"/>
                </a:lnTo>
                <a:lnTo>
                  <a:pt x="104583" y="94647"/>
                </a:lnTo>
                <a:lnTo>
                  <a:pt x="112017" y="98626"/>
                </a:lnTo>
                <a:lnTo>
                  <a:pt x="115327" y="101263"/>
                </a:lnTo>
                <a:lnTo>
                  <a:pt x="118308" y="104251"/>
                </a:lnTo>
                <a:lnTo>
                  <a:pt x="123110" y="111042"/>
                </a:lnTo>
                <a:lnTo>
                  <a:pt x="124931" y="114845"/>
                </a:lnTo>
                <a:lnTo>
                  <a:pt x="126355" y="118853"/>
                </a:lnTo>
                <a:lnTo>
                  <a:pt x="127982" y="127412"/>
                </a:lnTo>
                <a:lnTo>
                  <a:pt x="128186" y="131963"/>
                </a:lnTo>
                <a:lnTo>
                  <a:pt x="127864" y="138033"/>
                </a:lnTo>
                <a:lnTo>
                  <a:pt x="125293" y="150068"/>
                </a:lnTo>
                <a:lnTo>
                  <a:pt x="123042" y="156033"/>
                </a:lnTo>
                <a:lnTo>
                  <a:pt x="120214" y="161832"/>
                </a:lnTo>
                <a:lnTo>
                  <a:pt x="113021" y="172661"/>
                </a:lnTo>
                <a:lnTo>
                  <a:pt x="108656" y="177692"/>
                </a:lnTo>
                <a:lnTo>
                  <a:pt x="103900" y="182326"/>
                </a:lnTo>
                <a:lnTo>
                  <a:pt x="93452" y="189981"/>
                </a:lnTo>
                <a:lnTo>
                  <a:pt x="87761" y="193002"/>
                </a:lnTo>
                <a:lnTo>
                  <a:pt x="81884" y="195428"/>
                </a:lnTo>
                <a:lnTo>
                  <a:pt x="69949" y="198201"/>
                </a:lnTo>
                <a:lnTo>
                  <a:pt x="63892" y="198547"/>
                </a:lnTo>
                <a:lnTo>
                  <a:pt x="56507" y="198266"/>
                </a:lnTo>
                <a:lnTo>
                  <a:pt x="43362" y="196021"/>
                </a:lnTo>
                <a:lnTo>
                  <a:pt x="32382" y="191531"/>
                </a:lnTo>
                <a:lnTo>
                  <a:pt x="23567" y="184795"/>
                </a:lnTo>
                <a:lnTo>
                  <a:pt x="19971" y="180585"/>
                </a:lnTo>
                <a:lnTo>
                  <a:pt x="5626" y="197784"/>
                </a:lnTo>
                <a:lnTo>
                  <a:pt x="4410" y="198356"/>
                </a:lnTo>
                <a:lnTo>
                  <a:pt x="3737" y="198547"/>
                </a:lnTo>
                <a:lnTo>
                  <a:pt x="2009" y="198547"/>
                </a:lnTo>
                <a:close/>
                <a:moveTo>
                  <a:pt x="223617" y="256693"/>
                </a:moveTo>
                <a:lnTo>
                  <a:pt x="216710" y="250821"/>
                </a:lnTo>
                <a:lnTo>
                  <a:pt x="204374" y="237842"/>
                </a:lnTo>
                <a:lnTo>
                  <a:pt x="198944" y="230734"/>
                </a:lnTo>
                <a:lnTo>
                  <a:pt x="194011" y="223298"/>
                </a:lnTo>
                <a:lnTo>
                  <a:pt x="185533" y="207686"/>
                </a:lnTo>
                <a:lnTo>
                  <a:pt x="181986" y="199511"/>
                </a:lnTo>
                <a:lnTo>
                  <a:pt x="178900" y="191138"/>
                </a:lnTo>
                <a:lnTo>
                  <a:pt x="173977" y="173819"/>
                </a:lnTo>
                <a:lnTo>
                  <a:pt x="172142" y="164873"/>
                </a:lnTo>
                <a:lnTo>
                  <a:pt x="170718" y="155824"/>
                </a:lnTo>
                <a:lnTo>
                  <a:pt x="169090" y="137681"/>
                </a:lnTo>
                <a:lnTo>
                  <a:pt x="168887" y="128588"/>
                </a:lnTo>
                <a:lnTo>
                  <a:pt x="169090" y="119388"/>
                </a:lnTo>
                <a:lnTo>
                  <a:pt x="170718" y="101125"/>
                </a:lnTo>
                <a:lnTo>
                  <a:pt x="172142" y="92061"/>
                </a:lnTo>
                <a:lnTo>
                  <a:pt x="173985" y="83105"/>
                </a:lnTo>
                <a:lnTo>
                  <a:pt x="178968" y="65705"/>
                </a:lnTo>
                <a:lnTo>
                  <a:pt x="182107" y="57262"/>
                </a:lnTo>
                <a:lnTo>
                  <a:pt x="185711" y="49039"/>
                </a:lnTo>
                <a:lnTo>
                  <a:pt x="194290" y="33408"/>
                </a:lnTo>
                <a:lnTo>
                  <a:pt x="199265" y="25999"/>
                </a:lnTo>
                <a:lnTo>
                  <a:pt x="204705" y="18934"/>
                </a:lnTo>
                <a:lnTo>
                  <a:pt x="216881" y="6176"/>
                </a:lnTo>
                <a:lnTo>
                  <a:pt x="223617" y="482"/>
                </a:lnTo>
                <a:lnTo>
                  <a:pt x="223938" y="121"/>
                </a:lnTo>
                <a:lnTo>
                  <a:pt x="224903" y="0"/>
                </a:lnTo>
                <a:lnTo>
                  <a:pt x="227273" y="0"/>
                </a:lnTo>
                <a:lnTo>
                  <a:pt x="227997" y="171"/>
                </a:lnTo>
                <a:lnTo>
                  <a:pt x="228640" y="683"/>
                </a:lnTo>
                <a:lnTo>
                  <a:pt x="229122" y="1417"/>
                </a:lnTo>
                <a:lnTo>
                  <a:pt x="229283" y="2250"/>
                </a:lnTo>
                <a:lnTo>
                  <a:pt x="229162" y="3225"/>
                </a:lnTo>
                <a:lnTo>
                  <a:pt x="228800" y="3898"/>
                </a:lnTo>
                <a:lnTo>
                  <a:pt x="222775" y="10156"/>
                </a:lnTo>
                <a:lnTo>
                  <a:pt x="212307" y="23337"/>
                </a:lnTo>
                <a:lnTo>
                  <a:pt x="207865" y="30258"/>
                </a:lnTo>
                <a:lnTo>
                  <a:pt x="203889" y="37406"/>
                </a:lnTo>
                <a:lnTo>
                  <a:pt x="197158" y="52394"/>
                </a:lnTo>
                <a:lnTo>
                  <a:pt x="194403" y="60235"/>
                </a:lnTo>
                <a:lnTo>
                  <a:pt x="192047" y="68244"/>
                </a:lnTo>
                <a:lnTo>
                  <a:pt x="188391" y="84700"/>
                </a:lnTo>
                <a:lnTo>
                  <a:pt x="187090" y="93146"/>
                </a:lnTo>
                <a:lnTo>
                  <a:pt x="185402" y="110505"/>
                </a:lnTo>
                <a:lnTo>
                  <a:pt x="184840" y="128588"/>
                </a:lnTo>
                <a:lnTo>
                  <a:pt x="185010" y="138651"/>
                </a:lnTo>
                <a:lnTo>
                  <a:pt x="186375" y="157857"/>
                </a:lnTo>
                <a:lnTo>
                  <a:pt x="189105" y="175837"/>
                </a:lnTo>
                <a:lnTo>
                  <a:pt x="193200" y="192590"/>
                </a:lnTo>
                <a:lnTo>
                  <a:pt x="198660" y="208116"/>
                </a:lnTo>
                <a:lnTo>
                  <a:pt x="205485" y="222415"/>
                </a:lnTo>
                <a:lnTo>
                  <a:pt x="213675" y="235487"/>
                </a:lnTo>
                <a:lnTo>
                  <a:pt x="223230" y="247332"/>
                </a:lnTo>
                <a:lnTo>
                  <a:pt x="228519" y="252795"/>
                </a:lnTo>
                <a:lnTo>
                  <a:pt x="229092" y="253689"/>
                </a:lnTo>
                <a:lnTo>
                  <a:pt x="229283" y="254925"/>
                </a:lnTo>
                <a:lnTo>
                  <a:pt x="229112" y="255578"/>
                </a:lnTo>
                <a:lnTo>
                  <a:pt x="228599" y="256331"/>
                </a:lnTo>
                <a:lnTo>
                  <a:pt x="227926" y="256964"/>
                </a:lnTo>
                <a:lnTo>
                  <a:pt x="227273" y="257175"/>
                </a:lnTo>
                <a:lnTo>
                  <a:pt x="224903" y="257175"/>
                </a:lnTo>
                <a:lnTo>
                  <a:pt x="223938" y="257054"/>
                </a:lnTo>
                <a:lnTo>
                  <a:pt x="223617" y="256693"/>
                </a:lnTo>
                <a:close/>
                <a:moveTo>
                  <a:pt x="263815" y="185487"/>
                </a:moveTo>
                <a:lnTo>
                  <a:pt x="266319" y="187017"/>
                </a:lnTo>
                <a:lnTo>
                  <a:pt x="272729" y="188765"/>
                </a:lnTo>
                <a:lnTo>
                  <a:pt x="276634" y="188984"/>
                </a:lnTo>
                <a:lnTo>
                  <a:pt x="280534" y="188501"/>
                </a:lnTo>
                <a:lnTo>
                  <a:pt x="287627" y="184644"/>
                </a:lnTo>
                <a:lnTo>
                  <a:pt x="290819" y="181268"/>
                </a:lnTo>
                <a:lnTo>
                  <a:pt x="293649" y="177320"/>
                </a:lnTo>
                <a:lnTo>
                  <a:pt x="297848" y="168882"/>
                </a:lnTo>
                <a:lnTo>
                  <a:pt x="299217" y="164391"/>
                </a:lnTo>
                <a:lnTo>
                  <a:pt x="310911" y="118783"/>
                </a:lnTo>
                <a:lnTo>
                  <a:pt x="312990" y="108335"/>
                </a:lnTo>
                <a:lnTo>
                  <a:pt x="313683" y="101825"/>
                </a:lnTo>
                <a:lnTo>
                  <a:pt x="313460" y="98731"/>
                </a:lnTo>
                <a:lnTo>
                  <a:pt x="311672" y="93146"/>
                </a:lnTo>
                <a:lnTo>
                  <a:pt x="310107" y="90654"/>
                </a:lnTo>
                <a:lnTo>
                  <a:pt x="308140" y="88562"/>
                </a:lnTo>
                <a:lnTo>
                  <a:pt x="303138" y="86171"/>
                </a:lnTo>
                <a:lnTo>
                  <a:pt x="300101" y="85872"/>
                </a:lnTo>
                <a:lnTo>
                  <a:pt x="296085" y="86191"/>
                </a:lnTo>
                <a:lnTo>
                  <a:pt x="288430" y="88743"/>
                </a:lnTo>
                <a:lnTo>
                  <a:pt x="284791" y="90976"/>
                </a:lnTo>
                <a:lnTo>
                  <a:pt x="281356" y="93698"/>
                </a:lnTo>
                <a:lnTo>
                  <a:pt x="275328" y="100168"/>
                </a:lnTo>
                <a:lnTo>
                  <a:pt x="272736" y="103915"/>
                </a:lnTo>
                <a:lnTo>
                  <a:pt x="270466" y="107845"/>
                </a:lnTo>
                <a:lnTo>
                  <a:pt x="267010" y="115781"/>
                </a:lnTo>
                <a:lnTo>
                  <a:pt x="265825" y="119787"/>
                </a:lnTo>
                <a:lnTo>
                  <a:pt x="265081" y="121023"/>
                </a:lnTo>
                <a:lnTo>
                  <a:pt x="263815" y="121435"/>
                </a:lnTo>
                <a:lnTo>
                  <a:pt x="260681" y="121435"/>
                </a:lnTo>
                <a:lnTo>
                  <a:pt x="259802" y="121284"/>
                </a:lnTo>
                <a:lnTo>
                  <a:pt x="258797" y="120079"/>
                </a:lnTo>
                <a:lnTo>
                  <a:pt x="258672" y="119024"/>
                </a:lnTo>
                <a:lnTo>
                  <a:pt x="258672" y="118301"/>
                </a:lnTo>
                <a:lnTo>
                  <a:pt x="260139" y="113549"/>
                </a:lnTo>
                <a:lnTo>
                  <a:pt x="264398" y="104226"/>
                </a:lnTo>
                <a:lnTo>
                  <a:pt x="267191" y="99655"/>
                </a:lnTo>
                <a:lnTo>
                  <a:pt x="270373" y="95313"/>
                </a:lnTo>
                <a:lnTo>
                  <a:pt x="277746" y="87939"/>
                </a:lnTo>
                <a:lnTo>
                  <a:pt x="281938" y="84908"/>
                </a:lnTo>
                <a:lnTo>
                  <a:pt x="286391" y="82429"/>
                </a:lnTo>
                <a:lnTo>
                  <a:pt x="295734" y="79596"/>
                </a:lnTo>
                <a:lnTo>
                  <a:pt x="300624" y="79242"/>
                </a:lnTo>
                <a:lnTo>
                  <a:pt x="305212" y="79556"/>
                </a:lnTo>
                <a:lnTo>
                  <a:pt x="313711" y="82067"/>
                </a:lnTo>
                <a:lnTo>
                  <a:pt x="317621" y="84265"/>
                </a:lnTo>
                <a:lnTo>
                  <a:pt x="321140" y="87003"/>
                </a:lnTo>
                <a:lnTo>
                  <a:pt x="326504" y="93834"/>
                </a:lnTo>
                <a:lnTo>
                  <a:pt x="328350" y="97927"/>
                </a:lnTo>
                <a:lnTo>
                  <a:pt x="330711" y="94145"/>
                </a:lnTo>
                <a:lnTo>
                  <a:pt x="336337" y="87515"/>
                </a:lnTo>
                <a:lnTo>
                  <a:pt x="339602" y="84667"/>
                </a:lnTo>
                <a:lnTo>
                  <a:pt x="343100" y="82293"/>
                </a:lnTo>
                <a:lnTo>
                  <a:pt x="350594" y="79581"/>
                </a:lnTo>
                <a:lnTo>
                  <a:pt x="354590" y="79242"/>
                </a:lnTo>
                <a:lnTo>
                  <a:pt x="360186" y="79734"/>
                </a:lnTo>
                <a:lnTo>
                  <a:pt x="365882" y="81211"/>
                </a:lnTo>
                <a:lnTo>
                  <a:pt x="368642" y="82306"/>
                </a:lnTo>
                <a:lnTo>
                  <a:pt x="373363" y="85280"/>
                </a:lnTo>
                <a:lnTo>
                  <a:pt x="375325" y="87158"/>
                </a:lnTo>
                <a:lnTo>
                  <a:pt x="376925" y="89293"/>
                </a:lnTo>
                <a:lnTo>
                  <a:pt x="378753" y="94316"/>
                </a:lnTo>
                <a:lnTo>
                  <a:pt x="378982" y="97204"/>
                </a:lnTo>
                <a:lnTo>
                  <a:pt x="378718" y="100348"/>
                </a:lnTo>
                <a:lnTo>
                  <a:pt x="376608" y="105974"/>
                </a:lnTo>
                <a:lnTo>
                  <a:pt x="374762" y="108456"/>
                </a:lnTo>
                <a:lnTo>
                  <a:pt x="372509" y="110512"/>
                </a:lnTo>
                <a:lnTo>
                  <a:pt x="367145" y="112863"/>
                </a:lnTo>
                <a:lnTo>
                  <a:pt x="364033" y="113157"/>
                </a:lnTo>
                <a:lnTo>
                  <a:pt x="362049" y="112991"/>
                </a:lnTo>
                <a:lnTo>
                  <a:pt x="358593" y="111665"/>
                </a:lnTo>
                <a:lnTo>
                  <a:pt x="357122" y="110505"/>
                </a:lnTo>
                <a:lnTo>
                  <a:pt x="355909" y="109093"/>
                </a:lnTo>
                <a:lnTo>
                  <a:pt x="354522" y="105758"/>
                </a:lnTo>
                <a:lnTo>
                  <a:pt x="354349" y="103834"/>
                </a:lnTo>
                <a:lnTo>
                  <a:pt x="354580" y="101225"/>
                </a:lnTo>
                <a:lnTo>
                  <a:pt x="356429" y="96503"/>
                </a:lnTo>
                <a:lnTo>
                  <a:pt x="358046" y="94391"/>
                </a:lnTo>
                <a:lnTo>
                  <a:pt x="360002" y="92550"/>
                </a:lnTo>
                <a:lnTo>
                  <a:pt x="364443" y="90119"/>
                </a:lnTo>
                <a:lnTo>
                  <a:pt x="366926" y="89529"/>
                </a:lnTo>
                <a:lnTo>
                  <a:pt x="364377" y="87929"/>
                </a:lnTo>
                <a:lnTo>
                  <a:pt x="357968" y="86101"/>
                </a:lnTo>
                <a:lnTo>
                  <a:pt x="354108" y="85872"/>
                </a:lnTo>
                <a:lnTo>
                  <a:pt x="350105" y="86352"/>
                </a:lnTo>
                <a:lnTo>
                  <a:pt x="342912" y="90189"/>
                </a:lnTo>
                <a:lnTo>
                  <a:pt x="339722" y="93547"/>
                </a:lnTo>
                <a:lnTo>
                  <a:pt x="336909" y="97493"/>
                </a:lnTo>
                <a:lnTo>
                  <a:pt x="332610" y="106032"/>
                </a:lnTo>
                <a:lnTo>
                  <a:pt x="331123" y="110625"/>
                </a:lnTo>
                <a:lnTo>
                  <a:pt x="319831" y="156073"/>
                </a:lnTo>
                <a:lnTo>
                  <a:pt x="317752" y="165476"/>
                </a:lnTo>
                <a:lnTo>
                  <a:pt x="317059" y="173030"/>
                </a:lnTo>
                <a:lnTo>
                  <a:pt x="317290" y="176190"/>
                </a:lnTo>
                <a:lnTo>
                  <a:pt x="319138" y="181816"/>
                </a:lnTo>
                <a:lnTo>
                  <a:pt x="320756" y="184282"/>
                </a:lnTo>
                <a:lnTo>
                  <a:pt x="322760" y="186339"/>
                </a:lnTo>
                <a:lnTo>
                  <a:pt x="327702" y="188690"/>
                </a:lnTo>
                <a:lnTo>
                  <a:pt x="330641" y="188984"/>
                </a:lnTo>
                <a:lnTo>
                  <a:pt x="333614" y="188818"/>
                </a:lnTo>
                <a:lnTo>
                  <a:pt x="339315" y="187492"/>
                </a:lnTo>
                <a:lnTo>
                  <a:pt x="347254" y="183016"/>
                </a:lnTo>
                <a:lnTo>
                  <a:pt x="352139" y="178375"/>
                </a:lnTo>
                <a:lnTo>
                  <a:pt x="356476" y="172940"/>
                </a:lnTo>
                <a:lnTo>
                  <a:pt x="362725" y="161287"/>
                </a:lnTo>
                <a:lnTo>
                  <a:pt x="364636" y="155069"/>
                </a:lnTo>
                <a:lnTo>
                  <a:pt x="365400" y="153953"/>
                </a:lnTo>
                <a:lnTo>
                  <a:pt x="366645" y="153582"/>
                </a:lnTo>
                <a:lnTo>
                  <a:pt x="369820" y="153582"/>
                </a:lnTo>
                <a:lnTo>
                  <a:pt x="370724" y="153753"/>
                </a:lnTo>
                <a:lnTo>
                  <a:pt x="371427" y="154265"/>
                </a:lnTo>
                <a:lnTo>
                  <a:pt x="371909" y="154998"/>
                </a:lnTo>
                <a:lnTo>
                  <a:pt x="372070" y="155832"/>
                </a:lnTo>
                <a:lnTo>
                  <a:pt x="372010" y="156143"/>
                </a:lnTo>
                <a:lnTo>
                  <a:pt x="371829" y="156595"/>
                </a:lnTo>
                <a:lnTo>
                  <a:pt x="369498" y="164040"/>
                </a:lnTo>
                <a:lnTo>
                  <a:pt x="361823" y="177662"/>
                </a:lnTo>
                <a:lnTo>
                  <a:pt x="356479" y="183840"/>
                </a:lnTo>
                <a:lnTo>
                  <a:pt x="353518" y="186637"/>
                </a:lnTo>
                <a:lnTo>
                  <a:pt x="347309" y="191113"/>
                </a:lnTo>
                <a:lnTo>
                  <a:pt x="340719" y="194096"/>
                </a:lnTo>
                <a:lnTo>
                  <a:pt x="333747" y="195588"/>
                </a:lnTo>
                <a:lnTo>
                  <a:pt x="330118" y="195774"/>
                </a:lnTo>
                <a:lnTo>
                  <a:pt x="325530" y="195458"/>
                </a:lnTo>
                <a:lnTo>
                  <a:pt x="317031" y="192927"/>
                </a:lnTo>
                <a:lnTo>
                  <a:pt x="313121" y="190711"/>
                </a:lnTo>
                <a:lnTo>
                  <a:pt x="309600" y="187936"/>
                </a:lnTo>
                <a:lnTo>
                  <a:pt x="304215" y="181045"/>
                </a:lnTo>
                <a:lnTo>
                  <a:pt x="302351" y="176928"/>
                </a:lnTo>
                <a:lnTo>
                  <a:pt x="300149" y="180588"/>
                </a:lnTo>
                <a:lnTo>
                  <a:pt x="294583" y="187198"/>
                </a:lnTo>
                <a:lnTo>
                  <a:pt x="291221" y="190149"/>
                </a:lnTo>
                <a:lnTo>
                  <a:pt x="287624" y="192610"/>
                </a:lnTo>
                <a:lnTo>
                  <a:pt x="280070" y="195423"/>
                </a:lnTo>
                <a:lnTo>
                  <a:pt x="276112" y="195774"/>
                </a:lnTo>
                <a:lnTo>
                  <a:pt x="270516" y="195282"/>
                </a:lnTo>
                <a:lnTo>
                  <a:pt x="264739" y="193806"/>
                </a:lnTo>
                <a:lnTo>
                  <a:pt x="261962" y="192710"/>
                </a:lnTo>
                <a:lnTo>
                  <a:pt x="257220" y="189737"/>
                </a:lnTo>
                <a:lnTo>
                  <a:pt x="255256" y="187858"/>
                </a:lnTo>
                <a:lnTo>
                  <a:pt x="253674" y="185716"/>
                </a:lnTo>
                <a:lnTo>
                  <a:pt x="251866" y="180633"/>
                </a:lnTo>
                <a:lnTo>
                  <a:pt x="251640" y="177692"/>
                </a:lnTo>
                <a:lnTo>
                  <a:pt x="251901" y="174746"/>
                </a:lnTo>
                <a:lnTo>
                  <a:pt x="253990" y="169261"/>
                </a:lnTo>
                <a:lnTo>
                  <a:pt x="255819" y="166722"/>
                </a:lnTo>
                <a:lnTo>
                  <a:pt x="258059" y="164542"/>
                </a:lnTo>
                <a:lnTo>
                  <a:pt x="263323" y="162050"/>
                </a:lnTo>
                <a:lnTo>
                  <a:pt x="266347" y="161739"/>
                </a:lnTo>
                <a:lnTo>
                  <a:pt x="268391" y="161900"/>
                </a:lnTo>
                <a:lnTo>
                  <a:pt x="271968" y="163186"/>
                </a:lnTo>
                <a:lnTo>
                  <a:pt x="273500" y="164311"/>
                </a:lnTo>
                <a:lnTo>
                  <a:pt x="274765" y="165695"/>
                </a:lnTo>
                <a:lnTo>
                  <a:pt x="276212" y="169050"/>
                </a:lnTo>
                <a:lnTo>
                  <a:pt x="276393" y="171021"/>
                </a:lnTo>
                <a:lnTo>
                  <a:pt x="276167" y="173646"/>
                </a:lnTo>
                <a:lnTo>
                  <a:pt x="274359" y="178367"/>
                </a:lnTo>
                <a:lnTo>
                  <a:pt x="272776" y="180465"/>
                </a:lnTo>
                <a:lnTo>
                  <a:pt x="270875" y="182285"/>
                </a:lnTo>
                <a:lnTo>
                  <a:pt x="266395" y="184797"/>
                </a:lnTo>
                <a:lnTo>
                  <a:pt x="263815" y="185487"/>
                </a:lnTo>
                <a:close/>
                <a:moveTo>
                  <a:pt x="407236" y="257175"/>
                </a:moveTo>
                <a:lnTo>
                  <a:pt x="406234" y="257034"/>
                </a:lnTo>
                <a:lnTo>
                  <a:pt x="405088" y="255909"/>
                </a:lnTo>
                <a:lnTo>
                  <a:pt x="404945" y="254925"/>
                </a:lnTo>
                <a:lnTo>
                  <a:pt x="405076" y="253950"/>
                </a:lnTo>
                <a:lnTo>
                  <a:pt x="405467" y="253277"/>
                </a:lnTo>
                <a:lnTo>
                  <a:pt x="410791" y="247756"/>
                </a:lnTo>
                <a:lnTo>
                  <a:pt x="420407" y="235805"/>
                </a:lnTo>
                <a:lnTo>
                  <a:pt x="428650" y="222643"/>
                </a:lnTo>
                <a:lnTo>
                  <a:pt x="435519" y="208268"/>
                </a:lnTo>
                <a:lnTo>
                  <a:pt x="441014" y="192682"/>
                </a:lnTo>
                <a:lnTo>
                  <a:pt x="445135" y="175884"/>
                </a:lnTo>
                <a:lnTo>
                  <a:pt x="447883" y="157874"/>
                </a:lnTo>
                <a:lnTo>
                  <a:pt x="449257" y="138653"/>
                </a:lnTo>
                <a:lnTo>
                  <a:pt x="449428" y="128588"/>
                </a:lnTo>
                <a:lnTo>
                  <a:pt x="449258" y="118524"/>
                </a:lnTo>
                <a:lnTo>
                  <a:pt x="447900" y="99318"/>
                </a:lnTo>
                <a:lnTo>
                  <a:pt x="445182" y="81338"/>
                </a:lnTo>
                <a:lnTo>
                  <a:pt x="441106" y="64585"/>
                </a:lnTo>
                <a:lnTo>
                  <a:pt x="435671" y="49059"/>
                </a:lnTo>
                <a:lnTo>
                  <a:pt x="428878" y="34760"/>
                </a:lnTo>
                <a:lnTo>
                  <a:pt x="420726" y="21688"/>
                </a:lnTo>
                <a:lnTo>
                  <a:pt x="411215" y="9843"/>
                </a:lnTo>
                <a:lnTo>
                  <a:pt x="405950" y="4380"/>
                </a:lnTo>
                <a:lnTo>
                  <a:pt x="405196" y="3546"/>
                </a:lnTo>
                <a:lnTo>
                  <a:pt x="404945" y="2250"/>
                </a:lnTo>
                <a:lnTo>
                  <a:pt x="405116" y="1417"/>
                </a:lnTo>
                <a:lnTo>
                  <a:pt x="405628" y="683"/>
                </a:lnTo>
                <a:lnTo>
                  <a:pt x="406392" y="171"/>
                </a:lnTo>
                <a:lnTo>
                  <a:pt x="407236" y="0"/>
                </a:lnTo>
                <a:lnTo>
                  <a:pt x="409606" y="0"/>
                </a:lnTo>
                <a:lnTo>
                  <a:pt x="410300" y="121"/>
                </a:lnTo>
                <a:lnTo>
                  <a:pt x="410852" y="482"/>
                </a:lnTo>
                <a:lnTo>
                  <a:pt x="419707" y="8167"/>
                </a:lnTo>
                <a:lnTo>
                  <a:pt x="435098" y="25888"/>
                </a:lnTo>
                <a:lnTo>
                  <a:pt x="441633" y="35924"/>
                </a:lnTo>
                <a:lnTo>
                  <a:pt x="447369" y="46508"/>
                </a:lnTo>
                <a:lnTo>
                  <a:pt x="456370" y="68729"/>
                </a:lnTo>
                <a:lnTo>
                  <a:pt x="459635" y="80367"/>
                </a:lnTo>
                <a:lnTo>
                  <a:pt x="462149" y="92226"/>
                </a:lnTo>
                <a:lnTo>
                  <a:pt x="465022" y="116336"/>
                </a:lnTo>
                <a:lnTo>
                  <a:pt x="465381" y="128588"/>
                </a:lnTo>
                <a:lnTo>
                  <a:pt x="465188" y="137654"/>
                </a:lnTo>
                <a:lnTo>
                  <a:pt x="463641" y="155576"/>
                </a:lnTo>
                <a:lnTo>
                  <a:pt x="462287" y="164431"/>
                </a:lnTo>
                <a:lnTo>
                  <a:pt x="460514" y="173219"/>
                </a:lnTo>
                <a:lnTo>
                  <a:pt x="455612" y="190598"/>
                </a:lnTo>
                <a:lnTo>
                  <a:pt x="452482" y="199190"/>
                </a:lnTo>
                <a:lnTo>
                  <a:pt x="448904" y="207603"/>
                </a:lnTo>
                <a:lnTo>
                  <a:pt x="440405" y="223436"/>
                </a:lnTo>
                <a:lnTo>
                  <a:pt x="435485" y="230855"/>
                </a:lnTo>
                <a:lnTo>
                  <a:pt x="430088" y="237910"/>
                </a:lnTo>
                <a:lnTo>
                  <a:pt x="417771" y="250828"/>
                </a:lnTo>
                <a:lnTo>
                  <a:pt x="410852" y="256693"/>
                </a:lnTo>
                <a:lnTo>
                  <a:pt x="410300" y="257054"/>
                </a:lnTo>
                <a:lnTo>
                  <a:pt x="409606" y="257175"/>
                </a:lnTo>
                <a:lnTo>
                  <a:pt x="407236" y="257175"/>
                </a:lnTo>
                <a:close/>
              </a:path>
            </a:pathLst>
          </a:custGeom>
          <a:solidFill xmlns:a="http://schemas.openxmlformats.org/drawingml/2006/main">
            <a:srgbClr val="7F9B6A"/>
          </a:solidFill>
          <a:ln xmlns:a="http://schemas.openxmlformats.org/drawingml/2006/main" w="0">
            <a:noFill/>
          </a:ln>
        </p:spPr>
      </p:sp>
      <p:sp>
        <p:nvSpPr>
          <p:cNvPr id="46" name="router-boundary">
            <a:extLst xmlns:a="http://schemas.openxmlformats.org/drawingml/2006/main">
              <a:ext uri="{FF2B5EF4-FFF2-40B4-BE49-F238E27FC236}">
                <a16:creationId xmlns:a16="http://schemas.microsoft.com/office/drawing/2014/main" id="{65511A90-6066-4CCA-9721-9E03E2ADFDBE}"/>
              </a:ext>
            </a:extLst>
          </p:cNvPr>
          <p:cNvSpPr>
            <a:spLocks xmlns:a="http://schemas.openxmlformats.org/drawingml/2006/main" noGrp="1"/>
          </p:cNvSpPr>
          <p:nvPr/>
        </p:nvSpPr>
        <p:spPr>
          <a:xfrm xmlns:a="http://schemas.openxmlformats.org/drawingml/2006/main">
            <a:off x="5705475" y="1200150"/>
            <a:ext cx="9439275" cy="5219700"/>
          </a:xfrm>
          <a:prstGeom xmlns:a="http://schemas.openxmlformats.org/drawingml/2006/main" prst="roundRect">
            <a:avLst>
              <a:gd name="adj" fmla="val 1277"/>
            </a:avLst>
          </a:prstGeom>
          <a:noFill xmlns:a="http://schemas.openxmlformats.org/drawingml/2006/main"/>
          <a:ln xmlns:a="http://schemas.openxmlformats.org/drawingml/2006/main" w="15240">
            <a:solidFill>
              <a:srgbClr val="D5C7AE"/>
            </a:solidFill>
          </a:ln>
        </p:spPr>
      </p:sp>
      <p:sp>
        <p:nvSpPr>
          <p:cNvPr id="47" name="trainable-region">
            <a:extLst xmlns:a="http://schemas.openxmlformats.org/drawingml/2006/main">
              <a:ext uri="{FF2B5EF4-FFF2-40B4-BE49-F238E27FC236}">
                <a16:creationId xmlns:a16="http://schemas.microsoft.com/office/drawing/2014/main" id="{17913FF4-84A2-402E-8AA2-23688A8C38BC}"/>
              </a:ext>
            </a:extLst>
          </p:cNvPr>
          <p:cNvSpPr>
            <a:spLocks xmlns:a="http://schemas.openxmlformats.org/drawingml/2006/main" noGrp="1"/>
          </p:cNvSpPr>
          <p:nvPr/>
        </p:nvSpPr>
        <p:spPr>
          <a:xfrm xmlns:a="http://schemas.openxmlformats.org/drawingml/2006/main">
            <a:off x="9239250" y="1323975"/>
            <a:ext cx="5781675" cy="4972050"/>
          </a:xfrm>
          <a:prstGeom xmlns:a="http://schemas.openxmlformats.org/drawingml/2006/main" prst="roundRect">
            <a:avLst>
              <a:gd name="adj" fmla="val 958"/>
            </a:avLst>
          </a:prstGeom>
          <a:solidFill xmlns:a="http://schemas.openxmlformats.org/drawingml/2006/main">
            <a:srgbClr val="FFFBF3"/>
          </a:solidFill>
          <a:ln xmlns:a="http://schemas.openxmlformats.org/drawingml/2006/main" w="13335">
            <a:solidFill>
              <a:srgbClr val="E0CDAA"/>
            </a:solidFill>
          </a:ln>
        </p:spPr>
      </p:sp>
      <p:sp>
        <p:nvSpPr>
          <p:cNvPr id="48" name="trainable-title-words-0">
            <a:extLst xmlns:a="http://schemas.openxmlformats.org/drawingml/2006/main">
              <a:ext uri="{FF2B5EF4-FFF2-40B4-BE49-F238E27FC236}">
                <a16:creationId xmlns:a16="http://schemas.microsoft.com/office/drawing/2014/main" id="{12F618BB-3302-4F62-A5FE-41BACE4F3F3A}"/>
              </a:ext>
            </a:extLst>
          </p:cNvPr>
          <p:cNvSpPr>
            <a:spLocks xmlns:a="http://schemas.openxmlformats.org/drawingml/2006/main" noGrp="1"/>
          </p:cNvSpPr>
          <p:nvPr/>
        </p:nvSpPr>
        <p:spPr>
          <a:xfrm xmlns:a="http://schemas.openxmlformats.org/drawingml/2006/main">
            <a:off x="12656500" y="1362075"/>
            <a:ext cx="1289372" cy="3429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i="0">
                <a:solidFill>
                  <a:srgbClr val="B79555"/>
                </a:solidFill>
                <a:latin typeface="Times New Roman"/>
                <a:ea typeface="Times New Roman"/>
                <a:cs typeface="Times New Roman"/>
              </a:defRPr>
            </a:pPr>
            <a:r>
              <a:rPr sz="2250" b="1" i="0">
                <a:solidFill>
                  <a:srgbClr val="B79555"/>
                </a:solidFill>
                <a:latin typeface="Times New Roman"/>
                <a:ea typeface="Times New Roman"/>
                <a:cs typeface="Times New Roman"/>
              </a:rPr>
              <a:t>Trainable </a:t>
            </a:r>
          </a:p>
        </p:txBody>
      </p:sp>
      <p:sp>
        <p:nvSpPr>
          <p:cNvPr id="49" name="trainable-title-math-1 \theta">
            <a:extLst xmlns:a="http://schemas.openxmlformats.org/drawingml/2006/main">
              <a:ext uri="{FF2B5EF4-FFF2-40B4-BE49-F238E27FC236}">
                <a16:creationId xmlns:a16="http://schemas.microsoft.com/office/drawing/2014/main" id="{8A758C0E-D64F-4889-88B9-0E25F7DBB425}"/>
              </a:ext>
            </a:extLst>
          </p:cNvPr>
          <p:cNvSpPr>
            <a:spLocks xmlns:a="http://schemas.openxmlformats.org/drawingml/2006/main" noGrp="1"/>
          </p:cNvSpPr>
          <p:nvPr/>
        </p:nvSpPr>
        <p:spPr>
          <a:xfrm xmlns:a="http://schemas.openxmlformats.org/drawingml/2006/main">
            <a:off x="13947777" y="1427797"/>
            <a:ext cx="119167" cy="204713"/>
          </a:xfrm>
          <a:custGeom xmlns:a="http://schemas.openxmlformats.org/drawingml/2006/main">
            <a:pathLst>
              <a:path w="119167" h="204713">
                <a:moveTo>
                  <a:pt x="34603" y="204713"/>
                </a:moveTo>
                <a:lnTo>
                  <a:pt x="28450" y="204122"/>
                </a:lnTo>
                <a:lnTo>
                  <a:pt x="18069" y="199389"/>
                </a:lnTo>
                <a:lnTo>
                  <a:pt x="13841" y="195248"/>
                </a:lnTo>
                <a:lnTo>
                  <a:pt x="10233" y="190250"/>
                </a:lnTo>
                <a:lnTo>
                  <a:pt x="4808" y="178797"/>
                </a:lnTo>
                <a:lnTo>
                  <a:pt x="2992" y="172343"/>
                </a:lnTo>
                <a:lnTo>
                  <a:pt x="1683" y="165662"/>
                </a:lnTo>
                <a:lnTo>
                  <a:pt x="187" y="152402"/>
                </a:lnTo>
                <a:lnTo>
                  <a:pt x="0" y="145822"/>
                </a:lnTo>
                <a:lnTo>
                  <a:pt x="0" y="145554"/>
                </a:lnTo>
                <a:lnTo>
                  <a:pt x="681" y="131043"/>
                </a:lnTo>
                <a:lnTo>
                  <a:pt x="2723" y="115997"/>
                </a:lnTo>
                <a:lnTo>
                  <a:pt x="6050" y="100660"/>
                </a:lnTo>
                <a:lnTo>
                  <a:pt x="10582" y="85368"/>
                </a:lnTo>
                <a:lnTo>
                  <a:pt x="15973" y="70879"/>
                </a:lnTo>
                <a:lnTo>
                  <a:pt x="21788" y="58043"/>
                </a:lnTo>
                <a:lnTo>
                  <a:pt x="26588" y="49203"/>
                </a:lnTo>
                <a:lnTo>
                  <a:pt x="32593" y="39380"/>
                </a:lnTo>
                <a:lnTo>
                  <a:pt x="39592" y="29367"/>
                </a:lnTo>
                <a:lnTo>
                  <a:pt x="47372" y="20047"/>
                </a:lnTo>
                <a:lnTo>
                  <a:pt x="51536" y="15758"/>
                </a:lnTo>
                <a:lnTo>
                  <a:pt x="60331" y="8503"/>
                </a:lnTo>
                <a:lnTo>
                  <a:pt x="64964" y="5536"/>
                </a:lnTo>
                <a:lnTo>
                  <a:pt x="69688" y="3114"/>
                </a:lnTo>
                <a:lnTo>
                  <a:pt x="79220" y="346"/>
                </a:lnTo>
                <a:lnTo>
                  <a:pt x="84028" y="0"/>
                </a:lnTo>
                <a:lnTo>
                  <a:pt x="84296" y="0"/>
                </a:lnTo>
                <a:lnTo>
                  <a:pt x="89238" y="360"/>
                </a:lnTo>
                <a:lnTo>
                  <a:pt x="97833" y="3240"/>
                </a:lnTo>
                <a:lnTo>
                  <a:pt x="101486" y="5760"/>
                </a:lnTo>
                <a:lnTo>
                  <a:pt x="104754" y="8818"/>
                </a:lnTo>
                <a:lnTo>
                  <a:pt x="110134" y="16140"/>
                </a:lnTo>
                <a:lnTo>
                  <a:pt x="112246" y="20404"/>
                </a:lnTo>
                <a:lnTo>
                  <a:pt x="115506" y="29647"/>
                </a:lnTo>
                <a:lnTo>
                  <a:pt x="117604" y="39514"/>
                </a:lnTo>
                <a:lnTo>
                  <a:pt x="118776" y="49448"/>
                </a:lnTo>
                <a:lnTo>
                  <a:pt x="119167" y="58891"/>
                </a:lnTo>
                <a:lnTo>
                  <a:pt x="118801" y="69774"/>
                </a:lnTo>
                <a:lnTo>
                  <a:pt x="115877" y="91875"/>
                </a:lnTo>
                <a:lnTo>
                  <a:pt x="113318" y="103093"/>
                </a:lnTo>
                <a:lnTo>
                  <a:pt x="110111" y="114255"/>
                </a:lnTo>
                <a:lnTo>
                  <a:pt x="102008" y="136044"/>
                </a:lnTo>
                <a:lnTo>
                  <a:pt x="97110" y="146670"/>
                </a:lnTo>
                <a:lnTo>
                  <a:pt x="92467" y="155321"/>
                </a:lnTo>
                <a:lnTo>
                  <a:pt x="86305" y="165378"/>
                </a:lnTo>
                <a:lnTo>
                  <a:pt x="79184" y="175547"/>
                </a:lnTo>
                <a:lnTo>
                  <a:pt x="71661" y="184621"/>
                </a:lnTo>
                <a:lnTo>
                  <a:pt x="67679" y="188696"/>
                </a:lnTo>
                <a:lnTo>
                  <a:pt x="58995" y="195839"/>
                </a:lnTo>
                <a:lnTo>
                  <a:pt x="54293" y="198909"/>
                </a:lnTo>
                <a:lnTo>
                  <a:pt x="49465" y="201448"/>
                </a:lnTo>
                <a:lnTo>
                  <a:pt x="39776" y="204350"/>
                </a:lnTo>
                <a:lnTo>
                  <a:pt x="34915" y="204713"/>
                </a:lnTo>
                <a:lnTo>
                  <a:pt x="34603" y="204713"/>
                </a:lnTo>
                <a:close/>
                <a:moveTo>
                  <a:pt x="35183" y="197168"/>
                </a:moveTo>
                <a:lnTo>
                  <a:pt x="39868" y="196537"/>
                </a:lnTo>
                <a:lnTo>
                  <a:pt x="48954" y="191492"/>
                </a:lnTo>
                <a:lnTo>
                  <a:pt x="53355" y="187077"/>
                </a:lnTo>
                <a:lnTo>
                  <a:pt x="57594" y="181742"/>
                </a:lnTo>
                <a:lnTo>
                  <a:pt x="65251" y="169463"/>
                </a:lnTo>
                <a:lnTo>
                  <a:pt x="68669" y="162520"/>
                </a:lnTo>
                <a:lnTo>
                  <a:pt x="74831" y="147887"/>
                </a:lnTo>
                <a:lnTo>
                  <a:pt x="80189" y="132918"/>
                </a:lnTo>
                <a:lnTo>
                  <a:pt x="84497" y="118910"/>
                </a:lnTo>
                <a:lnTo>
                  <a:pt x="87511" y="107156"/>
                </a:lnTo>
                <a:lnTo>
                  <a:pt x="29155" y="107156"/>
                </a:lnTo>
                <a:lnTo>
                  <a:pt x="25182" y="123944"/>
                </a:lnTo>
                <a:lnTo>
                  <a:pt x="22190" y="138232"/>
                </a:lnTo>
                <a:lnTo>
                  <a:pt x="20315" y="151146"/>
                </a:lnTo>
                <a:lnTo>
                  <a:pt x="19690" y="163815"/>
                </a:lnTo>
                <a:lnTo>
                  <a:pt x="19932" y="171632"/>
                </a:lnTo>
                <a:lnTo>
                  <a:pt x="21869" y="184139"/>
                </a:lnTo>
                <a:lnTo>
                  <a:pt x="25742" y="192477"/>
                </a:lnTo>
                <a:lnTo>
                  <a:pt x="31552" y="196646"/>
                </a:lnTo>
                <a:lnTo>
                  <a:pt x="35183" y="197168"/>
                </a:lnTo>
                <a:close/>
                <a:moveTo>
                  <a:pt x="31388" y="97110"/>
                </a:moveTo>
                <a:lnTo>
                  <a:pt x="90011" y="97110"/>
                </a:lnTo>
                <a:lnTo>
                  <a:pt x="92768" y="85591"/>
                </a:lnTo>
                <a:lnTo>
                  <a:pt x="94878" y="76126"/>
                </a:lnTo>
                <a:lnTo>
                  <a:pt x="96563" y="67464"/>
                </a:lnTo>
                <a:lnTo>
                  <a:pt x="97959" y="58356"/>
                </a:lnTo>
                <a:lnTo>
                  <a:pt x="98896" y="49303"/>
                </a:lnTo>
                <a:lnTo>
                  <a:pt x="99209" y="40898"/>
                </a:lnTo>
                <a:lnTo>
                  <a:pt x="98972" y="33050"/>
                </a:lnTo>
                <a:lnTo>
                  <a:pt x="97074" y="20492"/>
                </a:lnTo>
                <a:lnTo>
                  <a:pt x="93279" y="12121"/>
                </a:lnTo>
                <a:lnTo>
                  <a:pt x="87586" y="7935"/>
                </a:lnTo>
                <a:lnTo>
                  <a:pt x="84028" y="7412"/>
                </a:lnTo>
                <a:lnTo>
                  <a:pt x="79564" y="7869"/>
                </a:lnTo>
                <a:lnTo>
                  <a:pt x="71103" y="11524"/>
                </a:lnTo>
                <a:lnTo>
                  <a:pt x="63267" y="18835"/>
                </a:lnTo>
                <a:lnTo>
                  <a:pt x="56056" y="29802"/>
                </a:lnTo>
                <a:lnTo>
                  <a:pt x="52685" y="36656"/>
                </a:lnTo>
                <a:lnTo>
                  <a:pt x="46415" y="51385"/>
                </a:lnTo>
                <a:lnTo>
                  <a:pt x="35766" y="81612"/>
                </a:lnTo>
                <a:lnTo>
                  <a:pt x="31388" y="97110"/>
                </a:lnTo>
                <a:close/>
              </a:path>
            </a:pathLst>
          </a:custGeom>
          <a:solidFill xmlns:a="http://schemas.openxmlformats.org/drawingml/2006/main">
            <a:srgbClr val="B79555"/>
          </a:solidFill>
          <a:ln xmlns:a="http://schemas.openxmlformats.org/drawingml/2006/main" w="0">
            <a:noFill/>
          </a:ln>
        </p:spPr>
      </p:sp>
      <p:sp>
        <p:nvSpPr>
          <p:cNvPr id="50" name="project-heading">
            <a:extLst xmlns:a="http://schemas.openxmlformats.org/drawingml/2006/main">
              <a:ext uri="{FF2B5EF4-FFF2-40B4-BE49-F238E27FC236}">
                <a16:creationId xmlns:a16="http://schemas.microsoft.com/office/drawing/2014/main" id="{CA52B981-CE54-4573-B316-18D4D834EDA7}"/>
              </a:ext>
            </a:extLst>
          </p:cNvPr>
          <p:cNvSpPr>
            <a:spLocks xmlns:a="http://schemas.openxmlformats.org/drawingml/2006/main" noGrp="1"/>
          </p:cNvSpPr>
          <p:nvPr/>
        </p:nvSpPr>
        <p:spPr>
          <a:xfrm xmlns:a="http://schemas.openxmlformats.org/drawingml/2006/main">
            <a:off x="9324975" y="1381125"/>
            <a:ext cx="1733550" cy="3238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i="0">
                <a:solidFill>
                  <a:srgbClr val="2B3540"/>
                </a:solidFill>
                <a:latin typeface="Times New Roman"/>
                <a:ea typeface="Times New Roman"/>
                <a:cs typeface="Times New Roman"/>
              </a:defRPr>
            </a:pPr>
            <a:r>
              <a:rPr sz="2325" b="1" i="0">
                <a:solidFill>
                  <a:srgbClr val="2B3540"/>
                </a:solidFill>
                <a:latin typeface="Times New Roman"/>
                <a:ea typeface="Times New Roman"/>
                <a:cs typeface="Times New Roman"/>
              </a:rPr>
              <a:t>Projection</a:t>
            </a:r>
          </a:p>
        </p:txBody>
      </p:sp>
      <p:sp>
        <p:nvSpPr>
          <p:cNvPr id="51" name="concat-heading">
            <a:extLst xmlns:a="http://schemas.openxmlformats.org/drawingml/2006/main">
              <a:ext uri="{FF2B5EF4-FFF2-40B4-BE49-F238E27FC236}">
                <a16:creationId xmlns:a16="http://schemas.microsoft.com/office/drawing/2014/main" id="{2317506A-7AAC-4CE9-955A-15F91415C921}"/>
              </a:ext>
            </a:extLst>
          </p:cNvPr>
          <p:cNvSpPr>
            <a:spLocks xmlns:a="http://schemas.openxmlformats.org/drawingml/2006/main" noGrp="1"/>
          </p:cNvSpPr>
          <p:nvPr/>
        </p:nvSpPr>
        <p:spPr>
          <a:xfrm xmlns:a="http://schemas.openxmlformats.org/drawingml/2006/main">
            <a:off x="11820525" y="2276475"/>
            <a:ext cx="1114425" cy="3238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i="0">
                <a:solidFill>
                  <a:srgbClr val="2B3540"/>
                </a:solidFill>
                <a:latin typeface="Times New Roman"/>
                <a:ea typeface="Times New Roman"/>
                <a:cs typeface="Times New Roman"/>
              </a:defRPr>
            </a:pPr>
            <a:r>
              <a:rPr sz="2250" b="1" i="0">
                <a:solidFill>
                  <a:srgbClr val="2B3540"/>
                </a:solidFill>
                <a:latin typeface="Times New Roman"/>
                <a:ea typeface="Times New Roman"/>
                <a:cs typeface="Times New Roman"/>
              </a:rPr>
              <a:t>Concat</a:t>
            </a:r>
          </a:p>
        </p:txBody>
      </p:sp>
      <p:sp>
        <p:nvSpPr>
          <p:cNvPr id="52" name="image-to-encoder-1">
            <a:extLst xmlns:a="http://schemas.openxmlformats.org/drawingml/2006/main">
              <a:ext uri="{FF2B5EF4-FFF2-40B4-BE49-F238E27FC236}">
                <a16:creationId xmlns:a16="http://schemas.microsoft.com/office/drawing/2014/main" id="{26A12107-043F-445D-BF7E-47002E9262A6}"/>
              </a:ext>
            </a:extLst>
          </p:cNvPr>
          <p:cNvSpPr>
            <a:spLocks xmlns:a="http://schemas.openxmlformats.org/drawingml/2006/main" noGrp="1"/>
          </p:cNvSpPr>
          <p:nvPr/>
        </p:nvSpPr>
        <p:spPr>
          <a:xfrm xmlns:a="http://schemas.openxmlformats.org/drawingml/2006/main" flipV="0">
            <a:off x="2324100" y="1952625"/>
            <a:ext cx="3762375" cy="95"/>
          </a:xfrm>
          <a:prstGeom xmlns:a="http://schemas.openxmlformats.org/drawingml/2006/main" prst="line">
            <a:avLst/>
          </a:prstGeom>
          <a:noFill xmlns:a="http://schemas.openxmlformats.org/drawingml/2006/main"/>
          <a:ln xmlns:a="http://schemas.openxmlformats.org/drawingml/2006/main" w="23813">
            <a:solidFill>
              <a:srgbClr val="779ABB"/>
            </a:solidFill>
            <a:prstDash val="solid"/>
          </a:ln>
        </p:spPr>
      </p:sp>
      <p:sp>
        <p:nvSpPr>
          <p:cNvPr id="53" name="image-to-encoder-head">
            <a:extLst xmlns:a="http://schemas.openxmlformats.org/drawingml/2006/main">
              <a:ext uri="{FF2B5EF4-FFF2-40B4-BE49-F238E27FC236}">
                <a16:creationId xmlns:a16="http://schemas.microsoft.com/office/drawing/2014/main" id="{05B591CC-B62A-4ADB-92D0-F4701C412E45}"/>
              </a:ext>
            </a:extLst>
          </p:cNvPr>
          <p:cNvSpPr>
            <a:spLocks xmlns:a="http://schemas.openxmlformats.org/drawingml/2006/main" noGrp="1"/>
          </p:cNvSpPr>
          <p:nvPr/>
        </p:nvSpPr>
        <p:spPr>
          <a:xfrm xmlns:a="http://schemas.openxmlformats.org/drawingml/2006/main">
            <a:off x="5962650" y="190500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779ABB"/>
          </a:solidFill>
          <a:ln xmlns:a="http://schemas.openxmlformats.org/drawingml/2006/main" w="15240">
            <a:noFill/>
          </a:ln>
        </p:spPr>
      </p:sp>
      <p:sp>
        <p:nvSpPr>
          <p:cNvPr id="54" name="image-encoder-gradient-shadow">
            <a:extLst xmlns:a="http://schemas.openxmlformats.org/drawingml/2006/main">
              <a:ext uri="{FF2B5EF4-FFF2-40B4-BE49-F238E27FC236}">
                <a16:creationId xmlns:a16="http://schemas.microsoft.com/office/drawing/2014/main" id="{F2E73B04-5F6E-4029-A663-BF89EA1EBABC}"/>
              </a:ext>
            </a:extLst>
          </p:cNvPr>
          <p:cNvSpPr>
            <a:spLocks xmlns:a="http://schemas.openxmlformats.org/drawingml/2006/main" noGrp="1"/>
          </p:cNvSpPr>
          <p:nvPr/>
        </p:nvSpPr>
        <p:spPr>
          <a:xfrm xmlns:a="http://schemas.openxmlformats.org/drawingml/2006/main">
            <a:off x="6029325" y="2209800"/>
            <a:ext cx="2276475" cy="257175"/>
          </a:xfrm>
          <a:prstGeom xmlns:a="http://schemas.openxmlformats.org/drawingml/2006/main" prst="ellipse">
            <a:avLst/>
          </a:prstGeom>
          <a:gradFill xmlns:a="http://schemas.openxmlformats.org/drawingml/2006/main">
            <a:gsLst>
              <a:gs pos="0">
                <a:srgbClr val="233545">
                  <a:alpha val="10000"/>
                </a:srgbClr>
              </a:gs>
              <a:gs pos="48000">
                <a:srgbClr val="233545">
                  <a:alpha val="3500"/>
                </a:srgbClr>
              </a:gs>
              <a:gs pos="100000">
                <a:srgbClr val="233545">
                  <a:alpha val="0"/>
                </a:srgbClr>
              </a:gs>
            </a:gsLst>
            <a:path path="shape"/>
          </a:gradFill>
          <a:ln xmlns:a="http://schemas.openxmlformats.org/drawingml/2006/main" w="0">
            <a:noFill/>
          </a:ln>
        </p:spPr>
      </p:sp>
      <p:sp>
        <p:nvSpPr>
          <p:cNvPr id="55" name="image-encoder">
            <a:extLst xmlns:a="http://schemas.openxmlformats.org/drawingml/2006/main">
              <a:ext uri="{FF2B5EF4-FFF2-40B4-BE49-F238E27FC236}">
                <a16:creationId xmlns:a16="http://schemas.microsoft.com/office/drawing/2014/main" id="{C4F08586-088B-424A-A006-EA97FADEB045}"/>
              </a:ext>
            </a:extLst>
          </p:cNvPr>
          <p:cNvSpPr>
            <a:spLocks xmlns:a="http://schemas.openxmlformats.org/drawingml/2006/main" noGrp="1"/>
          </p:cNvSpPr>
          <p:nvPr/>
        </p:nvSpPr>
        <p:spPr>
          <a:xfrm xmlns:a="http://schemas.openxmlformats.org/drawingml/2006/main">
            <a:off x="6143625" y="1628775"/>
            <a:ext cx="1971675" cy="647700"/>
          </a:xfrm>
          <a:prstGeom xmlns:a="http://schemas.openxmlformats.org/drawingml/2006/main" prst="roundRect">
            <a:avLst>
              <a:gd name="adj" fmla="val 8824"/>
            </a:avLst>
          </a:prstGeom>
          <a:solidFill xmlns:a="http://schemas.openxmlformats.org/drawingml/2006/main">
            <a:srgbClr val="DFEAF4"/>
          </a:solidFill>
          <a:ln xmlns:a="http://schemas.openxmlformats.org/drawingml/2006/main" w="15240">
            <a:solidFill>
              <a:srgbClr val="779ABB"/>
            </a:solidFill>
          </a:ln>
        </p:spPr>
      </p:sp>
      <p:sp>
        <p:nvSpPr>
          <p:cNvPr id="56" name="image-icon-back">
            <a:extLst xmlns:a="http://schemas.openxmlformats.org/drawingml/2006/main">
              <a:ext uri="{FF2B5EF4-FFF2-40B4-BE49-F238E27FC236}">
                <a16:creationId xmlns:a16="http://schemas.microsoft.com/office/drawing/2014/main" id="{001FDAE3-71CF-4D8D-8CA0-63B4C5A08FE5}"/>
              </a:ext>
            </a:extLst>
          </p:cNvPr>
          <p:cNvSpPr>
            <a:spLocks xmlns:a="http://schemas.openxmlformats.org/drawingml/2006/main" noGrp="1"/>
          </p:cNvSpPr>
          <p:nvPr/>
        </p:nvSpPr>
        <p:spPr>
          <a:xfrm xmlns:a="http://schemas.openxmlformats.org/drawingml/2006/main">
            <a:off x="6315075" y="1819275"/>
            <a:ext cx="323850" cy="266700"/>
          </a:xfrm>
          <a:prstGeom xmlns:a="http://schemas.openxmlformats.org/drawingml/2006/main" prst="roundRect">
            <a:avLst>
              <a:gd name="adj" fmla="val 7143"/>
            </a:avLst>
          </a:prstGeom>
          <a:solidFill xmlns:a="http://schemas.openxmlformats.org/drawingml/2006/main">
            <a:srgbClr val="BCD1E0"/>
          </a:solidFill>
          <a:ln xmlns:a="http://schemas.openxmlformats.org/drawingml/2006/main" w="9525">
            <a:solidFill>
              <a:srgbClr val="96B3C9"/>
            </a:solidFill>
          </a:ln>
        </p:spPr>
      </p:sp>
      <p:sp>
        <p:nvSpPr>
          <p:cNvPr id="57" name="image-icon-frame">
            <a:extLst xmlns:a="http://schemas.openxmlformats.org/drawingml/2006/main">
              <a:ext uri="{FF2B5EF4-FFF2-40B4-BE49-F238E27FC236}">
                <a16:creationId xmlns:a16="http://schemas.microsoft.com/office/drawing/2014/main" id="{1FE8C893-AE5B-45A2-9226-861103C050F1}"/>
              </a:ext>
            </a:extLst>
          </p:cNvPr>
          <p:cNvSpPr>
            <a:spLocks xmlns:a="http://schemas.openxmlformats.org/drawingml/2006/main" noGrp="1"/>
          </p:cNvSpPr>
          <p:nvPr/>
        </p:nvSpPr>
        <p:spPr>
          <a:xfrm xmlns:a="http://schemas.openxmlformats.org/drawingml/2006/main">
            <a:off x="6257925" y="1762125"/>
            <a:ext cx="323850" cy="266700"/>
          </a:xfrm>
          <a:prstGeom xmlns:a="http://schemas.openxmlformats.org/drawingml/2006/main" prst="roundRect">
            <a:avLst>
              <a:gd name="adj" fmla="val 10714"/>
            </a:avLst>
          </a:prstGeom>
          <a:solidFill xmlns:a="http://schemas.openxmlformats.org/drawingml/2006/main">
            <a:srgbClr val="F8FCFF"/>
          </a:solidFill>
          <a:ln xmlns:a="http://schemas.openxmlformats.org/drawingml/2006/main" w="11430">
            <a:solidFill>
              <a:srgbClr val="8FAFC7"/>
            </a:solidFill>
          </a:ln>
        </p:spPr>
      </p:sp>
      <p:sp>
        <p:nvSpPr>
          <p:cNvPr id="58" name="image-icon-sun">
            <a:extLst xmlns:a="http://schemas.openxmlformats.org/drawingml/2006/main">
              <a:ext uri="{FF2B5EF4-FFF2-40B4-BE49-F238E27FC236}">
                <a16:creationId xmlns:a16="http://schemas.microsoft.com/office/drawing/2014/main" id="{9740952A-F4F3-4AC5-B018-D22DE05DBF35}"/>
              </a:ext>
            </a:extLst>
          </p:cNvPr>
          <p:cNvSpPr>
            <a:spLocks xmlns:a="http://schemas.openxmlformats.org/drawingml/2006/main" noGrp="1"/>
          </p:cNvSpPr>
          <p:nvPr/>
        </p:nvSpPr>
        <p:spPr>
          <a:xfrm xmlns:a="http://schemas.openxmlformats.org/drawingml/2006/main">
            <a:off x="6477000" y="1809750"/>
            <a:ext cx="52388" cy="52388"/>
          </a:xfrm>
          <a:prstGeom xmlns:a="http://schemas.openxmlformats.org/drawingml/2006/main" prst="ellipse">
            <a:avLst/>
          </a:prstGeom>
          <a:solidFill xmlns:a="http://schemas.openxmlformats.org/drawingml/2006/main">
            <a:srgbClr val="C6AA72"/>
          </a:solidFill>
          <a:ln xmlns:a="http://schemas.openxmlformats.org/drawingml/2006/main" w="15240">
            <a:noFill/>
          </a:ln>
        </p:spPr>
      </p:sp>
      <p:sp>
        <p:nvSpPr>
          <p:cNvPr id="59" name="image-icon-mountains">
            <a:extLst xmlns:a="http://schemas.openxmlformats.org/drawingml/2006/main">
              <a:ext uri="{FF2B5EF4-FFF2-40B4-BE49-F238E27FC236}">
                <a16:creationId xmlns:a16="http://schemas.microsoft.com/office/drawing/2014/main" id="{A5C78378-0D81-41C7-9A5B-E2B9C95D545F}"/>
              </a:ext>
            </a:extLst>
          </p:cNvPr>
          <p:cNvSpPr>
            <a:spLocks xmlns:a="http://schemas.openxmlformats.org/drawingml/2006/main" noGrp="1"/>
          </p:cNvSpPr>
          <p:nvPr/>
        </p:nvSpPr>
        <p:spPr>
          <a:xfrm xmlns:a="http://schemas.openxmlformats.org/drawingml/2006/main">
            <a:off x="6296025" y="1885950"/>
            <a:ext cx="257175" cy="104775"/>
          </a:xfrm>
          <a:custGeom xmlns:a="http://schemas.openxmlformats.org/drawingml/2006/main">
            <a:pathLst>
              <a:path w="257175" h="104775">
                <a:moveTo>
                  <a:pt x="0" y="104775"/>
                </a:moveTo>
                <a:lnTo>
                  <a:pt x="66675" y="0"/>
                </a:lnTo>
                <a:lnTo>
                  <a:pt x="133350" y="57150"/>
                </a:lnTo>
                <a:lnTo>
                  <a:pt x="190500" y="9525"/>
                </a:lnTo>
                <a:lnTo>
                  <a:pt x="257175" y="104775"/>
                </a:lnTo>
                <a:close/>
              </a:path>
            </a:pathLst>
          </a:custGeom>
          <a:solidFill xmlns:a="http://schemas.openxmlformats.org/drawingml/2006/main">
            <a:srgbClr val="87A9C2"/>
          </a:solidFill>
          <a:ln xmlns:a="http://schemas.openxmlformats.org/drawingml/2006/main" w="15240">
            <a:noFill/>
          </a:ln>
        </p:spPr>
      </p:sp>
      <p:sp>
        <p:nvSpPr>
          <p:cNvPr id="60" name="image-patch-0">
            <a:extLst xmlns:a="http://schemas.openxmlformats.org/drawingml/2006/main">
              <a:ext uri="{FF2B5EF4-FFF2-40B4-BE49-F238E27FC236}">
                <a16:creationId xmlns:a16="http://schemas.microsoft.com/office/drawing/2014/main" id="{8885BFA0-1E66-40A8-A1ED-5F2A3B505AFA}"/>
              </a:ext>
            </a:extLst>
          </p:cNvPr>
          <p:cNvSpPr>
            <a:spLocks xmlns:a="http://schemas.openxmlformats.org/drawingml/2006/main" noGrp="1"/>
          </p:cNvSpPr>
          <p:nvPr/>
        </p:nvSpPr>
        <p:spPr>
          <a:xfrm xmlns:a="http://schemas.openxmlformats.org/drawingml/2006/main">
            <a:off x="6257925" y="2114550"/>
            <a:ext cx="76200" cy="47625"/>
          </a:xfrm>
          <a:prstGeom xmlns:a="http://schemas.openxmlformats.org/drawingml/2006/main" prst="roundRect">
            <a:avLst>
              <a:gd name="adj" fmla="val 20000"/>
            </a:avLst>
          </a:prstGeom>
          <a:solidFill xmlns:a="http://schemas.openxmlformats.org/drawingml/2006/main">
            <a:srgbClr val="ADC5D7"/>
          </a:solidFill>
          <a:ln xmlns:a="http://schemas.openxmlformats.org/drawingml/2006/main" w="15240">
            <a:noFill/>
          </a:ln>
        </p:spPr>
      </p:sp>
      <p:sp>
        <p:nvSpPr>
          <p:cNvPr id="61" name="image-patch-1">
            <a:extLst xmlns:a="http://schemas.openxmlformats.org/drawingml/2006/main">
              <a:ext uri="{FF2B5EF4-FFF2-40B4-BE49-F238E27FC236}">
                <a16:creationId xmlns:a16="http://schemas.microsoft.com/office/drawing/2014/main" id="{2B030F09-49B7-47FF-A90F-061988681229}"/>
              </a:ext>
            </a:extLst>
          </p:cNvPr>
          <p:cNvSpPr>
            <a:spLocks xmlns:a="http://schemas.openxmlformats.org/drawingml/2006/main" noGrp="1"/>
          </p:cNvSpPr>
          <p:nvPr/>
        </p:nvSpPr>
        <p:spPr>
          <a:xfrm xmlns:a="http://schemas.openxmlformats.org/drawingml/2006/main">
            <a:off x="6362700" y="2114550"/>
            <a:ext cx="76200" cy="47625"/>
          </a:xfrm>
          <a:prstGeom xmlns:a="http://schemas.openxmlformats.org/drawingml/2006/main" prst="roundRect">
            <a:avLst>
              <a:gd name="adj" fmla="val 20000"/>
            </a:avLst>
          </a:prstGeom>
          <a:solidFill xmlns:a="http://schemas.openxmlformats.org/drawingml/2006/main">
            <a:srgbClr val="7FA3BE"/>
          </a:solidFill>
          <a:ln xmlns:a="http://schemas.openxmlformats.org/drawingml/2006/main" w="15240">
            <a:noFill/>
          </a:ln>
        </p:spPr>
      </p:sp>
      <p:sp>
        <p:nvSpPr>
          <p:cNvPr id="62" name="image-patch-2">
            <a:extLst xmlns:a="http://schemas.openxmlformats.org/drawingml/2006/main">
              <a:ext uri="{FF2B5EF4-FFF2-40B4-BE49-F238E27FC236}">
                <a16:creationId xmlns:a16="http://schemas.microsoft.com/office/drawing/2014/main" id="{8859ECFA-82A2-47ED-B37D-027C324C3AED}"/>
              </a:ext>
            </a:extLst>
          </p:cNvPr>
          <p:cNvSpPr>
            <a:spLocks xmlns:a="http://schemas.openxmlformats.org/drawingml/2006/main" noGrp="1"/>
          </p:cNvSpPr>
          <p:nvPr/>
        </p:nvSpPr>
        <p:spPr>
          <a:xfrm xmlns:a="http://schemas.openxmlformats.org/drawingml/2006/main">
            <a:off x="6467475" y="2114550"/>
            <a:ext cx="76200" cy="47625"/>
          </a:xfrm>
          <a:prstGeom xmlns:a="http://schemas.openxmlformats.org/drawingml/2006/main" prst="roundRect">
            <a:avLst>
              <a:gd name="adj" fmla="val 20000"/>
            </a:avLst>
          </a:prstGeom>
          <a:solidFill xmlns:a="http://schemas.openxmlformats.org/drawingml/2006/main">
            <a:srgbClr val="D0DFE9"/>
          </a:solidFill>
          <a:ln xmlns:a="http://schemas.openxmlformats.org/drawingml/2006/main" w="15240">
            <a:noFill/>
          </a:ln>
        </p:spPr>
      </p:sp>
      <p:sp>
        <p:nvSpPr>
          <p:cNvPr id="63" name="image-encoder-name">
            <a:extLst xmlns:a="http://schemas.openxmlformats.org/drawingml/2006/main">
              <a:ext uri="{FF2B5EF4-FFF2-40B4-BE49-F238E27FC236}">
                <a16:creationId xmlns:a16="http://schemas.microsoft.com/office/drawing/2014/main" id="{654AB4D2-EB4C-4314-BD14-FCD3D2AB567C}"/>
              </a:ext>
            </a:extLst>
          </p:cNvPr>
          <p:cNvSpPr>
            <a:spLocks xmlns:a="http://schemas.openxmlformats.org/drawingml/2006/main" noGrp="1"/>
          </p:cNvSpPr>
          <p:nvPr/>
        </p:nvSpPr>
        <p:spPr>
          <a:xfrm xmlns:a="http://schemas.openxmlformats.org/drawingml/2006/main">
            <a:off x="6705600" y="1695450"/>
            <a:ext cx="95250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1" i="0">
                <a:solidFill>
                  <a:srgbClr val="2B3540"/>
                </a:solidFill>
                <a:latin typeface="Times New Roman"/>
                <a:ea typeface="Times New Roman"/>
                <a:cs typeface="Times New Roman"/>
              </a:defRPr>
            </a:pPr>
            <a:r>
              <a:rPr sz="2025" b="1" i="0">
                <a:solidFill>
                  <a:srgbClr val="2B3540"/>
                </a:solidFill>
                <a:latin typeface="Times New Roman"/>
                <a:ea typeface="Times New Roman"/>
                <a:cs typeface="Times New Roman"/>
              </a:rPr>
              <a:t>Image</a:t>
            </a:r>
          </a:p>
        </p:txBody>
      </p:sp>
      <p:sp>
        <p:nvSpPr>
          <p:cNvPr id="64" name="image-encoder-kind">
            <a:extLst xmlns:a="http://schemas.openxmlformats.org/drawingml/2006/main">
              <a:ext uri="{FF2B5EF4-FFF2-40B4-BE49-F238E27FC236}">
                <a16:creationId xmlns:a16="http://schemas.microsoft.com/office/drawing/2014/main" id="{C36919E9-3E76-4DB0-B3D7-FAF248652F4A}"/>
              </a:ext>
            </a:extLst>
          </p:cNvPr>
          <p:cNvSpPr>
            <a:spLocks xmlns:a="http://schemas.openxmlformats.org/drawingml/2006/main" noGrp="1"/>
          </p:cNvSpPr>
          <p:nvPr/>
        </p:nvSpPr>
        <p:spPr>
          <a:xfrm xmlns:a="http://schemas.openxmlformats.org/drawingml/2006/main">
            <a:off x="6705600" y="1933575"/>
            <a:ext cx="95250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1" i="0">
                <a:solidFill>
                  <a:srgbClr val="2B3540"/>
                </a:solidFill>
                <a:latin typeface="Times New Roman"/>
                <a:ea typeface="Times New Roman"/>
                <a:cs typeface="Times New Roman"/>
              </a:defRPr>
            </a:pPr>
            <a:r>
              <a:rPr sz="2025" b="1" i="0">
                <a:solidFill>
                  <a:srgbClr val="2B3540"/>
                </a:solidFill>
                <a:latin typeface="Times New Roman"/>
                <a:ea typeface="Times New Roman"/>
                <a:cs typeface="Times New Roman"/>
              </a:rPr>
              <a:t>encoder</a:t>
            </a:r>
          </a:p>
        </p:txBody>
      </p:sp>
      <p:sp>
        <p:nvSpPr>
          <p:cNvPr id="65" name="image-frozen-disc">
            <a:extLst xmlns:a="http://schemas.openxmlformats.org/drawingml/2006/main">
              <a:ext uri="{FF2B5EF4-FFF2-40B4-BE49-F238E27FC236}">
                <a16:creationId xmlns:a16="http://schemas.microsoft.com/office/drawing/2014/main" id="{999D549B-8024-4EDA-ADFF-2F2C31DB8CCB}"/>
              </a:ext>
            </a:extLst>
          </p:cNvPr>
          <p:cNvSpPr>
            <a:spLocks xmlns:a="http://schemas.openxmlformats.org/drawingml/2006/main" noGrp="1"/>
          </p:cNvSpPr>
          <p:nvPr/>
        </p:nvSpPr>
        <p:spPr>
          <a:xfrm xmlns:a="http://schemas.openxmlformats.org/drawingml/2006/main">
            <a:off x="7810500" y="1704975"/>
            <a:ext cx="209550" cy="209550"/>
          </a:xfrm>
          <a:prstGeom xmlns:a="http://schemas.openxmlformats.org/drawingml/2006/main" prst="ellipse">
            <a:avLst/>
          </a:prstGeom>
          <a:solidFill xmlns:a="http://schemas.openxmlformats.org/drawingml/2006/main">
            <a:srgbClr val="F6FBFF"/>
          </a:solidFill>
          <a:ln xmlns:a="http://schemas.openxmlformats.org/drawingml/2006/main" w="7620">
            <a:solidFill>
              <a:srgbClr val="ACC8DC"/>
            </a:solidFill>
          </a:ln>
        </p:spPr>
      </p:sp>
      <p:sp>
        <p:nvSpPr>
          <p:cNvPr id="66" name="image-frozen-arm-0-1">
            <a:extLst xmlns:a="http://schemas.openxmlformats.org/drawingml/2006/main">
              <a:ext uri="{FF2B5EF4-FFF2-40B4-BE49-F238E27FC236}">
                <a16:creationId xmlns:a16="http://schemas.microsoft.com/office/drawing/2014/main" id="{6B08CD2B-156A-4D2F-A90D-F63A93932186}"/>
              </a:ext>
            </a:extLst>
          </p:cNvPr>
          <p:cNvSpPr>
            <a:spLocks xmlns:a="http://schemas.openxmlformats.org/drawingml/2006/main" noGrp="1"/>
          </p:cNvSpPr>
          <p:nvPr/>
        </p:nvSpPr>
        <p:spPr>
          <a:xfrm xmlns:a="http://schemas.openxmlformats.org/drawingml/2006/main" flipV="0">
            <a:off x="7915275" y="1809750"/>
            <a:ext cx="70485" cy="95"/>
          </a:xfrm>
          <a:prstGeom xmlns:a="http://schemas.openxmlformats.org/drawingml/2006/main" prst="line">
            <a:avLst/>
          </a:prstGeom>
          <a:noFill xmlns:a="http://schemas.openxmlformats.org/drawingml/2006/main"/>
          <a:ln xmlns:a="http://schemas.openxmlformats.org/drawingml/2006/main" w="11906">
            <a:solidFill>
              <a:srgbClr val="6D9BBC"/>
            </a:solidFill>
            <a:prstDash val="solid"/>
          </a:ln>
        </p:spPr>
      </p:sp>
      <p:sp>
        <p:nvSpPr>
          <p:cNvPr id="67" name="image-frozen-tip-0-1">
            <a:extLst xmlns:a="http://schemas.openxmlformats.org/drawingml/2006/main">
              <a:ext uri="{FF2B5EF4-FFF2-40B4-BE49-F238E27FC236}">
                <a16:creationId xmlns:a16="http://schemas.microsoft.com/office/drawing/2014/main" id="{F5DB37F4-8A0A-4D5D-85C9-F48FB975A802}"/>
              </a:ext>
            </a:extLst>
          </p:cNvPr>
          <p:cNvSpPr>
            <a:spLocks xmlns:a="http://schemas.openxmlformats.org/drawingml/2006/main" noGrp="1"/>
          </p:cNvSpPr>
          <p:nvPr/>
        </p:nvSpPr>
        <p:spPr>
          <a:xfrm xmlns:a="http://schemas.openxmlformats.org/drawingml/2006/main" flipV="1">
            <a:off x="7955280" y="1809750"/>
            <a:ext cx="17145" cy="20002"/>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68" name="image-frozen-tip-0-2">
            <a:extLst xmlns:a="http://schemas.openxmlformats.org/drawingml/2006/main">
              <a:ext uri="{FF2B5EF4-FFF2-40B4-BE49-F238E27FC236}">
                <a16:creationId xmlns:a16="http://schemas.microsoft.com/office/drawing/2014/main" id="{8DEF12A9-0C4E-4F6F-91D9-2786A85E1602}"/>
              </a:ext>
            </a:extLst>
          </p:cNvPr>
          <p:cNvSpPr>
            <a:spLocks xmlns:a="http://schemas.openxmlformats.org/drawingml/2006/main" noGrp="1"/>
          </p:cNvSpPr>
          <p:nvPr/>
        </p:nvSpPr>
        <p:spPr>
          <a:xfrm xmlns:a="http://schemas.openxmlformats.org/drawingml/2006/main" flipV="0">
            <a:off x="7955280" y="1789748"/>
            <a:ext cx="17145" cy="20002"/>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69" name="image-frozen-arm-1-1">
            <a:extLst xmlns:a="http://schemas.openxmlformats.org/drawingml/2006/main">
              <a:ext uri="{FF2B5EF4-FFF2-40B4-BE49-F238E27FC236}">
                <a16:creationId xmlns:a16="http://schemas.microsoft.com/office/drawing/2014/main" id="{94466076-C78A-4E8C-8E69-500B09406CAD}"/>
              </a:ext>
            </a:extLst>
          </p:cNvPr>
          <p:cNvSpPr>
            <a:spLocks xmlns:a="http://schemas.openxmlformats.org/drawingml/2006/main" noGrp="1"/>
          </p:cNvSpPr>
          <p:nvPr/>
        </p:nvSpPr>
        <p:spPr>
          <a:xfrm xmlns:a="http://schemas.openxmlformats.org/drawingml/2006/main" flipV="0">
            <a:off x="7915275" y="1809750"/>
            <a:ext cx="35243" cy="61042"/>
          </a:xfrm>
          <a:prstGeom xmlns:a="http://schemas.openxmlformats.org/drawingml/2006/main" prst="line">
            <a:avLst/>
          </a:prstGeom>
          <a:noFill xmlns:a="http://schemas.openxmlformats.org/drawingml/2006/main"/>
          <a:ln xmlns:a="http://schemas.openxmlformats.org/drawingml/2006/main" w="11906">
            <a:solidFill>
              <a:srgbClr val="6D9BBC"/>
            </a:solidFill>
            <a:prstDash val="solid"/>
          </a:ln>
        </p:spPr>
      </p:sp>
      <p:sp>
        <p:nvSpPr>
          <p:cNvPr id="70" name="image-frozen-tip-1-1">
            <a:extLst xmlns:a="http://schemas.openxmlformats.org/drawingml/2006/main">
              <a:ext uri="{FF2B5EF4-FFF2-40B4-BE49-F238E27FC236}">
                <a16:creationId xmlns:a16="http://schemas.microsoft.com/office/drawing/2014/main" id="{71530966-A693-495C-8966-BF6CB319A3A0}"/>
              </a:ext>
            </a:extLst>
          </p:cNvPr>
          <p:cNvSpPr>
            <a:spLocks xmlns:a="http://schemas.openxmlformats.org/drawingml/2006/main" noGrp="1"/>
          </p:cNvSpPr>
          <p:nvPr/>
        </p:nvSpPr>
        <p:spPr>
          <a:xfrm xmlns:a="http://schemas.openxmlformats.org/drawingml/2006/main" flipV="0">
            <a:off x="7917955" y="1854397"/>
            <a:ext cx="25895" cy="4847"/>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71" name="image-frozen-tip-1-2">
            <a:extLst xmlns:a="http://schemas.openxmlformats.org/drawingml/2006/main">
              <a:ext uri="{FF2B5EF4-FFF2-40B4-BE49-F238E27FC236}">
                <a16:creationId xmlns:a16="http://schemas.microsoft.com/office/drawing/2014/main" id="{F95FC91E-6132-4CDD-9242-D3799EC86BA3}"/>
              </a:ext>
            </a:extLst>
          </p:cNvPr>
          <p:cNvSpPr>
            <a:spLocks xmlns:a="http://schemas.openxmlformats.org/drawingml/2006/main" noGrp="1"/>
          </p:cNvSpPr>
          <p:nvPr/>
        </p:nvSpPr>
        <p:spPr>
          <a:xfrm xmlns:a="http://schemas.openxmlformats.org/drawingml/2006/main" flipV="1">
            <a:off x="7943850" y="1834394"/>
            <a:ext cx="8750" cy="24849"/>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72" name="image-frozen-arm-2-1">
            <a:extLst xmlns:a="http://schemas.openxmlformats.org/drawingml/2006/main">
              <a:ext uri="{FF2B5EF4-FFF2-40B4-BE49-F238E27FC236}">
                <a16:creationId xmlns:a16="http://schemas.microsoft.com/office/drawing/2014/main" id="{F1B182C0-262B-4E02-A079-41D709DAEBD4}"/>
              </a:ext>
            </a:extLst>
          </p:cNvPr>
          <p:cNvSpPr>
            <a:spLocks xmlns:a="http://schemas.openxmlformats.org/drawingml/2006/main" noGrp="1"/>
          </p:cNvSpPr>
          <p:nvPr/>
        </p:nvSpPr>
        <p:spPr>
          <a:xfrm xmlns:a="http://schemas.openxmlformats.org/drawingml/2006/main" flipV="1">
            <a:off x="7880033" y="1809750"/>
            <a:ext cx="35243" cy="61042"/>
          </a:xfrm>
          <a:prstGeom xmlns:a="http://schemas.openxmlformats.org/drawingml/2006/main" prst="line">
            <a:avLst/>
          </a:prstGeom>
          <a:noFill xmlns:a="http://schemas.openxmlformats.org/drawingml/2006/main"/>
          <a:ln xmlns:a="http://schemas.openxmlformats.org/drawingml/2006/main" w="11906">
            <a:solidFill>
              <a:srgbClr val="6D9BBC"/>
            </a:solidFill>
            <a:prstDash val="solid"/>
          </a:ln>
        </p:spPr>
      </p:sp>
      <p:sp>
        <p:nvSpPr>
          <p:cNvPr id="73" name="image-frozen-tip-2-1">
            <a:extLst xmlns:a="http://schemas.openxmlformats.org/drawingml/2006/main">
              <a:ext uri="{FF2B5EF4-FFF2-40B4-BE49-F238E27FC236}">
                <a16:creationId xmlns:a16="http://schemas.microsoft.com/office/drawing/2014/main" id="{02900FB6-08F3-4CDC-9DF3-092E43B8038D}"/>
              </a:ext>
            </a:extLst>
          </p:cNvPr>
          <p:cNvSpPr>
            <a:spLocks xmlns:a="http://schemas.openxmlformats.org/drawingml/2006/main" noGrp="1"/>
          </p:cNvSpPr>
          <p:nvPr/>
        </p:nvSpPr>
        <p:spPr>
          <a:xfrm xmlns:a="http://schemas.openxmlformats.org/drawingml/2006/main" flipV="0">
            <a:off x="7877950" y="1834394"/>
            <a:ext cx="8750" cy="24849"/>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74" name="image-frozen-tip-2-2">
            <a:extLst xmlns:a="http://schemas.openxmlformats.org/drawingml/2006/main">
              <a:ext uri="{FF2B5EF4-FFF2-40B4-BE49-F238E27FC236}">
                <a16:creationId xmlns:a16="http://schemas.microsoft.com/office/drawing/2014/main" id="{A4A83F2A-B1A0-4AB3-85DF-FFBCAE1D73F7}"/>
              </a:ext>
            </a:extLst>
          </p:cNvPr>
          <p:cNvSpPr>
            <a:spLocks xmlns:a="http://schemas.openxmlformats.org/drawingml/2006/main" noGrp="1"/>
          </p:cNvSpPr>
          <p:nvPr/>
        </p:nvSpPr>
        <p:spPr>
          <a:xfrm xmlns:a="http://schemas.openxmlformats.org/drawingml/2006/main" flipV="1">
            <a:off x="7886700" y="1854397"/>
            <a:ext cx="25895" cy="4847"/>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75" name="image-frozen-arm-3-1">
            <a:extLst xmlns:a="http://schemas.openxmlformats.org/drawingml/2006/main">
              <a:ext uri="{FF2B5EF4-FFF2-40B4-BE49-F238E27FC236}">
                <a16:creationId xmlns:a16="http://schemas.microsoft.com/office/drawing/2014/main" id="{35129B51-8800-4C8A-9F8C-546F5576CFA3}"/>
              </a:ext>
            </a:extLst>
          </p:cNvPr>
          <p:cNvSpPr>
            <a:spLocks xmlns:a="http://schemas.openxmlformats.org/drawingml/2006/main" noGrp="1"/>
          </p:cNvSpPr>
          <p:nvPr/>
        </p:nvSpPr>
        <p:spPr>
          <a:xfrm xmlns:a="http://schemas.openxmlformats.org/drawingml/2006/main" flipV="0">
            <a:off x="7844790" y="1809750"/>
            <a:ext cx="70485" cy="95"/>
          </a:xfrm>
          <a:prstGeom xmlns:a="http://schemas.openxmlformats.org/drawingml/2006/main" prst="line">
            <a:avLst/>
          </a:prstGeom>
          <a:noFill xmlns:a="http://schemas.openxmlformats.org/drawingml/2006/main"/>
          <a:ln xmlns:a="http://schemas.openxmlformats.org/drawingml/2006/main" w="11906">
            <a:solidFill>
              <a:srgbClr val="6D9BBC"/>
            </a:solidFill>
            <a:prstDash val="solid"/>
          </a:ln>
        </p:spPr>
      </p:sp>
      <p:sp>
        <p:nvSpPr>
          <p:cNvPr id="76" name="image-frozen-tip-3-1">
            <a:extLst xmlns:a="http://schemas.openxmlformats.org/drawingml/2006/main">
              <a:ext uri="{FF2B5EF4-FFF2-40B4-BE49-F238E27FC236}">
                <a16:creationId xmlns:a16="http://schemas.microsoft.com/office/drawing/2014/main" id="{F63AE65F-EB81-426A-AA1B-00578A88B666}"/>
              </a:ext>
            </a:extLst>
          </p:cNvPr>
          <p:cNvSpPr>
            <a:spLocks xmlns:a="http://schemas.openxmlformats.org/drawingml/2006/main" noGrp="1"/>
          </p:cNvSpPr>
          <p:nvPr/>
        </p:nvSpPr>
        <p:spPr>
          <a:xfrm xmlns:a="http://schemas.openxmlformats.org/drawingml/2006/main" flipV="1">
            <a:off x="7858125" y="1789748"/>
            <a:ext cx="17145" cy="20002"/>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77" name="image-frozen-tip-3-2">
            <a:extLst xmlns:a="http://schemas.openxmlformats.org/drawingml/2006/main">
              <a:ext uri="{FF2B5EF4-FFF2-40B4-BE49-F238E27FC236}">
                <a16:creationId xmlns:a16="http://schemas.microsoft.com/office/drawing/2014/main" id="{E661C947-7F7F-4F47-AE9B-F0D2138A8BF5}"/>
              </a:ext>
            </a:extLst>
          </p:cNvPr>
          <p:cNvSpPr>
            <a:spLocks xmlns:a="http://schemas.openxmlformats.org/drawingml/2006/main" noGrp="1"/>
          </p:cNvSpPr>
          <p:nvPr/>
        </p:nvSpPr>
        <p:spPr>
          <a:xfrm xmlns:a="http://schemas.openxmlformats.org/drawingml/2006/main" flipV="0">
            <a:off x="7858125" y="1809750"/>
            <a:ext cx="17145" cy="20002"/>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78" name="image-frozen-arm-4-1">
            <a:extLst xmlns:a="http://schemas.openxmlformats.org/drawingml/2006/main">
              <a:ext uri="{FF2B5EF4-FFF2-40B4-BE49-F238E27FC236}">
                <a16:creationId xmlns:a16="http://schemas.microsoft.com/office/drawing/2014/main" id="{E909D645-1121-4C3D-83C7-F673DEA8B1D7}"/>
              </a:ext>
            </a:extLst>
          </p:cNvPr>
          <p:cNvSpPr>
            <a:spLocks xmlns:a="http://schemas.openxmlformats.org/drawingml/2006/main" noGrp="1"/>
          </p:cNvSpPr>
          <p:nvPr/>
        </p:nvSpPr>
        <p:spPr>
          <a:xfrm xmlns:a="http://schemas.openxmlformats.org/drawingml/2006/main" flipV="0">
            <a:off x="7880033" y="1748708"/>
            <a:ext cx="35243" cy="61042"/>
          </a:xfrm>
          <a:prstGeom xmlns:a="http://schemas.openxmlformats.org/drawingml/2006/main" prst="line">
            <a:avLst/>
          </a:prstGeom>
          <a:noFill xmlns:a="http://schemas.openxmlformats.org/drawingml/2006/main"/>
          <a:ln xmlns:a="http://schemas.openxmlformats.org/drawingml/2006/main" w="11906">
            <a:solidFill>
              <a:srgbClr val="6D9BBC"/>
            </a:solidFill>
            <a:prstDash val="solid"/>
          </a:ln>
        </p:spPr>
      </p:sp>
      <p:sp>
        <p:nvSpPr>
          <p:cNvPr id="79" name="image-frozen-tip-4-1">
            <a:extLst xmlns:a="http://schemas.openxmlformats.org/drawingml/2006/main">
              <a:ext uri="{FF2B5EF4-FFF2-40B4-BE49-F238E27FC236}">
                <a16:creationId xmlns:a16="http://schemas.microsoft.com/office/drawing/2014/main" id="{B3F8B21D-7684-40BF-B6EF-582915BF7627}"/>
              </a:ext>
            </a:extLst>
          </p:cNvPr>
          <p:cNvSpPr>
            <a:spLocks xmlns:a="http://schemas.openxmlformats.org/drawingml/2006/main" noGrp="1"/>
          </p:cNvSpPr>
          <p:nvPr/>
        </p:nvSpPr>
        <p:spPr>
          <a:xfrm xmlns:a="http://schemas.openxmlformats.org/drawingml/2006/main" flipV="0">
            <a:off x="7886700" y="1760257"/>
            <a:ext cx="25895" cy="4847"/>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80" name="image-frozen-tip-4-2">
            <a:extLst xmlns:a="http://schemas.openxmlformats.org/drawingml/2006/main">
              <a:ext uri="{FF2B5EF4-FFF2-40B4-BE49-F238E27FC236}">
                <a16:creationId xmlns:a16="http://schemas.microsoft.com/office/drawing/2014/main" id="{6E6DF066-A98A-427A-AEEB-03E871B1F0E2}"/>
              </a:ext>
            </a:extLst>
          </p:cNvPr>
          <p:cNvSpPr>
            <a:spLocks xmlns:a="http://schemas.openxmlformats.org/drawingml/2006/main" noGrp="1"/>
          </p:cNvSpPr>
          <p:nvPr/>
        </p:nvSpPr>
        <p:spPr>
          <a:xfrm xmlns:a="http://schemas.openxmlformats.org/drawingml/2006/main" flipV="1">
            <a:off x="7877950" y="1760257"/>
            <a:ext cx="8750" cy="24849"/>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81" name="image-frozen-arm-5-1">
            <a:extLst xmlns:a="http://schemas.openxmlformats.org/drawingml/2006/main">
              <a:ext uri="{FF2B5EF4-FFF2-40B4-BE49-F238E27FC236}">
                <a16:creationId xmlns:a16="http://schemas.microsoft.com/office/drawing/2014/main" id="{8300408D-BF4F-4A2B-B52E-6F3163355435}"/>
              </a:ext>
            </a:extLst>
          </p:cNvPr>
          <p:cNvSpPr>
            <a:spLocks xmlns:a="http://schemas.openxmlformats.org/drawingml/2006/main" noGrp="1"/>
          </p:cNvSpPr>
          <p:nvPr/>
        </p:nvSpPr>
        <p:spPr>
          <a:xfrm xmlns:a="http://schemas.openxmlformats.org/drawingml/2006/main" flipV="1">
            <a:off x="7915275" y="1748708"/>
            <a:ext cx="35243" cy="61042"/>
          </a:xfrm>
          <a:prstGeom xmlns:a="http://schemas.openxmlformats.org/drawingml/2006/main" prst="line">
            <a:avLst/>
          </a:prstGeom>
          <a:noFill xmlns:a="http://schemas.openxmlformats.org/drawingml/2006/main"/>
          <a:ln xmlns:a="http://schemas.openxmlformats.org/drawingml/2006/main" w="11906">
            <a:solidFill>
              <a:srgbClr val="6D9BBC"/>
            </a:solidFill>
            <a:prstDash val="solid"/>
          </a:ln>
        </p:spPr>
      </p:sp>
      <p:sp>
        <p:nvSpPr>
          <p:cNvPr id="82" name="image-frozen-tip-5-1">
            <a:extLst xmlns:a="http://schemas.openxmlformats.org/drawingml/2006/main">
              <a:ext uri="{FF2B5EF4-FFF2-40B4-BE49-F238E27FC236}">
                <a16:creationId xmlns:a16="http://schemas.microsoft.com/office/drawing/2014/main" id="{30EDDA2E-4E97-44E1-B341-B791C658A0A6}"/>
              </a:ext>
            </a:extLst>
          </p:cNvPr>
          <p:cNvSpPr>
            <a:spLocks xmlns:a="http://schemas.openxmlformats.org/drawingml/2006/main" noGrp="1"/>
          </p:cNvSpPr>
          <p:nvPr/>
        </p:nvSpPr>
        <p:spPr>
          <a:xfrm xmlns:a="http://schemas.openxmlformats.org/drawingml/2006/main" flipV="0">
            <a:off x="7943850" y="1760257"/>
            <a:ext cx="8750" cy="24849"/>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83" name="image-frozen-tip-5-2">
            <a:extLst xmlns:a="http://schemas.openxmlformats.org/drawingml/2006/main">
              <a:ext uri="{FF2B5EF4-FFF2-40B4-BE49-F238E27FC236}">
                <a16:creationId xmlns:a16="http://schemas.microsoft.com/office/drawing/2014/main" id="{7F68B555-AAE3-45EF-96FA-4F3FFA972352}"/>
              </a:ext>
            </a:extLst>
          </p:cNvPr>
          <p:cNvSpPr>
            <a:spLocks xmlns:a="http://schemas.openxmlformats.org/drawingml/2006/main" noGrp="1"/>
          </p:cNvSpPr>
          <p:nvPr/>
        </p:nvSpPr>
        <p:spPr>
          <a:xfrm xmlns:a="http://schemas.openxmlformats.org/drawingml/2006/main" flipV="1">
            <a:off x="7917955" y="1760257"/>
            <a:ext cx="25895" cy="4847"/>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84" name="image-embedding-arrow-1">
            <a:extLst xmlns:a="http://schemas.openxmlformats.org/drawingml/2006/main">
              <a:ext uri="{FF2B5EF4-FFF2-40B4-BE49-F238E27FC236}">
                <a16:creationId xmlns:a16="http://schemas.microsoft.com/office/drawing/2014/main" id="{CB08CDEC-9817-4676-BC50-D234920CC904}"/>
              </a:ext>
            </a:extLst>
          </p:cNvPr>
          <p:cNvSpPr>
            <a:spLocks xmlns:a="http://schemas.openxmlformats.org/drawingml/2006/main" noGrp="1"/>
          </p:cNvSpPr>
          <p:nvPr/>
        </p:nvSpPr>
        <p:spPr>
          <a:xfrm xmlns:a="http://schemas.openxmlformats.org/drawingml/2006/main" flipV="0">
            <a:off x="8115300" y="1952625"/>
            <a:ext cx="152400" cy="95"/>
          </a:xfrm>
          <a:prstGeom xmlns:a="http://schemas.openxmlformats.org/drawingml/2006/main" prst="line">
            <a:avLst/>
          </a:prstGeom>
          <a:noFill xmlns:a="http://schemas.openxmlformats.org/drawingml/2006/main"/>
          <a:ln xmlns:a="http://schemas.openxmlformats.org/drawingml/2006/main" w="20955">
            <a:solidFill>
              <a:srgbClr val="779ABB"/>
            </a:solidFill>
            <a:prstDash val="solid"/>
          </a:ln>
        </p:spPr>
      </p:sp>
      <p:sp>
        <p:nvSpPr>
          <p:cNvPr id="85" name="image-embedding-arrow-head">
            <a:extLst xmlns:a="http://schemas.openxmlformats.org/drawingml/2006/main">
              <a:ext uri="{FF2B5EF4-FFF2-40B4-BE49-F238E27FC236}">
                <a16:creationId xmlns:a16="http://schemas.microsoft.com/office/drawing/2014/main" id="{5793B56E-9063-402C-9F68-BCDB61E3A7FB}"/>
              </a:ext>
            </a:extLst>
          </p:cNvPr>
          <p:cNvSpPr>
            <a:spLocks xmlns:a="http://schemas.openxmlformats.org/drawingml/2006/main" noGrp="1"/>
          </p:cNvSpPr>
          <p:nvPr/>
        </p:nvSpPr>
        <p:spPr>
          <a:xfrm xmlns:a="http://schemas.openxmlformats.org/drawingml/2006/main">
            <a:off x="8143875" y="190500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779ABB"/>
          </a:solidFill>
          <a:ln xmlns:a="http://schemas.openxmlformats.org/drawingml/2006/main" w="15240">
            <a:noFill/>
          </a:ln>
        </p:spPr>
      </p:sp>
      <p:sp>
        <p:nvSpPr>
          <p:cNvPr id="86" name="image-embedding-0">
            <a:extLst xmlns:a="http://schemas.openxmlformats.org/drawingml/2006/main">
              <a:ext uri="{FF2B5EF4-FFF2-40B4-BE49-F238E27FC236}">
                <a16:creationId xmlns:a16="http://schemas.microsoft.com/office/drawing/2014/main" id="{BACB4243-851B-40A2-97D4-13C1DD98E288}"/>
              </a:ext>
            </a:extLst>
          </p:cNvPr>
          <p:cNvSpPr>
            <a:spLocks xmlns:a="http://schemas.openxmlformats.org/drawingml/2006/main" noGrp="1"/>
          </p:cNvSpPr>
          <p:nvPr/>
        </p:nvSpPr>
        <p:spPr>
          <a:xfrm xmlns:a="http://schemas.openxmlformats.org/drawingml/2006/main">
            <a:off x="8315325" y="1828800"/>
            <a:ext cx="114300" cy="257175"/>
          </a:xfrm>
          <a:prstGeom xmlns:a="http://schemas.openxmlformats.org/drawingml/2006/main" prst="roundRect">
            <a:avLst>
              <a:gd name="adj" fmla="val 8333"/>
            </a:avLst>
          </a:prstGeom>
          <a:solidFill xmlns:a="http://schemas.openxmlformats.org/drawingml/2006/main">
            <a:srgbClr val="8AA9C3"/>
          </a:solidFill>
          <a:ln xmlns:a="http://schemas.openxmlformats.org/drawingml/2006/main" w="9525">
            <a:solidFill>
              <a:srgbClr val="FFFFFF"/>
            </a:solidFill>
          </a:ln>
        </p:spPr>
      </p:sp>
      <p:sp>
        <p:nvSpPr>
          <p:cNvPr id="87" name="image-embedding-1">
            <a:extLst xmlns:a="http://schemas.openxmlformats.org/drawingml/2006/main">
              <a:ext uri="{FF2B5EF4-FFF2-40B4-BE49-F238E27FC236}">
                <a16:creationId xmlns:a16="http://schemas.microsoft.com/office/drawing/2014/main" id="{A7415F40-231C-4D87-BDC6-9C0ABD014788}"/>
              </a:ext>
            </a:extLst>
          </p:cNvPr>
          <p:cNvSpPr>
            <a:spLocks xmlns:a="http://schemas.openxmlformats.org/drawingml/2006/main" noGrp="1"/>
          </p:cNvSpPr>
          <p:nvPr/>
        </p:nvSpPr>
        <p:spPr>
          <a:xfrm xmlns:a="http://schemas.openxmlformats.org/drawingml/2006/main">
            <a:off x="8448675" y="1828800"/>
            <a:ext cx="114300" cy="257175"/>
          </a:xfrm>
          <a:prstGeom xmlns:a="http://schemas.openxmlformats.org/drawingml/2006/main" prst="roundRect">
            <a:avLst>
              <a:gd name="adj" fmla="val 8333"/>
            </a:avLst>
          </a:prstGeom>
          <a:solidFill xmlns:a="http://schemas.openxmlformats.org/drawingml/2006/main">
            <a:srgbClr val="C9D8E4"/>
          </a:solidFill>
          <a:ln xmlns:a="http://schemas.openxmlformats.org/drawingml/2006/main" w="9525">
            <a:solidFill>
              <a:srgbClr val="FFFFFF"/>
            </a:solidFill>
          </a:ln>
        </p:spPr>
      </p:sp>
      <p:sp>
        <p:nvSpPr>
          <p:cNvPr id="88" name="image-embedding-2">
            <a:extLst xmlns:a="http://schemas.openxmlformats.org/drawingml/2006/main">
              <a:ext uri="{FF2B5EF4-FFF2-40B4-BE49-F238E27FC236}">
                <a16:creationId xmlns:a16="http://schemas.microsoft.com/office/drawing/2014/main" id="{C3775ECB-D2E8-4BDB-99E3-CEDF274F3523}"/>
              </a:ext>
            </a:extLst>
          </p:cNvPr>
          <p:cNvSpPr>
            <a:spLocks xmlns:a="http://schemas.openxmlformats.org/drawingml/2006/main" noGrp="1"/>
          </p:cNvSpPr>
          <p:nvPr/>
        </p:nvSpPr>
        <p:spPr>
          <a:xfrm xmlns:a="http://schemas.openxmlformats.org/drawingml/2006/main">
            <a:off x="8582025" y="1828800"/>
            <a:ext cx="114300" cy="257175"/>
          </a:xfrm>
          <a:prstGeom xmlns:a="http://schemas.openxmlformats.org/drawingml/2006/main" prst="roundRect">
            <a:avLst>
              <a:gd name="adj" fmla="val 8333"/>
            </a:avLst>
          </a:prstGeom>
          <a:solidFill xmlns:a="http://schemas.openxmlformats.org/drawingml/2006/main">
            <a:srgbClr val="AFC5D8"/>
          </a:solidFill>
          <a:ln xmlns:a="http://schemas.openxmlformats.org/drawingml/2006/main" w="9525">
            <a:solidFill>
              <a:srgbClr val="FFFFFF"/>
            </a:solidFill>
          </a:ln>
        </p:spPr>
      </p:sp>
      <p:sp>
        <p:nvSpPr>
          <p:cNvPr id="89" name="image-embedding-3">
            <a:extLst xmlns:a="http://schemas.openxmlformats.org/drawingml/2006/main">
              <a:ext uri="{FF2B5EF4-FFF2-40B4-BE49-F238E27FC236}">
                <a16:creationId xmlns:a16="http://schemas.microsoft.com/office/drawing/2014/main" id="{CA1D5473-8503-4F97-AF9A-3F0589819539}"/>
              </a:ext>
            </a:extLst>
          </p:cNvPr>
          <p:cNvSpPr>
            <a:spLocks xmlns:a="http://schemas.openxmlformats.org/drawingml/2006/main" noGrp="1"/>
          </p:cNvSpPr>
          <p:nvPr/>
        </p:nvSpPr>
        <p:spPr>
          <a:xfrm xmlns:a="http://schemas.openxmlformats.org/drawingml/2006/main">
            <a:off x="8715375" y="1828800"/>
            <a:ext cx="114300" cy="257175"/>
          </a:xfrm>
          <a:prstGeom xmlns:a="http://schemas.openxmlformats.org/drawingml/2006/main" prst="roundRect">
            <a:avLst>
              <a:gd name="adj" fmla="val 8333"/>
            </a:avLst>
          </a:prstGeom>
          <a:solidFill xmlns:a="http://schemas.openxmlformats.org/drawingml/2006/main">
            <a:srgbClr val="E0EBF4"/>
          </a:solidFill>
          <a:ln xmlns:a="http://schemas.openxmlformats.org/drawingml/2006/main" w="9525">
            <a:solidFill>
              <a:srgbClr val="FFFFFF"/>
            </a:solidFill>
          </a:ln>
        </p:spPr>
      </p:sp>
      <p:sp>
        <p:nvSpPr>
          <p:cNvPr id="90" name="image-embedding-4">
            <a:extLst xmlns:a="http://schemas.openxmlformats.org/drawingml/2006/main">
              <a:ext uri="{FF2B5EF4-FFF2-40B4-BE49-F238E27FC236}">
                <a16:creationId xmlns:a16="http://schemas.microsoft.com/office/drawing/2014/main" id="{004D4FCD-A463-476F-A09D-7C13D61EAAB2}"/>
              </a:ext>
            </a:extLst>
          </p:cNvPr>
          <p:cNvSpPr>
            <a:spLocks xmlns:a="http://schemas.openxmlformats.org/drawingml/2006/main" noGrp="1"/>
          </p:cNvSpPr>
          <p:nvPr/>
        </p:nvSpPr>
        <p:spPr>
          <a:xfrm xmlns:a="http://schemas.openxmlformats.org/drawingml/2006/main">
            <a:off x="8848725" y="1828800"/>
            <a:ext cx="114300" cy="257175"/>
          </a:xfrm>
          <a:prstGeom xmlns:a="http://schemas.openxmlformats.org/drawingml/2006/main" prst="roundRect">
            <a:avLst>
              <a:gd name="adj" fmla="val 8333"/>
            </a:avLst>
          </a:prstGeom>
          <a:solidFill xmlns:a="http://schemas.openxmlformats.org/drawingml/2006/main">
            <a:srgbClr val="8AA9C3"/>
          </a:solidFill>
          <a:ln xmlns:a="http://schemas.openxmlformats.org/drawingml/2006/main" w="9525">
            <a:solidFill>
              <a:srgbClr val="FFFFFF"/>
            </a:solidFill>
          </a:ln>
        </p:spPr>
      </p:sp>
      <p:sp>
        <p:nvSpPr>
          <p:cNvPr id="91" name="hidden-title">
            <a:extLst xmlns:a="http://schemas.openxmlformats.org/drawingml/2006/main">
              <a:ext uri="{FF2B5EF4-FFF2-40B4-BE49-F238E27FC236}">
                <a16:creationId xmlns:a16="http://schemas.microsoft.com/office/drawing/2014/main" id="{BD8DDC46-BA0C-48DF-8CD7-3D42309171C2}"/>
              </a:ext>
            </a:extLst>
          </p:cNvPr>
          <p:cNvSpPr>
            <a:spLocks xmlns:a="http://schemas.openxmlformats.org/drawingml/2006/main" noGrp="1"/>
          </p:cNvSpPr>
          <p:nvPr/>
        </p:nvSpPr>
        <p:spPr>
          <a:xfrm xmlns:a="http://schemas.openxmlformats.org/drawingml/2006/main">
            <a:off x="6181725" y="2409825"/>
            <a:ext cx="2066925"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i="0">
                <a:solidFill>
                  <a:srgbClr val="2B3540"/>
                </a:solidFill>
                <a:latin typeface="Times New Roman"/>
                <a:ea typeface="Times New Roman"/>
                <a:cs typeface="Times New Roman"/>
              </a:defRPr>
            </a:pPr>
            <a:r>
              <a:rPr sz="2100" b="1" i="0">
                <a:solidFill>
                  <a:srgbClr val="2B3540"/>
                </a:solidFill>
                <a:latin typeface="Times New Roman"/>
                <a:ea typeface="Times New Roman"/>
                <a:cs typeface="Times New Roman"/>
              </a:rPr>
              <a:t>Hidden state</a:t>
            </a:r>
          </a:p>
        </p:txBody>
      </p:sp>
      <p:sp>
        <p:nvSpPr>
          <p:cNvPr id="92" name="hidden-plane-2">
            <a:extLst xmlns:a="http://schemas.openxmlformats.org/drawingml/2006/main">
              <a:ext uri="{FF2B5EF4-FFF2-40B4-BE49-F238E27FC236}">
                <a16:creationId xmlns:a16="http://schemas.microsoft.com/office/drawing/2014/main" id="{BCD09641-B821-400F-ADFF-EB81277BBCF2}"/>
              </a:ext>
            </a:extLst>
          </p:cNvPr>
          <p:cNvSpPr>
            <a:spLocks xmlns:a="http://schemas.openxmlformats.org/drawingml/2006/main" noGrp="1"/>
          </p:cNvSpPr>
          <p:nvPr/>
        </p:nvSpPr>
        <p:spPr>
          <a:xfrm xmlns:a="http://schemas.openxmlformats.org/drawingml/2006/main">
            <a:off x="6477000" y="2705100"/>
            <a:ext cx="1057275" cy="428625"/>
          </a:xfrm>
          <a:prstGeom xmlns:a="http://schemas.openxmlformats.org/drawingml/2006/main" prst="roundRect">
            <a:avLst>
              <a:gd name="adj" fmla="val 2222"/>
            </a:avLst>
          </a:prstGeom>
          <a:solidFill xmlns:a="http://schemas.openxmlformats.org/drawingml/2006/main">
            <a:srgbClr val="EEF3E8"/>
          </a:solidFill>
          <a:ln xmlns:a="http://schemas.openxmlformats.org/drawingml/2006/main" w="10478">
            <a:solidFill>
              <a:srgbClr val="AABB9F"/>
            </a:solidFill>
          </a:ln>
        </p:spPr>
      </p:sp>
      <p:sp>
        <p:nvSpPr>
          <p:cNvPr id="93" name="hidden-plane-1">
            <a:extLst xmlns:a="http://schemas.openxmlformats.org/drawingml/2006/main">
              <a:ext uri="{FF2B5EF4-FFF2-40B4-BE49-F238E27FC236}">
                <a16:creationId xmlns:a16="http://schemas.microsoft.com/office/drawing/2014/main" id="{BA3DDEB6-C189-4BC7-84A2-5157C0B4064F}"/>
              </a:ext>
            </a:extLst>
          </p:cNvPr>
          <p:cNvSpPr>
            <a:spLocks xmlns:a="http://schemas.openxmlformats.org/drawingml/2006/main" noGrp="1"/>
          </p:cNvSpPr>
          <p:nvPr/>
        </p:nvSpPr>
        <p:spPr>
          <a:xfrm xmlns:a="http://schemas.openxmlformats.org/drawingml/2006/main">
            <a:off x="6410325" y="2733675"/>
            <a:ext cx="1057275" cy="428625"/>
          </a:xfrm>
          <a:prstGeom xmlns:a="http://schemas.openxmlformats.org/drawingml/2006/main" prst="roundRect">
            <a:avLst>
              <a:gd name="adj" fmla="val 2222"/>
            </a:avLst>
          </a:prstGeom>
          <a:solidFill xmlns:a="http://schemas.openxmlformats.org/drawingml/2006/main">
            <a:srgbClr val="EEF3E8"/>
          </a:solidFill>
          <a:ln xmlns:a="http://schemas.openxmlformats.org/drawingml/2006/main" w="10478">
            <a:solidFill>
              <a:srgbClr val="AABB9F"/>
            </a:solidFill>
          </a:ln>
        </p:spPr>
      </p:sp>
      <p:sp>
        <p:nvSpPr>
          <p:cNvPr id="94" name="hidden-plane-0">
            <a:extLst xmlns:a="http://schemas.openxmlformats.org/drawingml/2006/main">
              <a:ext uri="{FF2B5EF4-FFF2-40B4-BE49-F238E27FC236}">
                <a16:creationId xmlns:a16="http://schemas.microsoft.com/office/drawing/2014/main" id="{8AA44559-6DBE-4C2E-B120-36307F9F14A1}"/>
              </a:ext>
            </a:extLst>
          </p:cNvPr>
          <p:cNvSpPr>
            <a:spLocks xmlns:a="http://schemas.openxmlformats.org/drawingml/2006/main" noGrp="1"/>
          </p:cNvSpPr>
          <p:nvPr/>
        </p:nvSpPr>
        <p:spPr>
          <a:xfrm xmlns:a="http://schemas.openxmlformats.org/drawingml/2006/main">
            <a:off x="6343650" y="2762250"/>
            <a:ext cx="1057275" cy="428625"/>
          </a:xfrm>
          <a:prstGeom xmlns:a="http://schemas.openxmlformats.org/drawingml/2006/main" prst="roundRect">
            <a:avLst>
              <a:gd name="adj" fmla="val 2222"/>
            </a:avLst>
          </a:prstGeom>
          <a:solidFill xmlns:a="http://schemas.openxmlformats.org/drawingml/2006/main">
            <a:srgbClr val="EEF3E8"/>
          </a:solidFill>
          <a:ln xmlns:a="http://schemas.openxmlformats.org/drawingml/2006/main" w="10478">
            <a:solidFill>
              <a:srgbClr val="AABB9F"/>
            </a:solidFill>
          </a:ln>
        </p:spPr>
      </p:sp>
      <p:sp>
        <p:nvSpPr>
          <p:cNvPr id="95" name="hidden-image-color-0-0">
            <a:extLst xmlns:a="http://schemas.openxmlformats.org/drawingml/2006/main">
              <a:ext uri="{FF2B5EF4-FFF2-40B4-BE49-F238E27FC236}">
                <a16:creationId xmlns:a16="http://schemas.microsoft.com/office/drawing/2014/main" id="{BF83052F-5D92-4028-881A-F106E5089DD9}"/>
              </a:ext>
            </a:extLst>
          </p:cNvPr>
          <p:cNvSpPr>
            <a:spLocks xmlns:a="http://schemas.openxmlformats.org/drawingml/2006/main" noGrp="1"/>
          </p:cNvSpPr>
          <p:nvPr/>
        </p:nvSpPr>
        <p:spPr>
          <a:xfrm xmlns:a="http://schemas.openxmlformats.org/drawingml/2006/main">
            <a:off x="6381750" y="2800350"/>
            <a:ext cx="77153" cy="25241"/>
          </a:xfrm>
          <a:prstGeom xmlns:a="http://schemas.openxmlformats.org/drawingml/2006/main" prst="rect">
            <a:avLst/>
          </a:prstGeom>
          <a:solidFill xmlns:a="http://schemas.openxmlformats.org/drawingml/2006/main">
            <a:srgbClr val="625648"/>
          </a:solidFill>
          <a:ln xmlns:a="http://schemas.openxmlformats.org/drawingml/2006/main" w="15240">
            <a:noFill/>
          </a:ln>
        </p:spPr>
      </p:sp>
      <p:sp>
        <p:nvSpPr>
          <p:cNvPr id="96" name="hidden-image-color-1-0">
            <a:extLst xmlns:a="http://schemas.openxmlformats.org/drawingml/2006/main">
              <a:ext uri="{FF2B5EF4-FFF2-40B4-BE49-F238E27FC236}">
                <a16:creationId xmlns:a16="http://schemas.microsoft.com/office/drawing/2014/main" id="{9BF98F40-32AA-4D70-B3DD-4A7BCAFC8885}"/>
              </a:ext>
            </a:extLst>
          </p:cNvPr>
          <p:cNvSpPr>
            <a:spLocks xmlns:a="http://schemas.openxmlformats.org/drawingml/2006/main" noGrp="1"/>
          </p:cNvSpPr>
          <p:nvPr/>
        </p:nvSpPr>
        <p:spPr>
          <a:xfrm xmlns:a="http://schemas.openxmlformats.org/drawingml/2006/main">
            <a:off x="6463665" y="2800350"/>
            <a:ext cx="77153" cy="25241"/>
          </a:xfrm>
          <a:prstGeom xmlns:a="http://schemas.openxmlformats.org/drawingml/2006/main" prst="rect">
            <a:avLst/>
          </a:prstGeom>
          <a:solidFill xmlns:a="http://schemas.openxmlformats.org/drawingml/2006/main">
            <a:srgbClr val="5B574E"/>
          </a:solidFill>
          <a:ln xmlns:a="http://schemas.openxmlformats.org/drawingml/2006/main" w="15240">
            <a:noFill/>
          </a:ln>
        </p:spPr>
      </p:sp>
      <p:sp>
        <p:nvSpPr>
          <p:cNvPr id="97" name="hidden-image-color-2-0">
            <a:extLst xmlns:a="http://schemas.openxmlformats.org/drawingml/2006/main">
              <a:ext uri="{FF2B5EF4-FFF2-40B4-BE49-F238E27FC236}">
                <a16:creationId xmlns:a16="http://schemas.microsoft.com/office/drawing/2014/main" id="{5B6812EE-0D6F-4758-BA26-1DE4483634DE}"/>
              </a:ext>
            </a:extLst>
          </p:cNvPr>
          <p:cNvSpPr>
            <a:spLocks xmlns:a="http://schemas.openxmlformats.org/drawingml/2006/main" noGrp="1"/>
          </p:cNvSpPr>
          <p:nvPr/>
        </p:nvSpPr>
        <p:spPr>
          <a:xfrm xmlns:a="http://schemas.openxmlformats.org/drawingml/2006/main">
            <a:off x="6545580" y="2800350"/>
            <a:ext cx="77153" cy="25241"/>
          </a:xfrm>
          <a:prstGeom xmlns:a="http://schemas.openxmlformats.org/drawingml/2006/main" prst="rect">
            <a:avLst/>
          </a:prstGeom>
          <a:solidFill xmlns:a="http://schemas.openxmlformats.org/drawingml/2006/main">
            <a:srgbClr val="050504"/>
          </a:solidFill>
          <a:ln xmlns:a="http://schemas.openxmlformats.org/drawingml/2006/main" w="15240">
            <a:noFill/>
          </a:ln>
        </p:spPr>
      </p:sp>
      <p:sp>
        <p:nvSpPr>
          <p:cNvPr id="98" name="hidden-image-color-3-0">
            <a:extLst xmlns:a="http://schemas.openxmlformats.org/drawingml/2006/main">
              <a:ext uri="{FF2B5EF4-FFF2-40B4-BE49-F238E27FC236}">
                <a16:creationId xmlns:a16="http://schemas.microsoft.com/office/drawing/2014/main" id="{A8527BDB-940B-40B4-A15B-74894DEEFDF5}"/>
              </a:ext>
            </a:extLst>
          </p:cNvPr>
          <p:cNvSpPr>
            <a:spLocks xmlns:a="http://schemas.openxmlformats.org/drawingml/2006/main" noGrp="1"/>
          </p:cNvSpPr>
          <p:nvPr/>
        </p:nvSpPr>
        <p:spPr>
          <a:xfrm xmlns:a="http://schemas.openxmlformats.org/drawingml/2006/main">
            <a:off x="6627495" y="2800350"/>
            <a:ext cx="77153" cy="25241"/>
          </a:xfrm>
          <a:prstGeom xmlns:a="http://schemas.openxmlformats.org/drawingml/2006/main" prst="rect">
            <a:avLst/>
          </a:prstGeom>
          <a:solidFill xmlns:a="http://schemas.openxmlformats.org/drawingml/2006/main">
            <a:srgbClr val="1A1916"/>
          </a:solidFill>
          <a:ln xmlns:a="http://schemas.openxmlformats.org/drawingml/2006/main" w="15240">
            <a:noFill/>
          </a:ln>
        </p:spPr>
      </p:sp>
      <p:sp>
        <p:nvSpPr>
          <p:cNvPr id="99" name="hidden-image-color-4-0">
            <a:extLst xmlns:a="http://schemas.openxmlformats.org/drawingml/2006/main">
              <a:ext uri="{FF2B5EF4-FFF2-40B4-BE49-F238E27FC236}">
                <a16:creationId xmlns:a16="http://schemas.microsoft.com/office/drawing/2014/main" id="{2E4B9E15-AB4F-458A-BC74-8294A5E65FC3}"/>
              </a:ext>
            </a:extLst>
          </p:cNvPr>
          <p:cNvSpPr>
            <a:spLocks xmlns:a="http://schemas.openxmlformats.org/drawingml/2006/main" noGrp="1"/>
          </p:cNvSpPr>
          <p:nvPr/>
        </p:nvSpPr>
        <p:spPr>
          <a:xfrm xmlns:a="http://schemas.openxmlformats.org/drawingml/2006/main">
            <a:off x="6709410" y="2800350"/>
            <a:ext cx="77153" cy="25241"/>
          </a:xfrm>
          <a:prstGeom xmlns:a="http://schemas.openxmlformats.org/drawingml/2006/main" prst="rect">
            <a:avLst/>
          </a:prstGeom>
          <a:solidFill xmlns:a="http://schemas.openxmlformats.org/drawingml/2006/main">
            <a:srgbClr val="6F6D62"/>
          </a:solidFill>
          <a:ln xmlns:a="http://schemas.openxmlformats.org/drawingml/2006/main" w="15240">
            <a:noFill/>
          </a:ln>
        </p:spPr>
      </p:sp>
      <p:sp>
        <p:nvSpPr>
          <p:cNvPr id="100" name="hidden-image-color-5-0">
            <a:extLst xmlns:a="http://schemas.openxmlformats.org/drawingml/2006/main">
              <a:ext uri="{FF2B5EF4-FFF2-40B4-BE49-F238E27FC236}">
                <a16:creationId xmlns:a16="http://schemas.microsoft.com/office/drawing/2014/main" id="{D5063623-E1B4-4C64-91D6-BA71E436F4E3}"/>
              </a:ext>
            </a:extLst>
          </p:cNvPr>
          <p:cNvSpPr>
            <a:spLocks xmlns:a="http://schemas.openxmlformats.org/drawingml/2006/main" noGrp="1"/>
          </p:cNvSpPr>
          <p:nvPr/>
        </p:nvSpPr>
        <p:spPr>
          <a:xfrm xmlns:a="http://schemas.openxmlformats.org/drawingml/2006/main">
            <a:off x="6791325" y="2800350"/>
            <a:ext cx="77153" cy="25241"/>
          </a:xfrm>
          <a:prstGeom xmlns:a="http://schemas.openxmlformats.org/drawingml/2006/main" prst="rect">
            <a:avLst/>
          </a:prstGeom>
          <a:solidFill xmlns:a="http://schemas.openxmlformats.org/drawingml/2006/main">
            <a:srgbClr val="62635A"/>
          </a:solidFill>
          <a:ln xmlns:a="http://schemas.openxmlformats.org/drawingml/2006/main" w="15240">
            <a:noFill/>
          </a:ln>
        </p:spPr>
      </p:sp>
      <p:sp>
        <p:nvSpPr>
          <p:cNvPr id="101" name="hidden-image-color-6-0">
            <a:extLst xmlns:a="http://schemas.openxmlformats.org/drawingml/2006/main">
              <a:ext uri="{FF2B5EF4-FFF2-40B4-BE49-F238E27FC236}">
                <a16:creationId xmlns:a16="http://schemas.microsoft.com/office/drawing/2014/main" id="{C668D7D1-58BA-4064-B866-1B01136DE6D4}"/>
              </a:ext>
            </a:extLst>
          </p:cNvPr>
          <p:cNvSpPr>
            <a:spLocks xmlns:a="http://schemas.openxmlformats.org/drawingml/2006/main" noGrp="1"/>
          </p:cNvSpPr>
          <p:nvPr/>
        </p:nvSpPr>
        <p:spPr>
          <a:xfrm xmlns:a="http://schemas.openxmlformats.org/drawingml/2006/main">
            <a:off x="6873240" y="2800350"/>
            <a:ext cx="77153" cy="25241"/>
          </a:xfrm>
          <a:prstGeom xmlns:a="http://schemas.openxmlformats.org/drawingml/2006/main" prst="rect">
            <a:avLst/>
          </a:prstGeom>
          <a:solidFill xmlns:a="http://schemas.openxmlformats.org/drawingml/2006/main">
            <a:srgbClr val="696963"/>
          </a:solidFill>
          <a:ln xmlns:a="http://schemas.openxmlformats.org/drawingml/2006/main" w="15240">
            <a:noFill/>
          </a:ln>
        </p:spPr>
      </p:sp>
      <p:sp>
        <p:nvSpPr>
          <p:cNvPr id="102" name="hidden-image-color-7-0">
            <a:extLst xmlns:a="http://schemas.openxmlformats.org/drawingml/2006/main">
              <a:ext uri="{FF2B5EF4-FFF2-40B4-BE49-F238E27FC236}">
                <a16:creationId xmlns:a16="http://schemas.microsoft.com/office/drawing/2014/main" id="{16973871-EDB7-4EB0-836B-A8C859603E2E}"/>
              </a:ext>
            </a:extLst>
          </p:cNvPr>
          <p:cNvSpPr>
            <a:spLocks xmlns:a="http://schemas.openxmlformats.org/drawingml/2006/main" noGrp="1"/>
          </p:cNvSpPr>
          <p:nvPr/>
        </p:nvSpPr>
        <p:spPr>
          <a:xfrm xmlns:a="http://schemas.openxmlformats.org/drawingml/2006/main">
            <a:off x="6955155" y="2800350"/>
            <a:ext cx="77153" cy="25241"/>
          </a:xfrm>
          <a:prstGeom xmlns:a="http://schemas.openxmlformats.org/drawingml/2006/main" prst="rect">
            <a:avLst/>
          </a:prstGeom>
          <a:solidFill xmlns:a="http://schemas.openxmlformats.org/drawingml/2006/main">
            <a:srgbClr val="6E6A63"/>
          </a:solidFill>
          <a:ln xmlns:a="http://schemas.openxmlformats.org/drawingml/2006/main" w="15240">
            <a:noFill/>
          </a:ln>
        </p:spPr>
      </p:sp>
      <p:sp>
        <p:nvSpPr>
          <p:cNvPr id="103" name="hidden-image-color-8-0">
            <a:extLst xmlns:a="http://schemas.openxmlformats.org/drawingml/2006/main">
              <a:ext uri="{FF2B5EF4-FFF2-40B4-BE49-F238E27FC236}">
                <a16:creationId xmlns:a16="http://schemas.microsoft.com/office/drawing/2014/main" id="{5C591A20-7455-41E3-9C6F-B55CC9DE6D1F}"/>
              </a:ext>
            </a:extLst>
          </p:cNvPr>
          <p:cNvSpPr>
            <a:spLocks xmlns:a="http://schemas.openxmlformats.org/drawingml/2006/main" noGrp="1"/>
          </p:cNvSpPr>
          <p:nvPr/>
        </p:nvSpPr>
        <p:spPr>
          <a:xfrm xmlns:a="http://schemas.openxmlformats.org/drawingml/2006/main">
            <a:off x="7037070" y="2800350"/>
            <a:ext cx="77153" cy="25241"/>
          </a:xfrm>
          <a:prstGeom xmlns:a="http://schemas.openxmlformats.org/drawingml/2006/main" prst="rect">
            <a:avLst/>
          </a:prstGeom>
          <a:solidFill xmlns:a="http://schemas.openxmlformats.org/drawingml/2006/main">
            <a:srgbClr val="4F4A41"/>
          </a:solidFill>
          <a:ln xmlns:a="http://schemas.openxmlformats.org/drawingml/2006/main" w="15240">
            <a:noFill/>
          </a:ln>
        </p:spPr>
      </p:sp>
      <p:sp>
        <p:nvSpPr>
          <p:cNvPr id="104" name="hidden-image-color-9-0">
            <a:extLst xmlns:a="http://schemas.openxmlformats.org/drawingml/2006/main">
              <a:ext uri="{FF2B5EF4-FFF2-40B4-BE49-F238E27FC236}">
                <a16:creationId xmlns:a16="http://schemas.microsoft.com/office/drawing/2014/main" id="{FB121550-B0BA-4878-BF74-97B2F4F07579}"/>
              </a:ext>
            </a:extLst>
          </p:cNvPr>
          <p:cNvSpPr>
            <a:spLocks xmlns:a="http://schemas.openxmlformats.org/drawingml/2006/main" noGrp="1"/>
          </p:cNvSpPr>
          <p:nvPr/>
        </p:nvSpPr>
        <p:spPr>
          <a:xfrm xmlns:a="http://schemas.openxmlformats.org/drawingml/2006/main">
            <a:off x="7118985" y="2800350"/>
            <a:ext cx="77153" cy="25241"/>
          </a:xfrm>
          <a:prstGeom xmlns:a="http://schemas.openxmlformats.org/drawingml/2006/main" prst="rect">
            <a:avLst/>
          </a:prstGeom>
          <a:solidFill xmlns:a="http://schemas.openxmlformats.org/drawingml/2006/main">
            <a:srgbClr val="393029"/>
          </a:solidFill>
          <a:ln xmlns:a="http://schemas.openxmlformats.org/drawingml/2006/main" w="15240">
            <a:noFill/>
          </a:ln>
        </p:spPr>
      </p:sp>
      <p:sp>
        <p:nvSpPr>
          <p:cNvPr id="105" name="hidden-image-color-10-0">
            <a:extLst xmlns:a="http://schemas.openxmlformats.org/drawingml/2006/main">
              <a:ext uri="{FF2B5EF4-FFF2-40B4-BE49-F238E27FC236}">
                <a16:creationId xmlns:a16="http://schemas.microsoft.com/office/drawing/2014/main" id="{34D108D1-2369-4CA0-B371-D4AB32BAE55B}"/>
              </a:ext>
            </a:extLst>
          </p:cNvPr>
          <p:cNvSpPr>
            <a:spLocks xmlns:a="http://schemas.openxmlformats.org/drawingml/2006/main" noGrp="1"/>
          </p:cNvSpPr>
          <p:nvPr/>
        </p:nvSpPr>
        <p:spPr>
          <a:xfrm xmlns:a="http://schemas.openxmlformats.org/drawingml/2006/main">
            <a:off x="7200900" y="2800350"/>
            <a:ext cx="77153" cy="25241"/>
          </a:xfrm>
          <a:prstGeom xmlns:a="http://schemas.openxmlformats.org/drawingml/2006/main" prst="rect">
            <a:avLst/>
          </a:prstGeom>
          <a:solidFill xmlns:a="http://schemas.openxmlformats.org/drawingml/2006/main">
            <a:srgbClr val="534941"/>
          </a:solidFill>
          <a:ln xmlns:a="http://schemas.openxmlformats.org/drawingml/2006/main" w="15240">
            <a:noFill/>
          </a:ln>
        </p:spPr>
      </p:sp>
      <p:sp>
        <p:nvSpPr>
          <p:cNvPr id="106" name="hidden-image-color-11-0">
            <a:extLst xmlns:a="http://schemas.openxmlformats.org/drawingml/2006/main">
              <a:ext uri="{FF2B5EF4-FFF2-40B4-BE49-F238E27FC236}">
                <a16:creationId xmlns:a16="http://schemas.microsoft.com/office/drawing/2014/main" id="{A02F1A72-1832-43FF-8CC8-D7E8128CB1E7}"/>
              </a:ext>
            </a:extLst>
          </p:cNvPr>
          <p:cNvSpPr>
            <a:spLocks xmlns:a="http://schemas.openxmlformats.org/drawingml/2006/main" noGrp="1"/>
          </p:cNvSpPr>
          <p:nvPr/>
        </p:nvSpPr>
        <p:spPr>
          <a:xfrm xmlns:a="http://schemas.openxmlformats.org/drawingml/2006/main">
            <a:off x="7282815" y="2800350"/>
            <a:ext cx="77153" cy="25241"/>
          </a:xfrm>
          <a:prstGeom xmlns:a="http://schemas.openxmlformats.org/drawingml/2006/main" prst="rect">
            <a:avLst/>
          </a:prstGeom>
          <a:solidFill xmlns:a="http://schemas.openxmlformats.org/drawingml/2006/main">
            <a:srgbClr val="8A847C"/>
          </a:solidFill>
          <a:ln xmlns:a="http://schemas.openxmlformats.org/drawingml/2006/main" w="15240">
            <a:noFill/>
          </a:ln>
        </p:spPr>
      </p:sp>
      <p:sp>
        <p:nvSpPr>
          <p:cNvPr id="107" name="hidden-image-color-0-1">
            <a:extLst xmlns:a="http://schemas.openxmlformats.org/drawingml/2006/main">
              <a:ext uri="{FF2B5EF4-FFF2-40B4-BE49-F238E27FC236}">
                <a16:creationId xmlns:a16="http://schemas.microsoft.com/office/drawing/2014/main" id="{4DFB2AC8-18D8-48AF-B365-EBD03D2A1A7D}"/>
              </a:ext>
            </a:extLst>
          </p:cNvPr>
          <p:cNvSpPr>
            <a:spLocks xmlns:a="http://schemas.openxmlformats.org/drawingml/2006/main" noGrp="1"/>
          </p:cNvSpPr>
          <p:nvPr/>
        </p:nvSpPr>
        <p:spPr>
          <a:xfrm xmlns:a="http://schemas.openxmlformats.org/drawingml/2006/main">
            <a:off x="6381750" y="2829401"/>
            <a:ext cx="77153" cy="25241"/>
          </a:xfrm>
          <a:prstGeom xmlns:a="http://schemas.openxmlformats.org/drawingml/2006/main" prst="rect">
            <a:avLst/>
          </a:prstGeom>
          <a:solidFill xmlns:a="http://schemas.openxmlformats.org/drawingml/2006/main">
            <a:srgbClr val="5B5448"/>
          </a:solidFill>
          <a:ln xmlns:a="http://schemas.openxmlformats.org/drawingml/2006/main" w="15240">
            <a:noFill/>
          </a:ln>
        </p:spPr>
      </p:sp>
      <p:sp>
        <p:nvSpPr>
          <p:cNvPr id="108" name="hidden-image-color-1-1">
            <a:extLst xmlns:a="http://schemas.openxmlformats.org/drawingml/2006/main">
              <a:ext uri="{FF2B5EF4-FFF2-40B4-BE49-F238E27FC236}">
                <a16:creationId xmlns:a16="http://schemas.microsoft.com/office/drawing/2014/main" id="{3B979DBD-35A5-44A7-BEF7-93A76E7B3BB5}"/>
              </a:ext>
            </a:extLst>
          </p:cNvPr>
          <p:cNvSpPr>
            <a:spLocks xmlns:a="http://schemas.openxmlformats.org/drawingml/2006/main" noGrp="1"/>
          </p:cNvSpPr>
          <p:nvPr/>
        </p:nvSpPr>
        <p:spPr>
          <a:xfrm xmlns:a="http://schemas.openxmlformats.org/drawingml/2006/main">
            <a:off x="6463665" y="2829401"/>
            <a:ext cx="77153" cy="25241"/>
          </a:xfrm>
          <a:prstGeom xmlns:a="http://schemas.openxmlformats.org/drawingml/2006/main" prst="rect">
            <a:avLst/>
          </a:prstGeom>
          <a:solidFill xmlns:a="http://schemas.openxmlformats.org/drawingml/2006/main">
            <a:srgbClr val="3C3B35"/>
          </a:solidFill>
          <a:ln xmlns:a="http://schemas.openxmlformats.org/drawingml/2006/main" w="15240">
            <a:noFill/>
          </a:ln>
        </p:spPr>
      </p:sp>
      <p:sp>
        <p:nvSpPr>
          <p:cNvPr id="109" name="hidden-image-color-2-1">
            <a:extLst xmlns:a="http://schemas.openxmlformats.org/drawingml/2006/main">
              <a:ext uri="{FF2B5EF4-FFF2-40B4-BE49-F238E27FC236}">
                <a16:creationId xmlns:a16="http://schemas.microsoft.com/office/drawing/2014/main" id="{5580C8E7-8C7C-4C03-B958-89B44BA26B6D}"/>
              </a:ext>
            </a:extLst>
          </p:cNvPr>
          <p:cNvSpPr>
            <a:spLocks xmlns:a="http://schemas.openxmlformats.org/drawingml/2006/main" noGrp="1"/>
          </p:cNvSpPr>
          <p:nvPr/>
        </p:nvSpPr>
        <p:spPr>
          <a:xfrm xmlns:a="http://schemas.openxmlformats.org/drawingml/2006/main">
            <a:off x="6545580" y="2829401"/>
            <a:ext cx="77153" cy="25241"/>
          </a:xfrm>
          <a:prstGeom xmlns:a="http://schemas.openxmlformats.org/drawingml/2006/main" prst="rect">
            <a:avLst/>
          </a:prstGeom>
          <a:solidFill xmlns:a="http://schemas.openxmlformats.org/drawingml/2006/main">
            <a:srgbClr val="020202"/>
          </a:solidFill>
          <a:ln xmlns:a="http://schemas.openxmlformats.org/drawingml/2006/main" w="15240">
            <a:noFill/>
          </a:ln>
        </p:spPr>
      </p:sp>
      <p:sp>
        <p:nvSpPr>
          <p:cNvPr id="110" name="hidden-image-color-3-1">
            <a:extLst xmlns:a="http://schemas.openxmlformats.org/drawingml/2006/main">
              <a:ext uri="{FF2B5EF4-FFF2-40B4-BE49-F238E27FC236}">
                <a16:creationId xmlns:a16="http://schemas.microsoft.com/office/drawing/2014/main" id="{13FB138E-CA03-47B6-9521-465976F21101}"/>
              </a:ext>
            </a:extLst>
          </p:cNvPr>
          <p:cNvSpPr>
            <a:spLocks xmlns:a="http://schemas.openxmlformats.org/drawingml/2006/main" noGrp="1"/>
          </p:cNvSpPr>
          <p:nvPr/>
        </p:nvSpPr>
        <p:spPr>
          <a:xfrm xmlns:a="http://schemas.openxmlformats.org/drawingml/2006/main">
            <a:off x="6627495" y="2829401"/>
            <a:ext cx="77153" cy="25241"/>
          </a:xfrm>
          <a:prstGeom xmlns:a="http://schemas.openxmlformats.org/drawingml/2006/main" prst="rect">
            <a:avLst/>
          </a:prstGeom>
          <a:solidFill xmlns:a="http://schemas.openxmlformats.org/drawingml/2006/main">
            <a:srgbClr val="181816"/>
          </a:solidFill>
          <a:ln xmlns:a="http://schemas.openxmlformats.org/drawingml/2006/main" w="15240">
            <a:noFill/>
          </a:ln>
        </p:spPr>
      </p:sp>
      <p:sp>
        <p:nvSpPr>
          <p:cNvPr id="111" name="hidden-image-color-4-1">
            <a:extLst xmlns:a="http://schemas.openxmlformats.org/drawingml/2006/main">
              <a:ext uri="{FF2B5EF4-FFF2-40B4-BE49-F238E27FC236}">
                <a16:creationId xmlns:a16="http://schemas.microsoft.com/office/drawing/2014/main" id="{AD958365-87C5-458C-BE0D-48464B177F49}"/>
              </a:ext>
            </a:extLst>
          </p:cNvPr>
          <p:cNvSpPr>
            <a:spLocks xmlns:a="http://schemas.openxmlformats.org/drawingml/2006/main" noGrp="1"/>
          </p:cNvSpPr>
          <p:nvPr/>
        </p:nvSpPr>
        <p:spPr>
          <a:xfrm xmlns:a="http://schemas.openxmlformats.org/drawingml/2006/main">
            <a:off x="6709410" y="2829401"/>
            <a:ext cx="77153" cy="25241"/>
          </a:xfrm>
          <a:prstGeom xmlns:a="http://schemas.openxmlformats.org/drawingml/2006/main" prst="rect">
            <a:avLst/>
          </a:prstGeom>
          <a:solidFill xmlns:a="http://schemas.openxmlformats.org/drawingml/2006/main">
            <a:srgbClr val="474740"/>
          </a:solidFill>
          <a:ln xmlns:a="http://schemas.openxmlformats.org/drawingml/2006/main" w="15240">
            <a:noFill/>
          </a:ln>
        </p:spPr>
      </p:sp>
      <p:sp>
        <p:nvSpPr>
          <p:cNvPr id="112" name="hidden-image-color-5-1">
            <a:extLst xmlns:a="http://schemas.openxmlformats.org/drawingml/2006/main">
              <a:ext uri="{FF2B5EF4-FFF2-40B4-BE49-F238E27FC236}">
                <a16:creationId xmlns:a16="http://schemas.microsoft.com/office/drawing/2014/main" id="{5E53ACE6-A5A8-4C7F-8AA5-AD49C6803533}"/>
              </a:ext>
            </a:extLst>
          </p:cNvPr>
          <p:cNvSpPr>
            <a:spLocks xmlns:a="http://schemas.openxmlformats.org/drawingml/2006/main" noGrp="1"/>
          </p:cNvSpPr>
          <p:nvPr/>
        </p:nvSpPr>
        <p:spPr>
          <a:xfrm xmlns:a="http://schemas.openxmlformats.org/drawingml/2006/main">
            <a:off x="6791325" y="2829401"/>
            <a:ext cx="77153" cy="25241"/>
          </a:xfrm>
          <a:prstGeom xmlns:a="http://schemas.openxmlformats.org/drawingml/2006/main" prst="rect">
            <a:avLst/>
          </a:prstGeom>
          <a:solidFill xmlns:a="http://schemas.openxmlformats.org/drawingml/2006/main">
            <a:srgbClr val="22221F"/>
          </a:solidFill>
          <a:ln xmlns:a="http://schemas.openxmlformats.org/drawingml/2006/main" w="15240">
            <a:noFill/>
          </a:ln>
        </p:spPr>
      </p:sp>
      <p:sp>
        <p:nvSpPr>
          <p:cNvPr id="113" name="hidden-image-color-6-1">
            <a:extLst xmlns:a="http://schemas.openxmlformats.org/drawingml/2006/main">
              <a:ext uri="{FF2B5EF4-FFF2-40B4-BE49-F238E27FC236}">
                <a16:creationId xmlns:a16="http://schemas.microsoft.com/office/drawing/2014/main" id="{7D2053B7-5E6D-4206-94A0-E06B90557F91}"/>
              </a:ext>
            </a:extLst>
          </p:cNvPr>
          <p:cNvSpPr>
            <a:spLocks xmlns:a="http://schemas.openxmlformats.org/drawingml/2006/main" noGrp="1"/>
          </p:cNvSpPr>
          <p:nvPr/>
        </p:nvSpPr>
        <p:spPr>
          <a:xfrm xmlns:a="http://schemas.openxmlformats.org/drawingml/2006/main">
            <a:off x="6873240" y="2829401"/>
            <a:ext cx="77153" cy="25241"/>
          </a:xfrm>
          <a:prstGeom xmlns:a="http://schemas.openxmlformats.org/drawingml/2006/main" prst="rect">
            <a:avLst/>
          </a:prstGeom>
          <a:solidFill xmlns:a="http://schemas.openxmlformats.org/drawingml/2006/main">
            <a:srgbClr val="3A3934"/>
          </a:solidFill>
          <a:ln xmlns:a="http://schemas.openxmlformats.org/drawingml/2006/main" w="15240">
            <a:noFill/>
          </a:ln>
        </p:spPr>
      </p:sp>
      <p:sp>
        <p:nvSpPr>
          <p:cNvPr id="114" name="hidden-image-color-7-1">
            <a:extLst xmlns:a="http://schemas.openxmlformats.org/drawingml/2006/main">
              <a:ext uri="{FF2B5EF4-FFF2-40B4-BE49-F238E27FC236}">
                <a16:creationId xmlns:a16="http://schemas.microsoft.com/office/drawing/2014/main" id="{3DCCEB65-9152-4F18-8962-005FF1D45A98}"/>
              </a:ext>
            </a:extLst>
          </p:cNvPr>
          <p:cNvSpPr>
            <a:spLocks xmlns:a="http://schemas.openxmlformats.org/drawingml/2006/main" noGrp="1"/>
          </p:cNvSpPr>
          <p:nvPr/>
        </p:nvSpPr>
        <p:spPr>
          <a:xfrm xmlns:a="http://schemas.openxmlformats.org/drawingml/2006/main">
            <a:off x="6955155" y="2829401"/>
            <a:ext cx="77153" cy="25241"/>
          </a:xfrm>
          <a:prstGeom xmlns:a="http://schemas.openxmlformats.org/drawingml/2006/main" prst="rect">
            <a:avLst/>
          </a:prstGeom>
          <a:solidFill xmlns:a="http://schemas.openxmlformats.org/drawingml/2006/main">
            <a:srgbClr val="4E4D45"/>
          </a:solidFill>
          <a:ln xmlns:a="http://schemas.openxmlformats.org/drawingml/2006/main" w="15240">
            <a:noFill/>
          </a:ln>
        </p:spPr>
      </p:sp>
      <p:sp>
        <p:nvSpPr>
          <p:cNvPr id="115" name="hidden-image-color-8-1">
            <a:extLst xmlns:a="http://schemas.openxmlformats.org/drawingml/2006/main">
              <a:ext uri="{FF2B5EF4-FFF2-40B4-BE49-F238E27FC236}">
                <a16:creationId xmlns:a16="http://schemas.microsoft.com/office/drawing/2014/main" id="{34DB7A73-D6A3-4358-AF9F-56149E893421}"/>
              </a:ext>
            </a:extLst>
          </p:cNvPr>
          <p:cNvSpPr>
            <a:spLocks xmlns:a="http://schemas.openxmlformats.org/drawingml/2006/main" noGrp="1"/>
          </p:cNvSpPr>
          <p:nvPr/>
        </p:nvSpPr>
        <p:spPr>
          <a:xfrm xmlns:a="http://schemas.openxmlformats.org/drawingml/2006/main">
            <a:off x="7037070" y="2829401"/>
            <a:ext cx="77153" cy="25241"/>
          </a:xfrm>
          <a:prstGeom xmlns:a="http://schemas.openxmlformats.org/drawingml/2006/main" prst="rect">
            <a:avLst/>
          </a:prstGeom>
          <a:solidFill xmlns:a="http://schemas.openxmlformats.org/drawingml/2006/main">
            <a:srgbClr val="63645A"/>
          </a:solidFill>
          <a:ln xmlns:a="http://schemas.openxmlformats.org/drawingml/2006/main" w="15240">
            <a:noFill/>
          </a:ln>
        </p:spPr>
      </p:sp>
      <p:sp>
        <p:nvSpPr>
          <p:cNvPr id="116" name="hidden-image-color-9-1">
            <a:extLst xmlns:a="http://schemas.openxmlformats.org/drawingml/2006/main">
              <a:ext uri="{FF2B5EF4-FFF2-40B4-BE49-F238E27FC236}">
                <a16:creationId xmlns:a16="http://schemas.microsoft.com/office/drawing/2014/main" id="{458553F7-681D-4BFC-B82E-DA11D3E5A7E0}"/>
              </a:ext>
            </a:extLst>
          </p:cNvPr>
          <p:cNvSpPr>
            <a:spLocks xmlns:a="http://schemas.openxmlformats.org/drawingml/2006/main" noGrp="1"/>
          </p:cNvSpPr>
          <p:nvPr/>
        </p:nvSpPr>
        <p:spPr>
          <a:xfrm xmlns:a="http://schemas.openxmlformats.org/drawingml/2006/main">
            <a:off x="7118985" y="2829401"/>
            <a:ext cx="77153" cy="25241"/>
          </a:xfrm>
          <a:prstGeom xmlns:a="http://schemas.openxmlformats.org/drawingml/2006/main" prst="rect">
            <a:avLst/>
          </a:prstGeom>
          <a:solidFill xmlns:a="http://schemas.openxmlformats.org/drawingml/2006/main">
            <a:srgbClr val="5B5148"/>
          </a:solidFill>
          <a:ln xmlns:a="http://schemas.openxmlformats.org/drawingml/2006/main" w="15240">
            <a:noFill/>
          </a:ln>
        </p:spPr>
      </p:sp>
      <p:sp>
        <p:nvSpPr>
          <p:cNvPr id="117" name="hidden-image-color-10-1">
            <a:extLst xmlns:a="http://schemas.openxmlformats.org/drawingml/2006/main">
              <a:ext uri="{FF2B5EF4-FFF2-40B4-BE49-F238E27FC236}">
                <a16:creationId xmlns:a16="http://schemas.microsoft.com/office/drawing/2014/main" id="{AE433B9A-D5B4-4A9C-AE9B-DDB1B0B93DE1}"/>
              </a:ext>
            </a:extLst>
          </p:cNvPr>
          <p:cNvSpPr>
            <a:spLocks xmlns:a="http://schemas.openxmlformats.org/drawingml/2006/main" noGrp="1"/>
          </p:cNvSpPr>
          <p:nvPr/>
        </p:nvSpPr>
        <p:spPr>
          <a:xfrm xmlns:a="http://schemas.openxmlformats.org/drawingml/2006/main">
            <a:off x="7200900" y="2829401"/>
            <a:ext cx="77153" cy="25241"/>
          </a:xfrm>
          <a:prstGeom xmlns:a="http://schemas.openxmlformats.org/drawingml/2006/main" prst="rect">
            <a:avLst/>
          </a:prstGeom>
          <a:solidFill xmlns:a="http://schemas.openxmlformats.org/drawingml/2006/main">
            <a:srgbClr val="826E65"/>
          </a:solidFill>
          <a:ln xmlns:a="http://schemas.openxmlformats.org/drawingml/2006/main" w="15240">
            <a:noFill/>
          </a:ln>
        </p:spPr>
      </p:sp>
      <p:sp>
        <p:nvSpPr>
          <p:cNvPr id="118" name="hidden-image-color-11-1">
            <a:extLst xmlns:a="http://schemas.openxmlformats.org/drawingml/2006/main">
              <a:ext uri="{FF2B5EF4-FFF2-40B4-BE49-F238E27FC236}">
                <a16:creationId xmlns:a16="http://schemas.microsoft.com/office/drawing/2014/main" id="{E1B14302-D460-4456-8751-F0AAA2671AED}"/>
              </a:ext>
            </a:extLst>
          </p:cNvPr>
          <p:cNvSpPr>
            <a:spLocks xmlns:a="http://schemas.openxmlformats.org/drawingml/2006/main" noGrp="1"/>
          </p:cNvSpPr>
          <p:nvPr/>
        </p:nvSpPr>
        <p:spPr>
          <a:xfrm xmlns:a="http://schemas.openxmlformats.org/drawingml/2006/main">
            <a:off x="7282815" y="2829401"/>
            <a:ext cx="77153" cy="25241"/>
          </a:xfrm>
          <a:prstGeom xmlns:a="http://schemas.openxmlformats.org/drawingml/2006/main" prst="rect">
            <a:avLst/>
          </a:prstGeom>
          <a:solidFill xmlns:a="http://schemas.openxmlformats.org/drawingml/2006/main">
            <a:srgbClr val="A47B7B"/>
          </a:solidFill>
          <a:ln xmlns:a="http://schemas.openxmlformats.org/drawingml/2006/main" w="15240">
            <a:noFill/>
          </a:ln>
        </p:spPr>
      </p:sp>
      <p:sp>
        <p:nvSpPr>
          <p:cNvPr id="119" name="hidden-image-color-0-2">
            <a:extLst xmlns:a="http://schemas.openxmlformats.org/drawingml/2006/main">
              <a:ext uri="{FF2B5EF4-FFF2-40B4-BE49-F238E27FC236}">
                <a16:creationId xmlns:a16="http://schemas.microsoft.com/office/drawing/2014/main" id="{BA60E981-5C50-4D20-98E6-2B18E835302C}"/>
              </a:ext>
            </a:extLst>
          </p:cNvPr>
          <p:cNvSpPr>
            <a:spLocks xmlns:a="http://schemas.openxmlformats.org/drawingml/2006/main" noGrp="1"/>
          </p:cNvSpPr>
          <p:nvPr/>
        </p:nvSpPr>
        <p:spPr>
          <a:xfrm xmlns:a="http://schemas.openxmlformats.org/drawingml/2006/main">
            <a:off x="6381750" y="2858453"/>
            <a:ext cx="77153" cy="25241"/>
          </a:xfrm>
          <a:prstGeom xmlns:a="http://schemas.openxmlformats.org/drawingml/2006/main" prst="rect">
            <a:avLst/>
          </a:prstGeom>
          <a:solidFill xmlns:a="http://schemas.openxmlformats.org/drawingml/2006/main">
            <a:srgbClr val="645A46"/>
          </a:solidFill>
          <a:ln xmlns:a="http://schemas.openxmlformats.org/drawingml/2006/main" w="15240">
            <a:noFill/>
          </a:ln>
        </p:spPr>
      </p:sp>
      <p:sp>
        <p:nvSpPr>
          <p:cNvPr id="120" name="hidden-image-color-1-2">
            <a:extLst xmlns:a="http://schemas.openxmlformats.org/drawingml/2006/main">
              <a:ext uri="{FF2B5EF4-FFF2-40B4-BE49-F238E27FC236}">
                <a16:creationId xmlns:a16="http://schemas.microsoft.com/office/drawing/2014/main" id="{97A91405-3AB9-41A8-A4D0-340A6B5941DA}"/>
              </a:ext>
            </a:extLst>
          </p:cNvPr>
          <p:cNvSpPr>
            <a:spLocks xmlns:a="http://schemas.openxmlformats.org/drawingml/2006/main" noGrp="1"/>
          </p:cNvSpPr>
          <p:nvPr/>
        </p:nvSpPr>
        <p:spPr>
          <a:xfrm xmlns:a="http://schemas.openxmlformats.org/drawingml/2006/main">
            <a:off x="6463665" y="2858453"/>
            <a:ext cx="77153" cy="25241"/>
          </a:xfrm>
          <a:prstGeom xmlns:a="http://schemas.openxmlformats.org/drawingml/2006/main" prst="rect">
            <a:avLst/>
          </a:prstGeom>
          <a:solidFill xmlns:a="http://schemas.openxmlformats.org/drawingml/2006/main">
            <a:srgbClr val="121211"/>
          </a:solidFill>
          <a:ln xmlns:a="http://schemas.openxmlformats.org/drawingml/2006/main" w="15240">
            <a:noFill/>
          </a:ln>
        </p:spPr>
      </p:sp>
      <p:sp>
        <p:nvSpPr>
          <p:cNvPr id="121" name="hidden-image-color-2-2">
            <a:extLst xmlns:a="http://schemas.openxmlformats.org/drawingml/2006/main">
              <a:ext uri="{FF2B5EF4-FFF2-40B4-BE49-F238E27FC236}">
                <a16:creationId xmlns:a16="http://schemas.microsoft.com/office/drawing/2014/main" id="{93A97537-6C02-45F2-B2A7-623ACE28F085}"/>
              </a:ext>
            </a:extLst>
          </p:cNvPr>
          <p:cNvSpPr>
            <a:spLocks xmlns:a="http://schemas.openxmlformats.org/drawingml/2006/main" noGrp="1"/>
          </p:cNvSpPr>
          <p:nvPr/>
        </p:nvSpPr>
        <p:spPr>
          <a:xfrm xmlns:a="http://schemas.openxmlformats.org/drawingml/2006/main">
            <a:off x="6545580" y="2858453"/>
            <a:ext cx="77153" cy="25241"/>
          </a:xfrm>
          <a:prstGeom xmlns:a="http://schemas.openxmlformats.org/drawingml/2006/main" prst="rect">
            <a:avLst/>
          </a:prstGeom>
          <a:solidFill xmlns:a="http://schemas.openxmlformats.org/drawingml/2006/main">
            <a:srgbClr val="1B1B1B"/>
          </a:solidFill>
          <a:ln xmlns:a="http://schemas.openxmlformats.org/drawingml/2006/main" w="15240">
            <a:noFill/>
          </a:ln>
        </p:spPr>
      </p:sp>
      <p:sp>
        <p:nvSpPr>
          <p:cNvPr id="122" name="hidden-image-color-3-2">
            <a:extLst xmlns:a="http://schemas.openxmlformats.org/drawingml/2006/main">
              <a:ext uri="{FF2B5EF4-FFF2-40B4-BE49-F238E27FC236}">
                <a16:creationId xmlns:a16="http://schemas.microsoft.com/office/drawing/2014/main" id="{6B200505-04F1-488C-8955-B69BD28AC25F}"/>
              </a:ext>
            </a:extLst>
          </p:cNvPr>
          <p:cNvSpPr>
            <a:spLocks xmlns:a="http://schemas.openxmlformats.org/drawingml/2006/main" noGrp="1"/>
          </p:cNvSpPr>
          <p:nvPr/>
        </p:nvSpPr>
        <p:spPr>
          <a:xfrm xmlns:a="http://schemas.openxmlformats.org/drawingml/2006/main">
            <a:off x="6627495" y="2858453"/>
            <a:ext cx="77153" cy="25241"/>
          </a:xfrm>
          <a:prstGeom xmlns:a="http://schemas.openxmlformats.org/drawingml/2006/main" prst="rect">
            <a:avLst/>
          </a:prstGeom>
          <a:solidFill xmlns:a="http://schemas.openxmlformats.org/drawingml/2006/main">
            <a:srgbClr val="22211E"/>
          </a:solidFill>
          <a:ln xmlns:a="http://schemas.openxmlformats.org/drawingml/2006/main" w="15240">
            <a:noFill/>
          </a:ln>
        </p:spPr>
      </p:sp>
      <p:sp>
        <p:nvSpPr>
          <p:cNvPr id="123" name="hidden-image-color-4-2">
            <a:extLst xmlns:a="http://schemas.openxmlformats.org/drawingml/2006/main">
              <a:ext uri="{FF2B5EF4-FFF2-40B4-BE49-F238E27FC236}">
                <a16:creationId xmlns:a16="http://schemas.microsoft.com/office/drawing/2014/main" id="{820FB95C-EB00-42EB-B409-DDC7BE8A880B}"/>
              </a:ext>
            </a:extLst>
          </p:cNvPr>
          <p:cNvSpPr>
            <a:spLocks xmlns:a="http://schemas.openxmlformats.org/drawingml/2006/main" noGrp="1"/>
          </p:cNvSpPr>
          <p:nvPr/>
        </p:nvSpPr>
        <p:spPr>
          <a:xfrm xmlns:a="http://schemas.openxmlformats.org/drawingml/2006/main">
            <a:off x="6709410" y="2858453"/>
            <a:ext cx="77153" cy="25241"/>
          </a:xfrm>
          <a:prstGeom xmlns:a="http://schemas.openxmlformats.org/drawingml/2006/main" prst="rect">
            <a:avLst/>
          </a:prstGeom>
          <a:solidFill xmlns:a="http://schemas.openxmlformats.org/drawingml/2006/main">
            <a:srgbClr val="726D5F"/>
          </a:solidFill>
          <a:ln xmlns:a="http://schemas.openxmlformats.org/drawingml/2006/main" w="15240">
            <a:noFill/>
          </a:ln>
        </p:spPr>
      </p:sp>
      <p:sp>
        <p:nvSpPr>
          <p:cNvPr id="124" name="hidden-image-color-5-2">
            <a:extLst xmlns:a="http://schemas.openxmlformats.org/drawingml/2006/main">
              <a:ext uri="{FF2B5EF4-FFF2-40B4-BE49-F238E27FC236}">
                <a16:creationId xmlns:a16="http://schemas.microsoft.com/office/drawing/2014/main" id="{90EC1EFF-6A22-4E29-A873-A556F90ADE0C}"/>
              </a:ext>
            </a:extLst>
          </p:cNvPr>
          <p:cNvSpPr>
            <a:spLocks xmlns:a="http://schemas.openxmlformats.org/drawingml/2006/main" noGrp="1"/>
          </p:cNvSpPr>
          <p:nvPr/>
        </p:nvSpPr>
        <p:spPr>
          <a:xfrm xmlns:a="http://schemas.openxmlformats.org/drawingml/2006/main">
            <a:off x="6791325" y="2858453"/>
            <a:ext cx="77153" cy="25241"/>
          </a:xfrm>
          <a:prstGeom xmlns:a="http://schemas.openxmlformats.org/drawingml/2006/main" prst="rect">
            <a:avLst/>
          </a:prstGeom>
          <a:solidFill xmlns:a="http://schemas.openxmlformats.org/drawingml/2006/main">
            <a:srgbClr val="6B6756"/>
          </a:solidFill>
          <a:ln xmlns:a="http://schemas.openxmlformats.org/drawingml/2006/main" w="15240">
            <a:noFill/>
          </a:ln>
        </p:spPr>
      </p:sp>
      <p:sp>
        <p:nvSpPr>
          <p:cNvPr id="125" name="hidden-image-color-6-2">
            <a:extLst xmlns:a="http://schemas.openxmlformats.org/drawingml/2006/main">
              <a:ext uri="{FF2B5EF4-FFF2-40B4-BE49-F238E27FC236}">
                <a16:creationId xmlns:a16="http://schemas.microsoft.com/office/drawing/2014/main" id="{7A61A89C-AF41-4966-8B63-24309C826D2A}"/>
              </a:ext>
            </a:extLst>
          </p:cNvPr>
          <p:cNvSpPr>
            <a:spLocks xmlns:a="http://schemas.openxmlformats.org/drawingml/2006/main" noGrp="1"/>
          </p:cNvSpPr>
          <p:nvPr/>
        </p:nvSpPr>
        <p:spPr>
          <a:xfrm xmlns:a="http://schemas.openxmlformats.org/drawingml/2006/main">
            <a:off x="6873240" y="2858453"/>
            <a:ext cx="77153" cy="25241"/>
          </a:xfrm>
          <a:prstGeom xmlns:a="http://schemas.openxmlformats.org/drawingml/2006/main" prst="rect">
            <a:avLst/>
          </a:prstGeom>
          <a:solidFill xmlns:a="http://schemas.openxmlformats.org/drawingml/2006/main">
            <a:srgbClr val="9B9581"/>
          </a:solidFill>
          <a:ln xmlns:a="http://schemas.openxmlformats.org/drawingml/2006/main" w="15240">
            <a:noFill/>
          </a:ln>
        </p:spPr>
      </p:sp>
      <p:sp>
        <p:nvSpPr>
          <p:cNvPr id="126" name="hidden-image-color-7-2">
            <a:extLst xmlns:a="http://schemas.openxmlformats.org/drawingml/2006/main">
              <a:ext uri="{FF2B5EF4-FFF2-40B4-BE49-F238E27FC236}">
                <a16:creationId xmlns:a16="http://schemas.microsoft.com/office/drawing/2014/main" id="{9CF9C505-EB42-4637-8611-11CA33403F7C}"/>
              </a:ext>
            </a:extLst>
          </p:cNvPr>
          <p:cNvSpPr>
            <a:spLocks xmlns:a="http://schemas.openxmlformats.org/drawingml/2006/main" noGrp="1"/>
          </p:cNvSpPr>
          <p:nvPr/>
        </p:nvSpPr>
        <p:spPr>
          <a:xfrm xmlns:a="http://schemas.openxmlformats.org/drawingml/2006/main">
            <a:off x="6955155" y="2858453"/>
            <a:ext cx="77153" cy="25241"/>
          </a:xfrm>
          <a:prstGeom xmlns:a="http://schemas.openxmlformats.org/drawingml/2006/main" prst="rect">
            <a:avLst/>
          </a:prstGeom>
          <a:solidFill xmlns:a="http://schemas.openxmlformats.org/drawingml/2006/main">
            <a:srgbClr val="918B77"/>
          </a:solidFill>
          <a:ln xmlns:a="http://schemas.openxmlformats.org/drawingml/2006/main" w="15240">
            <a:noFill/>
          </a:ln>
        </p:spPr>
      </p:sp>
      <p:sp>
        <p:nvSpPr>
          <p:cNvPr id="127" name="hidden-image-color-8-2">
            <a:extLst xmlns:a="http://schemas.openxmlformats.org/drawingml/2006/main">
              <a:ext uri="{FF2B5EF4-FFF2-40B4-BE49-F238E27FC236}">
                <a16:creationId xmlns:a16="http://schemas.microsoft.com/office/drawing/2014/main" id="{148FD780-1CFC-4563-9B0D-FAA1185621CB}"/>
              </a:ext>
            </a:extLst>
          </p:cNvPr>
          <p:cNvSpPr>
            <a:spLocks xmlns:a="http://schemas.openxmlformats.org/drawingml/2006/main" noGrp="1"/>
          </p:cNvSpPr>
          <p:nvPr/>
        </p:nvSpPr>
        <p:spPr>
          <a:xfrm xmlns:a="http://schemas.openxmlformats.org/drawingml/2006/main">
            <a:off x="7037070" y="2858453"/>
            <a:ext cx="77153" cy="25241"/>
          </a:xfrm>
          <a:prstGeom xmlns:a="http://schemas.openxmlformats.org/drawingml/2006/main" prst="rect">
            <a:avLst/>
          </a:prstGeom>
          <a:solidFill xmlns:a="http://schemas.openxmlformats.org/drawingml/2006/main">
            <a:srgbClr val="6D6C61"/>
          </a:solidFill>
          <a:ln xmlns:a="http://schemas.openxmlformats.org/drawingml/2006/main" w="15240">
            <a:noFill/>
          </a:ln>
        </p:spPr>
      </p:sp>
      <p:sp>
        <p:nvSpPr>
          <p:cNvPr id="128" name="hidden-image-color-9-2">
            <a:extLst xmlns:a="http://schemas.openxmlformats.org/drawingml/2006/main">
              <a:ext uri="{FF2B5EF4-FFF2-40B4-BE49-F238E27FC236}">
                <a16:creationId xmlns:a16="http://schemas.microsoft.com/office/drawing/2014/main" id="{A6E45434-9A58-406C-AB04-EAB04A30A70A}"/>
              </a:ext>
            </a:extLst>
          </p:cNvPr>
          <p:cNvSpPr>
            <a:spLocks xmlns:a="http://schemas.openxmlformats.org/drawingml/2006/main" noGrp="1"/>
          </p:cNvSpPr>
          <p:nvPr/>
        </p:nvSpPr>
        <p:spPr>
          <a:xfrm xmlns:a="http://schemas.openxmlformats.org/drawingml/2006/main">
            <a:off x="7118985" y="2858453"/>
            <a:ext cx="77153" cy="25241"/>
          </a:xfrm>
          <a:prstGeom xmlns:a="http://schemas.openxmlformats.org/drawingml/2006/main" prst="rect">
            <a:avLst/>
          </a:prstGeom>
          <a:solidFill xmlns:a="http://schemas.openxmlformats.org/drawingml/2006/main">
            <a:srgbClr val="393A38"/>
          </a:solidFill>
          <a:ln xmlns:a="http://schemas.openxmlformats.org/drawingml/2006/main" w="15240">
            <a:noFill/>
          </a:ln>
        </p:spPr>
      </p:sp>
      <p:sp>
        <p:nvSpPr>
          <p:cNvPr id="129" name="hidden-image-color-10-2">
            <a:extLst xmlns:a="http://schemas.openxmlformats.org/drawingml/2006/main">
              <a:ext uri="{FF2B5EF4-FFF2-40B4-BE49-F238E27FC236}">
                <a16:creationId xmlns:a16="http://schemas.microsoft.com/office/drawing/2014/main" id="{ADCE77B0-D73E-4D4B-8200-E43375B45199}"/>
              </a:ext>
            </a:extLst>
          </p:cNvPr>
          <p:cNvSpPr>
            <a:spLocks xmlns:a="http://schemas.openxmlformats.org/drawingml/2006/main" noGrp="1"/>
          </p:cNvSpPr>
          <p:nvPr/>
        </p:nvSpPr>
        <p:spPr>
          <a:xfrm xmlns:a="http://schemas.openxmlformats.org/drawingml/2006/main">
            <a:off x="7200900" y="2858453"/>
            <a:ext cx="77153" cy="25241"/>
          </a:xfrm>
          <a:prstGeom xmlns:a="http://schemas.openxmlformats.org/drawingml/2006/main" prst="rect">
            <a:avLst/>
          </a:prstGeom>
          <a:solidFill xmlns:a="http://schemas.openxmlformats.org/drawingml/2006/main">
            <a:srgbClr val="6A5047"/>
          </a:solidFill>
          <a:ln xmlns:a="http://schemas.openxmlformats.org/drawingml/2006/main" w="15240">
            <a:noFill/>
          </a:ln>
        </p:spPr>
      </p:sp>
      <p:sp>
        <p:nvSpPr>
          <p:cNvPr id="130" name="hidden-image-color-11-2">
            <a:extLst xmlns:a="http://schemas.openxmlformats.org/drawingml/2006/main">
              <a:ext uri="{FF2B5EF4-FFF2-40B4-BE49-F238E27FC236}">
                <a16:creationId xmlns:a16="http://schemas.microsoft.com/office/drawing/2014/main" id="{F43A5638-DE5E-4375-92A6-4FBAA4BA6BD7}"/>
              </a:ext>
            </a:extLst>
          </p:cNvPr>
          <p:cNvSpPr>
            <a:spLocks xmlns:a="http://schemas.openxmlformats.org/drawingml/2006/main" noGrp="1"/>
          </p:cNvSpPr>
          <p:nvPr/>
        </p:nvSpPr>
        <p:spPr>
          <a:xfrm xmlns:a="http://schemas.openxmlformats.org/drawingml/2006/main">
            <a:off x="7282815" y="2858453"/>
            <a:ext cx="77153" cy="25241"/>
          </a:xfrm>
          <a:prstGeom xmlns:a="http://schemas.openxmlformats.org/drawingml/2006/main" prst="rect">
            <a:avLst/>
          </a:prstGeom>
          <a:solidFill xmlns:a="http://schemas.openxmlformats.org/drawingml/2006/main">
            <a:srgbClr val="6E332F"/>
          </a:solidFill>
          <a:ln xmlns:a="http://schemas.openxmlformats.org/drawingml/2006/main" w="15240">
            <a:noFill/>
          </a:ln>
        </p:spPr>
      </p:sp>
      <p:sp>
        <p:nvSpPr>
          <p:cNvPr id="131" name="hidden-image-color-0-3">
            <a:extLst xmlns:a="http://schemas.openxmlformats.org/drawingml/2006/main">
              <a:ext uri="{FF2B5EF4-FFF2-40B4-BE49-F238E27FC236}">
                <a16:creationId xmlns:a16="http://schemas.microsoft.com/office/drawing/2014/main" id="{4B423CEF-1137-474B-9E5B-CF9FBB5AC1A1}"/>
              </a:ext>
            </a:extLst>
          </p:cNvPr>
          <p:cNvSpPr>
            <a:spLocks xmlns:a="http://schemas.openxmlformats.org/drawingml/2006/main" noGrp="1"/>
          </p:cNvSpPr>
          <p:nvPr/>
        </p:nvSpPr>
        <p:spPr>
          <a:xfrm xmlns:a="http://schemas.openxmlformats.org/drawingml/2006/main">
            <a:off x="6381750" y="2887504"/>
            <a:ext cx="77153" cy="25241"/>
          </a:xfrm>
          <a:prstGeom xmlns:a="http://schemas.openxmlformats.org/drawingml/2006/main" prst="rect">
            <a:avLst/>
          </a:prstGeom>
          <a:solidFill xmlns:a="http://schemas.openxmlformats.org/drawingml/2006/main">
            <a:srgbClr val="827B69"/>
          </a:solidFill>
          <a:ln xmlns:a="http://schemas.openxmlformats.org/drawingml/2006/main" w="15240">
            <a:noFill/>
          </a:ln>
        </p:spPr>
      </p:sp>
      <p:sp>
        <p:nvSpPr>
          <p:cNvPr id="132" name="hidden-image-color-1-3">
            <a:extLst xmlns:a="http://schemas.openxmlformats.org/drawingml/2006/main">
              <a:ext uri="{FF2B5EF4-FFF2-40B4-BE49-F238E27FC236}">
                <a16:creationId xmlns:a16="http://schemas.microsoft.com/office/drawing/2014/main" id="{3DEA230D-9C76-48B1-B096-D605617AD0B3}"/>
              </a:ext>
            </a:extLst>
          </p:cNvPr>
          <p:cNvSpPr>
            <a:spLocks xmlns:a="http://schemas.openxmlformats.org/drawingml/2006/main" noGrp="1"/>
          </p:cNvSpPr>
          <p:nvPr/>
        </p:nvSpPr>
        <p:spPr>
          <a:xfrm xmlns:a="http://schemas.openxmlformats.org/drawingml/2006/main">
            <a:off x="6463665" y="2887504"/>
            <a:ext cx="77153" cy="25241"/>
          </a:xfrm>
          <a:prstGeom xmlns:a="http://schemas.openxmlformats.org/drawingml/2006/main" prst="rect">
            <a:avLst/>
          </a:prstGeom>
          <a:solidFill xmlns:a="http://schemas.openxmlformats.org/drawingml/2006/main">
            <a:srgbClr val="121210"/>
          </a:solidFill>
          <a:ln xmlns:a="http://schemas.openxmlformats.org/drawingml/2006/main" w="15240">
            <a:noFill/>
          </a:ln>
        </p:spPr>
      </p:sp>
      <p:sp>
        <p:nvSpPr>
          <p:cNvPr id="133" name="hidden-image-color-2-3">
            <a:extLst xmlns:a="http://schemas.openxmlformats.org/drawingml/2006/main">
              <a:ext uri="{FF2B5EF4-FFF2-40B4-BE49-F238E27FC236}">
                <a16:creationId xmlns:a16="http://schemas.microsoft.com/office/drawing/2014/main" id="{3EC105A9-1083-4418-B441-B2353B7FD28F}"/>
              </a:ext>
            </a:extLst>
          </p:cNvPr>
          <p:cNvSpPr>
            <a:spLocks xmlns:a="http://schemas.openxmlformats.org/drawingml/2006/main" noGrp="1"/>
          </p:cNvSpPr>
          <p:nvPr/>
        </p:nvSpPr>
        <p:spPr>
          <a:xfrm xmlns:a="http://schemas.openxmlformats.org/drawingml/2006/main">
            <a:off x="6545580" y="2887504"/>
            <a:ext cx="77153" cy="25241"/>
          </a:xfrm>
          <a:prstGeom xmlns:a="http://schemas.openxmlformats.org/drawingml/2006/main" prst="rect">
            <a:avLst/>
          </a:prstGeom>
          <a:solidFill xmlns:a="http://schemas.openxmlformats.org/drawingml/2006/main">
            <a:srgbClr val="36342E"/>
          </a:solidFill>
          <a:ln xmlns:a="http://schemas.openxmlformats.org/drawingml/2006/main" w="15240">
            <a:noFill/>
          </a:ln>
        </p:spPr>
      </p:sp>
      <p:sp>
        <p:nvSpPr>
          <p:cNvPr id="134" name="hidden-image-color-3-3">
            <a:extLst xmlns:a="http://schemas.openxmlformats.org/drawingml/2006/main">
              <a:ext uri="{FF2B5EF4-FFF2-40B4-BE49-F238E27FC236}">
                <a16:creationId xmlns:a16="http://schemas.microsoft.com/office/drawing/2014/main" id="{B1EB8B18-4B9E-49F0-BBF2-D8A4E4E0E239}"/>
              </a:ext>
            </a:extLst>
          </p:cNvPr>
          <p:cNvSpPr>
            <a:spLocks xmlns:a="http://schemas.openxmlformats.org/drawingml/2006/main" noGrp="1"/>
          </p:cNvSpPr>
          <p:nvPr/>
        </p:nvSpPr>
        <p:spPr>
          <a:xfrm xmlns:a="http://schemas.openxmlformats.org/drawingml/2006/main">
            <a:off x="6627495" y="2887504"/>
            <a:ext cx="77153" cy="25241"/>
          </a:xfrm>
          <a:prstGeom xmlns:a="http://schemas.openxmlformats.org/drawingml/2006/main" prst="rect">
            <a:avLst/>
          </a:prstGeom>
          <a:solidFill xmlns:a="http://schemas.openxmlformats.org/drawingml/2006/main">
            <a:srgbClr val="44433F"/>
          </a:solidFill>
          <a:ln xmlns:a="http://schemas.openxmlformats.org/drawingml/2006/main" w="15240">
            <a:noFill/>
          </a:ln>
        </p:spPr>
      </p:sp>
      <p:sp>
        <p:nvSpPr>
          <p:cNvPr id="135" name="hidden-image-color-4-3">
            <a:extLst xmlns:a="http://schemas.openxmlformats.org/drawingml/2006/main">
              <a:ext uri="{FF2B5EF4-FFF2-40B4-BE49-F238E27FC236}">
                <a16:creationId xmlns:a16="http://schemas.microsoft.com/office/drawing/2014/main" id="{2B2DDFF4-0C59-4CEE-9EA8-B0236FFE7F1C}"/>
              </a:ext>
            </a:extLst>
          </p:cNvPr>
          <p:cNvSpPr>
            <a:spLocks xmlns:a="http://schemas.openxmlformats.org/drawingml/2006/main" noGrp="1"/>
          </p:cNvSpPr>
          <p:nvPr/>
        </p:nvSpPr>
        <p:spPr>
          <a:xfrm xmlns:a="http://schemas.openxmlformats.org/drawingml/2006/main">
            <a:off x="6709410" y="2887504"/>
            <a:ext cx="77153" cy="25241"/>
          </a:xfrm>
          <a:prstGeom xmlns:a="http://schemas.openxmlformats.org/drawingml/2006/main" prst="rect">
            <a:avLst/>
          </a:prstGeom>
          <a:solidFill xmlns:a="http://schemas.openxmlformats.org/drawingml/2006/main">
            <a:srgbClr val="7F7967"/>
          </a:solidFill>
          <a:ln xmlns:a="http://schemas.openxmlformats.org/drawingml/2006/main" w="15240">
            <a:noFill/>
          </a:ln>
        </p:spPr>
      </p:sp>
      <p:sp>
        <p:nvSpPr>
          <p:cNvPr id="136" name="hidden-image-color-5-3">
            <a:extLst xmlns:a="http://schemas.openxmlformats.org/drawingml/2006/main">
              <a:ext uri="{FF2B5EF4-FFF2-40B4-BE49-F238E27FC236}">
                <a16:creationId xmlns:a16="http://schemas.microsoft.com/office/drawing/2014/main" id="{93AA7EDB-B9FC-49F4-A084-D2D034FA403F}"/>
              </a:ext>
            </a:extLst>
          </p:cNvPr>
          <p:cNvSpPr>
            <a:spLocks xmlns:a="http://schemas.openxmlformats.org/drawingml/2006/main" noGrp="1"/>
          </p:cNvSpPr>
          <p:nvPr/>
        </p:nvSpPr>
        <p:spPr>
          <a:xfrm xmlns:a="http://schemas.openxmlformats.org/drawingml/2006/main">
            <a:off x="6791325" y="2887504"/>
            <a:ext cx="77153" cy="25241"/>
          </a:xfrm>
          <a:prstGeom xmlns:a="http://schemas.openxmlformats.org/drawingml/2006/main" prst="rect">
            <a:avLst/>
          </a:prstGeom>
          <a:solidFill xmlns:a="http://schemas.openxmlformats.org/drawingml/2006/main">
            <a:srgbClr val="7E7761"/>
          </a:solidFill>
          <a:ln xmlns:a="http://schemas.openxmlformats.org/drawingml/2006/main" w="15240">
            <a:noFill/>
          </a:ln>
        </p:spPr>
      </p:sp>
      <p:sp>
        <p:nvSpPr>
          <p:cNvPr id="137" name="hidden-image-color-6-3">
            <a:extLst xmlns:a="http://schemas.openxmlformats.org/drawingml/2006/main">
              <a:ext uri="{FF2B5EF4-FFF2-40B4-BE49-F238E27FC236}">
                <a16:creationId xmlns:a16="http://schemas.microsoft.com/office/drawing/2014/main" id="{618032EB-ACDB-4E03-A963-8595AB8C6FA8}"/>
              </a:ext>
            </a:extLst>
          </p:cNvPr>
          <p:cNvSpPr>
            <a:spLocks xmlns:a="http://schemas.openxmlformats.org/drawingml/2006/main" noGrp="1"/>
          </p:cNvSpPr>
          <p:nvPr/>
        </p:nvSpPr>
        <p:spPr>
          <a:xfrm xmlns:a="http://schemas.openxmlformats.org/drawingml/2006/main">
            <a:off x="6873240" y="2887504"/>
            <a:ext cx="77153" cy="25241"/>
          </a:xfrm>
          <a:prstGeom xmlns:a="http://schemas.openxmlformats.org/drawingml/2006/main" prst="rect">
            <a:avLst/>
          </a:prstGeom>
          <a:solidFill xmlns:a="http://schemas.openxmlformats.org/drawingml/2006/main">
            <a:srgbClr val="ABA289"/>
          </a:solidFill>
          <a:ln xmlns:a="http://schemas.openxmlformats.org/drawingml/2006/main" w="15240">
            <a:noFill/>
          </a:ln>
        </p:spPr>
      </p:sp>
      <p:sp>
        <p:nvSpPr>
          <p:cNvPr id="138" name="hidden-image-color-7-3">
            <a:extLst xmlns:a="http://schemas.openxmlformats.org/drawingml/2006/main">
              <a:ext uri="{FF2B5EF4-FFF2-40B4-BE49-F238E27FC236}">
                <a16:creationId xmlns:a16="http://schemas.microsoft.com/office/drawing/2014/main" id="{01FD0236-7561-402D-A9B7-57F8ECC91FAD}"/>
              </a:ext>
            </a:extLst>
          </p:cNvPr>
          <p:cNvSpPr>
            <a:spLocks xmlns:a="http://schemas.openxmlformats.org/drawingml/2006/main" noGrp="1"/>
          </p:cNvSpPr>
          <p:nvPr/>
        </p:nvSpPr>
        <p:spPr>
          <a:xfrm xmlns:a="http://schemas.openxmlformats.org/drawingml/2006/main">
            <a:off x="6955155" y="2887504"/>
            <a:ext cx="77153" cy="25241"/>
          </a:xfrm>
          <a:prstGeom xmlns:a="http://schemas.openxmlformats.org/drawingml/2006/main" prst="rect">
            <a:avLst/>
          </a:prstGeom>
          <a:solidFill xmlns:a="http://schemas.openxmlformats.org/drawingml/2006/main">
            <a:srgbClr val="958D75"/>
          </a:solidFill>
          <a:ln xmlns:a="http://schemas.openxmlformats.org/drawingml/2006/main" w="15240">
            <a:noFill/>
          </a:ln>
        </p:spPr>
      </p:sp>
      <p:sp>
        <p:nvSpPr>
          <p:cNvPr id="139" name="hidden-image-color-8-3">
            <a:extLst xmlns:a="http://schemas.openxmlformats.org/drawingml/2006/main">
              <a:ext uri="{FF2B5EF4-FFF2-40B4-BE49-F238E27FC236}">
                <a16:creationId xmlns:a16="http://schemas.microsoft.com/office/drawing/2014/main" id="{49BFB8C3-C15A-4643-B2B7-3A8D651A1C1B}"/>
              </a:ext>
            </a:extLst>
          </p:cNvPr>
          <p:cNvSpPr>
            <a:spLocks xmlns:a="http://schemas.openxmlformats.org/drawingml/2006/main" noGrp="1"/>
          </p:cNvSpPr>
          <p:nvPr/>
        </p:nvSpPr>
        <p:spPr>
          <a:xfrm xmlns:a="http://schemas.openxmlformats.org/drawingml/2006/main">
            <a:off x="7037070" y="2887504"/>
            <a:ext cx="77153" cy="25241"/>
          </a:xfrm>
          <a:prstGeom xmlns:a="http://schemas.openxmlformats.org/drawingml/2006/main" prst="rect">
            <a:avLst/>
          </a:prstGeom>
          <a:solidFill xmlns:a="http://schemas.openxmlformats.org/drawingml/2006/main">
            <a:srgbClr val="676861"/>
          </a:solidFill>
          <a:ln xmlns:a="http://schemas.openxmlformats.org/drawingml/2006/main" w="15240">
            <a:noFill/>
          </a:ln>
        </p:spPr>
      </p:sp>
      <p:sp>
        <p:nvSpPr>
          <p:cNvPr id="140" name="hidden-image-color-9-3">
            <a:extLst xmlns:a="http://schemas.openxmlformats.org/drawingml/2006/main">
              <a:ext uri="{FF2B5EF4-FFF2-40B4-BE49-F238E27FC236}">
                <a16:creationId xmlns:a16="http://schemas.microsoft.com/office/drawing/2014/main" id="{5FC29D4B-3E68-46D3-B807-5E881C430974}"/>
              </a:ext>
            </a:extLst>
          </p:cNvPr>
          <p:cNvSpPr>
            <a:spLocks xmlns:a="http://schemas.openxmlformats.org/drawingml/2006/main" noGrp="1"/>
          </p:cNvSpPr>
          <p:nvPr/>
        </p:nvSpPr>
        <p:spPr>
          <a:xfrm xmlns:a="http://schemas.openxmlformats.org/drawingml/2006/main">
            <a:off x="7118985" y="2887504"/>
            <a:ext cx="77153" cy="25241"/>
          </a:xfrm>
          <a:prstGeom xmlns:a="http://schemas.openxmlformats.org/drawingml/2006/main" prst="rect">
            <a:avLst/>
          </a:prstGeom>
          <a:solidFill xmlns:a="http://schemas.openxmlformats.org/drawingml/2006/main">
            <a:srgbClr val="464D51"/>
          </a:solidFill>
          <a:ln xmlns:a="http://schemas.openxmlformats.org/drawingml/2006/main" w="15240">
            <a:noFill/>
          </a:ln>
        </p:spPr>
      </p:sp>
      <p:sp>
        <p:nvSpPr>
          <p:cNvPr id="141" name="hidden-image-color-10-3">
            <a:extLst xmlns:a="http://schemas.openxmlformats.org/drawingml/2006/main">
              <a:ext uri="{FF2B5EF4-FFF2-40B4-BE49-F238E27FC236}">
                <a16:creationId xmlns:a16="http://schemas.microsoft.com/office/drawing/2014/main" id="{F751228E-7FF0-4174-9046-19084603A418}"/>
              </a:ext>
            </a:extLst>
          </p:cNvPr>
          <p:cNvSpPr>
            <a:spLocks xmlns:a="http://schemas.openxmlformats.org/drawingml/2006/main" noGrp="1"/>
          </p:cNvSpPr>
          <p:nvPr/>
        </p:nvSpPr>
        <p:spPr>
          <a:xfrm xmlns:a="http://schemas.openxmlformats.org/drawingml/2006/main">
            <a:off x="7200900" y="2887504"/>
            <a:ext cx="77153" cy="25241"/>
          </a:xfrm>
          <a:prstGeom xmlns:a="http://schemas.openxmlformats.org/drawingml/2006/main" prst="rect">
            <a:avLst/>
          </a:prstGeom>
          <a:solidFill xmlns:a="http://schemas.openxmlformats.org/drawingml/2006/main">
            <a:srgbClr val="6D706E"/>
          </a:solidFill>
          <a:ln xmlns:a="http://schemas.openxmlformats.org/drawingml/2006/main" w="15240">
            <a:noFill/>
          </a:ln>
        </p:spPr>
      </p:sp>
      <p:sp>
        <p:nvSpPr>
          <p:cNvPr id="142" name="hidden-image-color-11-3">
            <a:extLst xmlns:a="http://schemas.openxmlformats.org/drawingml/2006/main">
              <a:ext uri="{FF2B5EF4-FFF2-40B4-BE49-F238E27FC236}">
                <a16:creationId xmlns:a16="http://schemas.microsoft.com/office/drawing/2014/main" id="{1683DEA9-3D50-4D3D-B3A7-A60FD540E376}"/>
              </a:ext>
            </a:extLst>
          </p:cNvPr>
          <p:cNvSpPr>
            <a:spLocks xmlns:a="http://schemas.openxmlformats.org/drawingml/2006/main" noGrp="1"/>
          </p:cNvSpPr>
          <p:nvPr/>
        </p:nvSpPr>
        <p:spPr>
          <a:xfrm xmlns:a="http://schemas.openxmlformats.org/drawingml/2006/main">
            <a:off x="7282815" y="2887504"/>
            <a:ext cx="77153" cy="25241"/>
          </a:xfrm>
          <a:prstGeom xmlns:a="http://schemas.openxmlformats.org/drawingml/2006/main" prst="rect">
            <a:avLst/>
          </a:prstGeom>
          <a:solidFill xmlns:a="http://schemas.openxmlformats.org/drawingml/2006/main">
            <a:srgbClr val="A49C87"/>
          </a:solidFill>
          <a:ln xmlns:a="http://schemas.openxmlformats.org/drawingml/2006/main" w="15240">
            <a:noFill/>
          </a:ln>
        </p:spPr>
      </p:sp>
      <p:sp>
        <p:nvSpPr>
          <p:cNvPr id="143" name="hidden-image-color-0-4">
            <a:extLst xmlns:a="http://schemas.openxmlformats.org/drawingml/2006/main">
              <a:ext uri="{FF2B5EF4-FFF2-40B4-BE49-F238E27FC236}">
                <a16:creationId xmlns:a16="http://schemas.microsoft.com/office/drawing/2014/main" id="{68DE391E-51A6-4874-B61D-C5241A5AA84E}"/>
              </a:ext>
            </a:extLst>
          </p:cNvPr>
          <p:cNvSpPr>
            <a:spLocks xmlns:a="http://schemas.openxmlformats.org/drawingml/2006/main" noGrp="1"/>
          </p:cNvSpPr>
          <p:nvPr/>
        </p:nvSpPr>
        <p:spPr>
          <a:xfrm xmlns:a="http://schemas.openxmlformats.org/drawingml/2006/main">
            <a:off x="6381750" y="2916555"/>
            <a:ext cx="77153" cy="25241"/>
          </a:xfrm>
          <a:prstGeom xmlns:a="http://schemas.openxmlformats.org/drawingml/2006/main" prst="rect">
            <a:avLst/>
          </a:prstGeom>
          <a:solidFill xmlns:a="http://schemas.openxmlformats.org/drawingml/2006/main">
            <a:srgbClr val="726D60"/>
          </a:solidFill>
          <a:ln xmlns:a="http://schemas.openxmlformats.org/drawingml/2006/main" w="15240">
            <a:noFill/>
          </a:ln>
        </p:spPr>
      </p:sp>
      <p:sp>
        <p:nvSpPr>
          <p:cNvPr id="144" name="hidden-image-color-1-4">
            <a:extLst xmlns:a="http://schemas.openxmlformats.org/drawingml/2006/main">
              <a:ext uri="{FF2B5EF4-FFF2-40B4-BE49-F238E27FC236}">
                <a16:creationId xmlns:a16="http://schemas.microsoft.com/office/drawing/2014/main" id="{BAFF4F10-032E-4860-8F77-F16FAF82A304}"/>
              </a:ext>
            </a:extLst>
          </p:cNvPr>
          <p:cNvSpPr>
            <a:spLocks xmlns:a="http://schemas.openxmlformats.org/drawingml/2006/main" noGrp="1"/>
          </p:cNvSpPr>
          <p:nvPr/>
        </p:nvSpPr>
        <p:spPr>
          <a:xfrm xmlns:a="http://schemas.openxmlformats.org/drawingml/2006/main">
            <a:off x="6463665" y="2916555"/>
            <a:ext cx="77153" cy="25241"/>
          </a:xfrm>
          <a:prstGeom xmlns:a="http://schemas.openxmlformats.org/drawingml/2006/main" prst="rect">
            <a:avLst/>
          </a:prstGeom>
          <a:solidFill xmlns:a="http://schemas.openxmlformats.org/drawingml/2006/main">
            <a:srgbClr val="757061"/>
          </a:solidFill>
          <a:ln xmlns:a="http://schemas.openxmlformats.org/drawingml/2006/main" w="15240">
            <a:noFill/>
          </a:ln>
        </p:spPr>
      </p:sp>
      <p:sp>
        <p:nvSpPr>
          <p:cNvPr id="145" name="hidden-image-color-2-4">
            <a:extLst xmlns:a="http://schemas.openxmlformats.org/drawingml/2006/main">
              <a:ext uri="{FF2B5EF4-FFF2-40B4-BE49-F238E27FC236}">
                <a16:creationId xmlns:a16="http://schemas.microsoft.com/office/drawing/2014/main" id="{6ED38456-D24E-4252-A4C8-2331538A2114}"/>
              </a:ext>
            </a:extLst>
          </p:cNvPr>
          <p:cNvSpPr>
            <a:spLocks xmlns:a="http://schemas.openxmlformats.org/drawingml/2006/main" noGrp="1"/>
          </p:cNvSpPr>
          <p:nvPr/>
        </p:nvSpPr>
        <p:spPr>
          <a:xfrm xmlns:a="http://schemas.openxmlformats.org/drawingml/2006/main">
            <a:off x="6545580" y="2916555"/>
            <a:ext cx="77153" cy="25241"/>
          </a:xfrm>
          <a:prstGeom xmlns:a="http://schemas.openxmlformats.org/drawingml/2006/main" prst="rect">
            <a:avLst/>
          </a:prstGeom>
          <a:solidFill xmlns:a="http://schemas.openxmlformats.org/drawingml/2006/main">
            <a:srgbClr val="A29A85"/>
          </a:solidFill>
          <a:ln xmlns:a="http://schemas.openxmlformats.org/drawingml/2006/main" w="15240">
            <a:noFill/>
          </a:ln>
        </p:spPr>
      </p:sp>
      <p:sp>
        <p:nvSpPr>
          <p:cNvPr id="146" name="hidden-image-color-3-4">
            <a:extLst xmlns:a="http://schemas.openxmlformats.org/drawingml/2006/main">
              <a:ext uri="{FF2B5EF4-FFF2-40B4-BE49-F238E27FC236}">
                <a16:creationId xmlns:a16="http://schemas.microsoft.com/office/drawing/2014/main" id="{E776A035-EAC8-4E78-80C0-24D4EC13D7B1}"/>
              </a:ext>
            </a:extLst>
          </p:cNvPr>
          <p:cNvSpPr>
            <a:spLocks xmlns:a="http://schemas.openxmlformats.org/drawingml/2006/main" noGrp="1"/>
          </p:cNvSpPr>
          <p:nvPr/>
        </p:nvSpPr>
        <p:spPr>
          <a:xfrm xmlns:a="http://schemas.openxmlformats.org/drawingml/2006/main">
            <a:off x="6627495" y="2916555"/>
            <a:ext cx="77153" cy="25241"/>
          </a:xfrm>
          <a:prstGeom xmlns:a="http://schemas.openxmlformats.org/drawingml/2006/main" prst="rect">
            <a:avLst/>
          </a:prstGeom>
          <a:solidFill xmlns:a="http://schemas.openxmlformats.org/drawingml/2006/main">
            <a:srgbClr val="2A2A26"/>
          </a:solidFill>
          <a:ln xmlns:a="http://schemas.openxmlformats.org/drawingml/2006/main" w="15240">
            <a:noFill/>
          </a:ln>
        </p:spPr>
      </p:sp>
      <p:sp>
        <p:nvSpPr>
          <p:cNvPr id="147" name="hidden-image-color-4-4">
            <a:extLst xmlns:a="http://schemas.openxmlformats.org/drawingml/2006/main">
              <a:ext uri="{FF2B5EF4-FFF2-40B4-BE49-F238E27FC236}">
                <a16:creationId xmlns:a16="http://schemas.microsoft.com/office/drawing/2014/main" id="{CB93DB5C-C18B-418E-8E73-8598984B6135}"/>
              </a:ext>
            </a:extLst>
          </p:cNvPr>
          <p:cNvSpPr>
            <a:spLocks xmlns:a="http://schemas.openxmlformats.org/drawingml/2006/main" noGrp="1"/>
          </p:cNvSpPr>
          <p:nvPr/>
        </p:nvSpPr>
        <p:spPr>
          <a:xfrm xmlns:a="http://schemas.openxmlformats.org/drawingml/2006/main">
            <a:off x="6709410" y="2916555"/>
            <a:ext cx="77153" cy="25241"/>
          </a:xfrm>
          <a:prstGeom xmlns:a="http://schemas.openxmlformats.org/drawingml/2006/main" prst="rect">
            <a:avLst/>
          </a:prstGeom>
          <a:solidFill xmlns:a="http://schemas.openxmlformats.org/drawingml/2006/main">
            <a:srgbClr val="958F7B"/>
          </a:solidFill>
          <a:ln xmlns:a="http://schemas.openxmlformats.org/drawingml/2006/main" w="15240">
            <a:noFill/>
          </a:ln>
        </p:spPr>
      </p:sp>
      <p:sp>
        <p:nvSpPr>
          <p:cNvPr id="148" name="hidden-image-color-5-4">
            <a:extLst xmlns:a="http://schemas.openxmlformats.org/drawingml/2006/main">
              <a:ext uri="{FF2B5EF4-FFF2-40B4-BE49-F238E27FC236}">
                <a16:creationId xmlns:a16="http://schemas.microsoft.com/office/drawing/2014/main" id="{D9F1F374-F253-410F-A228-39C48FE55007}"/>
              </a:ext>
            </a:extLst>
          </p:cNvPr>
          <p:cNvSpPr>
            <a:spLocks xmlns:a="http://schemas.openxmlformats.org/drawingml/2006/main" noGrp="1"/>
          </p:cNvSpPr>
          <p:nvPr/>
        </p:nvSpPr>
        <p:spPr>
          <a:xfrm xmlns:a="http://schemas.openxmlformats.org/drawingml/2006/main">
            <a:off x="6791325" y="2916555"/>
            <a:ext cx="77153" cy="25241"/>
          </a:xfrm>
          <a:prstGeom xmlns:a="http://schemas.openxmlformats.org/drawingml/2006/main" prst="rect">
            <a:avLst/>
          </a:prstGeom>
          <a:solidFill xmlns:a="http://schemas.openxmlformats.org/drawingml/2006/main">
            <a:srgbClr val="8C8874"/>
          </a:solidFill>
          <a:ln xmlns:a="http://schemas.openxmlformats.org/drawingml/2006/main" w="15240">
            <a:noFill/>
          </a:ln>
        </p:spPr>
      </p:sp>
      <p:sp>
        <p:nvSpPr>
          <p:cNvPr id="149" name="hidden-image-color-6-4">
            <a:extLst xmlns:a="http://schemas.openxmlformats.org/drawingml/2006/main">
              <a:ext uri="{FF2B5EF4-FFF2-40B4-BE49-F238E27FC236}">
                <a16:creationId xmlns:a16="http://schemas.microsoft.com/office/drawing/2014/main" id="{4ABAF206-DE77-4034-B813-63FB5F019EB7}"/>
              </a:ext>
            </a:extLst>
          </p:cNvPr>
          <p:cNvSpPr>
            <a:spLocks xmlns:a="http://schemas.openxmlformats.org/drawingml/2006/main" noGrp="1"/>
          </p:cNvSpPr>
          <p:nvPr/>
        </p:nvSpPr>
        <p:spPr>
          <a:xfrm xmlns:a="http://schemas.openxmlformats.org/drawingml/2006/main">
            <a:off x="6873240" y="2916555"/>
            <a:ext cx="77153" cy="25241"/>
          </a:xfrm>
          <a:prstGeom xmlns:a="http://schemas.openxmlformats.org/drawingml/2006/main" prst="rect">
            <a:avLst/>
          </a:prstGeom>
          <a:solidFill xmlns:a="http://schemas.openxmlformats.org/drawingml/2006/main">
            <a:srgbClr val="B8B299"/>
          </a:solidFill>
          <a:ln xmlns:a="http://schemas.openxmlformats.org/drawingml/2006/main" w="15240">
            <a:noFill/>
          </a:ln>
        </p:spPr>
      </p:sp>
      <p:sp>
        <p:nvSpPr>
          <p:cNvPr id="150" name="hidden-image-color-7-4">
            <a:extLst xmlns:a="http://schemas.openxmlformats.org/drawingml/2006/main">
              <a:ext uri="{FF2B5EF4-FFF2-40B4-BE49-F238E27FC236}">
                <a16:creationId xmlns:a16="http://schemas.microsoft.com/office/drawing/2014/main" id="{1A58E9FA-35A9-470E-B9C7-7B12911BBDDA}"/>
              </a:ext>
            </a:extLst>
          </p:cNvPr>
          <p:cNvSpPr>
            <a:spLocks xmlns:a="http://schemas.openxmlformats.org/drawingml/2006/main" noGrp="1"/>
          </p:cNvSpPr>
          <p:nvPr/>
        </p:nvSpPr>
        <p:spPr>
          <a:xfrm xmlns:a="http://schemas.openxmlformats.org/drawingml/2006/main">
            <a:off x="6955155" y="2916555"/>
            <a:ext cx="77153" cy="25241"/>
          </a:xfrm>
          <a:prstGeom xmlns:a="http://schemas.openxmlformats.org/drawingml/2006/main" prst="rect">
            <a:avLst/>
          </a:prstGeom>
          <a:solidFill xmlns:a="http://schemas.openxmlformats.org/drawingml/2006/main">
            <a:srgbClr val="A19A82"/>
          </a:solidFill>
          <a:ln xmlns:a="http://schemas.openxmlformats.org/drawingml/2006/main" w="15240">
            <a:noFill/>
          </a:ln>
        </p:spPr>
      </p:sp>
      <p:sp>
        <p:nvSpPr>
          <p:cNvPr id="151" name="hidden-image-color-8-4">
            <a:extLst xmlns:a="http://schemas.openxmlformats.org/drawingml/2006/main">
              <a:ext uri="{FF2B5EF4-FFF2-40B4-BE49-F238E27FC236}">
                <a16:creationId xmlns:a16="http://schemas.microsoft.com/office/drawing/2014/main" id="{6BEFE195-5542-44B7-896B-E9ABE9B83D99}"/>
              </a:ext>
            </a:extLst>
          </p:cNvPr>
          <p:cNvSpPr>
            <a:spLocks xmlns:a="http://schemas.openxmlformats.org/drawingml/2006/main" noGrp="1"/>
          </p:cNvSpPr>
          <p:nvPr/>
        </p:nvSpPr>
        <p:spPr>
          <a:xfrm xmlns:a="http://schemas.openxmlformats.org/drawingml/2006/main">
            <a:off x="7037070" y="2916555"/>
            <a:ext cx="77153" cy="25241"/>
          </a:xfrm>
          <a:prstGeom xmlns:a="http://schemas.openxmlformats.org/drawingml/2006/main" prst="rect">
            <a:avLst/>
          </a:prstGeom>
          <a:solidFill xmlns:a="http://schemas.openxmlformats.org/drawingml/2006/main">
            <a:srgbClr val="51534B"/>
          </a:solidFill>
          <a:ln xmlns:a="http://schemas.openxmlformats.org/drawingml/2006/main" w="15240">
            <a:noFill/>
          </a:ln>
        </p:spPr>
      </p:sp>
      <p:sp>
        <p:nvSpPr>
          <p:cNvPr id="152" name="hidden-image-color-9-4">
            <a:extLst xmlns:a="http://schemas.openxmlformats.org/drawingml/2006/main">
              <a:ext uri="{FF2B5EF4-FFF2-40B4-BE49-F238E27FC236}">
                <a16:creationId xmlns:a16="http://schemas.microsoft.com/office/drawing/2014/main" id="{ED1B7BA9-3018-4878-BD50-D8B2C2CFD806}"/>
              </a:ext>
            </a:extLst>
          </p:cNvPr>
          <p:cNvSpPr>
            <a:spLocks xmlns:a="http://schemas.openxmlformats.org/drawingml/2006/main" noGrp="1"/>
          </p:cNvSpPr>
          <p:nvPr/>
        </p:nvSpPr>
        <p:spPr>
          <a:xfrm xmlns:a="http://schemas.openxmlformats.org/drawingml/2006/main">
            <a:off x="7118985" y="2916555"/>
            <a:ext cx="77153" cy="25241"/>
          </a:xfrm>
          <a:prstGeom xmlns:a="http://schemas.openxmlformats.org/drawingml/2006/main" prst="rect">
            <a:avLst/>
          </a:prstGeom>
          <a:solidFill xmlns:a="http://schemas.openxmlformats.org/drawingml/2006/main">
            <a:srgbClr val="99917E"/>
          </a:solidFill>
          <a:ln xmlns:a="http://schemas.openxmlformats.org/drawingml/2006/main" w="15240">
            <a:noFill/>
          </a:ln>
        </p:spPr>
      </p:sp>
      <p:sp>
        <p:nvSpPr>
          <p:cNvPr id="153" name="hidden-image-color-10-4">
            <a:extLst xmlns:a="http://schemas.openxmlformats.org/drawingml/2006/main">
              <a:ext uri="{FF2B5EF4-FFF2-40B4-BE49-F238E27FC236}">
                <a16:creationId xmlns:a16="http://schemas.microsoft.com/office/drawing/2014/main" id="{BFBD7F42-6E96-4519-B8F5-8F9FA88138BD}"/>
              </a:ext>
            </a:extLst>
          </p:cNvPr>
          <p:cNvSpPr>
            <a:spLocks xmlns:a="http://schemas.openxmlformats.org/drawingml/2006/main" noGrp="1"/>
          </p:cNvSpPr>
          <p:nvPr/>
        </p:nvSpPr>
        <p:spPr>
          <a:xfrm xmlns:a="http://schemas.openxmlformats.org/drawingml/2006/main">
            <a:off x="7200900" y="2916555"/>
            <a:ext cx="77153" cy="25241"/>
          </a:xfrm>
          <a:prstGeom xmlns:a="http://schemas.openxmlformats.org/drawingml/2006/main" prst="rect">
            <a:avLst/>
          </a:prstGeom>
          <a:solidFill xmlns:a="http://schemas.openxmlformats.org/drawingml/2006/main">
            <a:srgbClr val="7D8282"/>
          </a:solidFill>
          <a:ln xmlns:a="http://schemas.openxmlformats.org/drawingml/2006/main" w="15240">
            <a:noFill/>
          </a:ln>
        </p:spPr>
      </p:sp>
      <p:sp>
        <p:nvSpPr>
          <p:cNvPr id="154" name="hidden-image-color-11-4">
            <a:extLst xmlns:a="http://schemas.openxmlformats.org/drawingml/2006/main">
              <a:ext uri="{FF2B5EF4-FFF2-40B4-BE49-F238E27FC236}">
                <a16:creationId xmlns:a16="http://schemas.microsoft.com/office/drawing/2014/main" id="{6E0BFA62-85A6-4ED4-9744-0AE04FB2397A}"/>
              </a:ext>
            </a:extLst>
          </p:cNvPr>
          <p:cNvSpPr>
            <a:spLocks xmlns:a="http://schemas.openxmlformats.org/drawingml/2006/main" noGrp="1"/>
          </p:cNvSpPr>
          <p:nvPr/>
        </p:nvSpPr>
        <p:spPr>
          <a:xfrm xmlns:a="http://schemas.openxmlformats.org/drawingml/2006/main">
            <a:off x="7282815" y="2916555"/>
            <a:ext cx="77153" cy="25241"/>
          </a:xfrm>
          <a:prstGeom xmlns:a="http://schemas.openxmlformats.org/drawingml/2006/main" prst="rect">
            <a:avLst/>
          </a:prstGeom>
          <a:solidFill xmlns:a="http://schemas.openxmlformats.org/drawingml/2006/main">
            <a:srgbClr val="C2B7A2"/>
          </a:solidFill>
          <a:ln xmlns:a="http://schemas.openxmlformats.org/drawingml/2006/main" w="15240">
            <a:noFill/>
          </a:ln>
        </p:spPr>
      </p:sp>
      <p:sp>
        <p:nvSpPr>
          <p:cNvPr id="155" name="hidden-image-color-0-5">
            <a:extLst xmlns:a="http://schemas.openxmlformats.org/drawingml/2006/main">
              <a:ext uri="{FF2B5EF4-FFF2-40B4-BE49-F238E27FC236}">
                <a16:creationId xmlns:a16="http://schemas.microsoft.com/office/drawing/2014/main" id="{6A554400-9A16-4AFC-B799-16ABDA10A5C9}"/>
              </a:ext>
            </a:extLst>
          </p:cNvPr>
          <p:cNvSpPr>
            <a:spLocks xmlns:a="http://schemas.openxmlformats.org/drawingml/2006/main" noGrp="1"/>
          </p:cNvSpPr>
          <p:nvPr/>
        </p:nvSpPr>
        <p:spPr>
          <a:xfrm xmlns:a="http://schemas.openxmlformats.org/drawingml/2006/main">
            <a:off x="6381750" y="2945606"/>
            <a:ext cx="77153" cy="25241"/>
          </a:xfrm>
          <a:prstGeom xmlns:a="http://schemas.openxmlformats.org/drawingml/2006/main" prst="rect">
            <a:avLst/>
          </a:prstGeom>
          <a:solidFill xmlns:a="http://schemas.openxmlformats.org/drawingml/2006/main">
            <a:srgbClr val="48463E"/>
          </a:solidFill>
          <a:ln xmlns:a="http://schemas.openxmlformats.org/drawingml/2006/main" w="15240">
            <a:noFill/>
          </a:ln>
        </p:spPr>
      </p:sp>
      <p:sp>
        <p:nvSpPr>
          <p:cNvPr id="156" name="hidden-image-color-1-5">
            <a:extLst xmlns:a="http://schemas.openxmlformats.org/drawingml/2006/main">
              <a:ext uri="{FF2B5EF4-FFF2-40B4-BE49-F238E27FC236}">
                <a16:creationId xmlns:a16="http://schemas.microsoft.com/office/drawing/2014/main" id="{BB6AF651-72AA-4360-90CB-1FE0E52DBCF3}"/>
              </a:ext>
            </a:extLst>
          </p:cNvPr>
          <p:cNvSpPr>
            <a:spLocks xmlns:a="http://schemas.openxmlformats.org/drawingml/2006/main" noGrp="1"/>
          </p:cNvSpPr>
          <p:nvPr/>
        </p:nvSpPr>
        <p:spPr>
          <a:xfrm xmlns:a="http://schemas.openxmlformats.org/drawingml/2006/main">
            <a:off x="6463665" y="2945606"/>
            <a:ext cx="77153" cy="25241"/>
          </a:xfrm>
          <a:prstGeom xmlns:a="http://schemas.openxmlformats.org/drawingml/2006/main" prst="rect">
            <a:avLst/>
          </a:prstGeom>
          <a:solidFill xmlns:a="http://schemas.openxmlformats.org/drawingml/2006/main">
            <a:srgbClr val="A39B88"/>
          </a:solidFill>
          <a:ln xmlns:a="http://schemas.openxmlformats.org/drawingml/2006/main" w="15240">
            <a:noFill/>
          </a:ln>
        </p:spPr>
      </p:sp>
      <p:sp>
        <p:nvSpPr>
          <p:cNvPr id="157" name="hidden-image-color-2-5">
            <a:extLst xmlns:a="http://schemas.openxmlformats.org/drawingml/2006/main">
              <a:ext uri="{FF2B5EF4-FFF2-40B4-BE49-F238E27FC236}">
                <a16:creationId xmlns:a16="http://schemas.microsoft.com/office/drawing/2014/main" id="{887AA373-309F-43D8-82D9-872858C95D1D}"/>
              </a:ext>
            </a:extLst>
          </p:cNvPr>
          <p:cNvSpPr>
            <a:spLocks xmlns:a="http://schemas.openxmlformats.org/drawingml/2006/main" noGrp="1"/>
          </p:cNvSpPr>
          <p:nvPr/>
        </p:nvSpPr>
        <p:spPr>
          <a:xfrm xmlns:a="http://schemas.openxmlformats.org/drawingml/2006/main">
            <a:off x="6545580" y="2945606"/>
            <a:ext cx="77153" cy="25241"/>
          </a:xfrm>
          <a:prstGeom xmlns:a="http://schemas.openxmlformats.org/drawingml/2006/main" prst="rect">
            <a:avLst/>
          </a:prstGeom>
          <a:solidFill xmlns:a="http://schemas.openxmlformats.org/drawingml/2006/main">
            <a:srgbClr val="CEC5AC"/>
          </a:solidFill>
          <a:ln xmlns:a="http://schemas.openxmlformats.org/drawingml/2006/main" w="15240">
            <a:noFill/>
          </a:ln>
        </p:spPr>
      </p:sp>
      <p:sp>
        <p:nvSpPr>
          <p:cNvPr id="158" name="hidden-image-color-3-5">
            <a:extLst xmlns:a="http://schemas.openxmlformats.org/drawingml/2006/main">
              <a:ext uri="{FF2B5EF4-FFF2-40B4-BE49-F238E27FC236}">
                <a16:creationId xmlns:a16="http://schemas.microsoft.com/office/drawing/2014/main" id="{7ED81936-AB5A-4204-B896-88874339268C}"/>
              </a:ext>
            </a:extLst>
          </p:cNvPr>
          <p:cNvSpPr>
            <a:spLocks xmlns:a="http://schemas.openxmlformats.org/drawingml/2006/main" noGrp="1"/>
          </p:cNvSpPr>
          <p:nvPr/>
        </p:nvSpPr>
        <p:spPr>
          <a:xfrm xmlns:a="http://schemas.openxmlformats.org/drawingml/2006/main">
            <a:off x="6627495" y="2945606"/>
            <a:ext cx="77153" cy="25241"/>
          </a:xfrm>
          <a:prstGeom xmlns:a="http://schemas.openxmlformats.org/drawingml/2006/main" prst="rect">
            <a:avLst/>
          </a:prstGeom>
          <a:solidFill xmlns:a="http://schemas.openxmlformats.org/drawingml/2006/main">
            <a:srgbClr val="242320"/>
          </a:solidFill>
          <a:ln xmlns:a="http://schemas.openxmlformats.org/drawingml/2006/main" w="15240">
            <a:noFill/>
          </a:ln>
        </p:spPr>
      </p:sp>
      <p:sp>
        <p:nvSpPr>
          <p:cNvPr id="159" name="hidden-image-color-4-5">
            <a:extLst xmlns:a="http://schemas.openxmlformats.org/drawingml/2006/main">
              <a:ext uri="{FF2B5EF4-FFF2-40B4-BE49-F238E27FC236}">
                <a16:creationId xmlns:a16="http://schemas.microsoft.com/office/drawing/2014/main" id="{1F2A0EFC-E5A2-4559-BABD-8520891A5300}"/>
              </a:ext>
            </a:extLst>
          </p:cNvPr>
          <p:cNvSpPr>
            <a:spLocks xmlns:a="http://schemas.openxmlformats.org/drawingml/2006/main" noGrp="1"/>
          </p:cNvSpPr>
          <p:nvPr/>
        </p:nvSpPr>
        <p:spPr>
          <a:xfrm xmlns:a="http://schemas.openxmlformats.org/drawingml/2006/main">
            <a:off x="6709410" y="2945606"/>
            <a:ext cx="77153" cy="25241"/>
          </a:xfrm>
          <a:prstGeom xmlns:a="http://schemas.openxmlformats.org/drawingml/2006/main" prst="rect">
            <a:avLst/>
          </a:prstGeom>
          <a:solidFill xmlns:a="http://schemas.openxmlformats.org/drawingml/2006/main">
            <a:srgbClr val="97907C"/>
          </a:solidFill>
          <a:ln xmlns:a="http://schemas.openxmlformats.org/drawingml/2006/main" w="15240">
            <a:noFill/>
          </a:ln>
        </p:spPr>
      </p:sp>
      <p:sp>
        <p:nvSpPr>
          <p:cNvPr id="160" name="hidden-image-color-5-5">
            <a:extLst xmlns:a="http://schemas.openxmlformats.org/drawingml/2006/main">
              <a:ext uri="{FF2B5EF4-FFF2-40B4-BE49-F238E27FC236}">
                <a16:creationId xmlns:a16="http://schemas.microsoft.com/office/drawing/2014/main" id="{7AF224CE-96CC-4388-901F-C558919DDA18}"/>
              </a:ext>
            </a:extLst>
          </p:cNvPr>
          <p:cNvSpPr>
            <a:spLocks xmlns:a="http://schemas.openxmlformats.org/drawingml/2006/main" noGrp="1"/>
          </p:cNvSpPr>
          <p:nvPr/>
        </p:nvSpPr>
        <p:spPr>
          <a:xfrm xmlns:a="http://schemas.openxmlformats.org/drawingml/2006/main">
            <a:off x="6791325" y="2945606"/>
            <a:ext cx="77153" cy="25241"/>
          </a:xfrm>
          <a:prstGeom xmlns:a="http://schemas.openxmlformats.org/drawingml/2006/main" prst="rect">
            <a:avLst/>
          </a:prstGeom>
          <a:solidFill xmlns:a="http://schemas.openxmlformats.org/drawingml/2006/main">
            <a:srgbClr val="8E8976"/>
          </a:solidFill>
          <a:ln xmlns:a="http://schemas.openxmlformats.org/drawingml/2006/main" w="15240">
            <a:noFill/>
          </a:ln>
        </p:spPr>
      </p:sp>
      <p:sp>
        <p:nvSpPr>
          <p:cNvPr id="161" name="hidden-image-color-6-5">
            <a:extLst xmlns:a="http://schemas.openxmlformats.org/drawingml/2006/main">
              <a:ext uri="{FF2B5EF4-FFF2-40B4-BE49-F238E27FC236}">
                <a16:creationId xmlns:a16="http://schemas.microsoft.com/office/drawing/2014/main" id="{412923A7-4108-4EF2-9D10-E57FE902ED31}"/>
              </a:ext>
            </a:extLst>
          </p:cNvPr>
          <p:cNvSpPr>
            <a:spLocks xmlns:a="http://schemas.openxmlformats.org/drawingml/2006/main" noGrp="1"/>
          </p:cNvSpPr>
          <p:nvPr/>
        </p:nvSpPr>
        <p:spPr>
          <a:xfrm xmlns:a="http://schemas.openxmlformats.org/drawingml/2006/main">
            <a:off x="6873240" y="2945606"/>
            <a:ext cx="77153" cy="25241"/>
          </a:xfrm>
          <a:prstGeom xmlns:a="http://schemas.openxmlformats.org/drawingml/2006/main" prst="rect">
            <a:avLst/>
          </a:prstGeom>
          <a:solidFill xmlns:a="http://schemas.openxmlformats.org/drawingml/2006/main">
            <a:srgbClr val="AEA792"/>
          </a:solidFill>
          <a:ln xmlns:a="http://schemas.openxmlformats.org/drawingml/2006/main" w="15240">
            <a:noFill/>
          </a:ln>
        </p:spPr>
      </p:sp>
      <p:sp>
        <p:nvSpPr>
          <p:cNvPr id="162" name="hidden-image-color-7-5">
            <a:extLst xmlns:a="http://schemas.openxmlformats.org/drawingml/2006/main">
              <a:ext uri="{FF2B5EF4-FFF2-40B4-BE49-F238E27FC236}">
                <a16:creationId xmlns:a16="http://schemas.microsoft.com/office/drawing/2014/main" id="{E982E729-4452-42E1-9AC6-FFD37736EEEB}"/>
              </a:ext>
            </a:extLst>
          </p:cNvPr>
          <p:cNvSpPr>
            <a:spLocks xmlns:a="http://schemas.openxmlformats.org/drawingml/2006/main" noGrp="1"/>
          </p:cNvSpPr>
          <p:nvPr/>
        </p:nvSpPr>
        <p:spPr>
          <a:xfrm xmlns:a="http://schemas.openxmlformats.org/drawingml/2006/main">
            <a:off x="6955155" y="2945606"/>
            <a:ext cx="77153" cy="25241"/>
          </a:xfrm>
          <a:prstGeom xmlns:a="http://schemas.openxmlformats.org/drawingml/2006/main" prst="rect">
            <a:avLst/>
          </a:prstGeom>
          <a:solidFill xmlns:a="http://schemas.openxmlformats.org/drawingml/2006/main">
            <a:srgbClr val="93876E"/>
          </a:solidFill>
          <a:ln xmlns:a="http://schemas.openxmlformats.org/drawingml/2006/main" w="15240">
            <a:noFill/>
          </a:ln>
        </p:spPr>
      </p:sp>
      <p:sp>
        <p:nvSpPr>
          <p:cNvPr id="163" name="hidden-image-color-8-5">
            <a:extLst xmlns:a="http://schemas.openxmlformats.org/drawingml/2006/main">
              <a:ext uri="{FF2B5EF4-FFF2-40B4-BE49-F238E27FC236}">
                <a16:creationId xmlns:a16="http://schemas.microsoft.com/office/drawing/2014/main" id="{77062F32-7418-4C98-BF84-BD100EC782F1}"/>
              </a:ext>
            </a:extLst>
          </p:cNvPr>
          <p:cNvSpPr>
            <a:spLocks xmlns:a="http://schemas.openxmlformats.org/drawingml/2006/main" noGrp="1"/>
          </p:cNvSpPr>
          <p:nvPr/>
        </p:nvSpPr>
        <p:spPr>
          <a:xfrm xmlns:a="http://schemas.openxmlformats.org/drawingml/2006/main">
            <a:off x="7037070" y="2945606"/>
            <a:ext cx="77153" cy="25241"/>
          </a:xfrm>
          <a:prstGeom xmlns:a="http://schemas.openxmlformats.org/drawingml/2006/main" prst="rect">
            <a:avLst/>
          </a:prstGeom>
          <a:solidFill xmlns:a="http://schemas.openxmlformats.org/drawingml/2006/main">
            <a:srgbClr val="6C695B"/>
          </a:solidFill>
          <a:ln xmlns:a="http://schemas.openxmlformats.org/drawingml/2006/main" w="15240">
            <a:noFill/>
          </a:ln>
        </p:spPr>
      </p:sp>
      <p:sp>
        <p:nvSpPr>
          <p:cNvPr id="164" name="hidden-image-color-9-5">
            <a:extLst xmlns:a="http://schemas.openxmlformats.org/drawingml/2006/main">
              <a:ext uri="{FF2B5EF4-FFF2-40B4-BE49-F238E27FC236}">
                <a16:creationId xmlns:a16="http://schemas.microsoft.com/office/drawing/2014/main" id="{03CDE8AE-2F98-4AF4-979C-8B4813CEF5CE}"/>
              </a:ext>
            </a:extLst>
          </p:cNvPr>
          <p:cNvSpPr>
            <a:spLocks xmlns:a="http://schemas.openxmlformats.org/drawingml/2006/main" noGrp="1"/>
          </p:cNvSpPr>
          <p:nvPr/>
        </p:nvSpPr>
        <p:spPr>
          <a:xfrm xmlns:a="http://schemas.openxmlformats.org/drawingml/2006/main">
            <a:off x="7118985" y="2945606"/>
            <a:ext cx="77153" cy="25241"/>
          </a:xfrm>
          <a:prstGeom xmlns:a="http://schemas.openxmlformats.org/drawingml/2006/main" prst="rect">
            <a:avLst/>
          </a:prstGeom>
          <a:solidFill xmlns:a="http://schemas.openxmlformats.org/drawingml/2006/main">
            <a:srgbClr val="CABEA2"/>
          </a:solidFill>
          <a:ln xmlns:a="http://schemas.openxmlformats.org/drawingml/2006/main" w="15240">
            <a:noFill/>
          </a:ln>
        </p:spPr>
      </p:sp>
      <p:sp>
        <p:nvSpPr>
          <p:cNvPr id="165" name="hidden-image-color-10-5">
            <a:extLst xmlns:a="http://schemas.openxmlformats.org/drawingml/2006/main">
              <a:ext uri="{FF2B5EF4-FFF2-40B4-BE49-F238E27FC236}">
                <a16:creationId xmlns:a16="http://schemas.microsoft.com/office/drawing/2014/main" id="{F03F70A2-E338-4424-B6BC-65D5FDFC1908}"/>
              </a:ext>
            </a:extLst>
          </p:cNvPr>
          <p:cNvSpPr>
            <a:spLocks xmlns:a="http://schemas.openxmlformats.org/drawingml/2006/main" noGrp="1"/>
          </p:cNvSpPr>
          <p:nvPr/>
        </p:nvSpPr>
        <p:spPr>
          <a:xfrm xmlns:a="http://schemas.openxmlformats.org/drawingml/2006/main">
            <a:off x="7200900" y="2945606"/>
            <a:ext cx="77153" cy="25241"/>
          </a:xfrm>
          <a:prstGeom xmlns:a="http://schemas.openxmlformats.org/drawingml/2006/main" prst="rect">
            <a:avLst/>
          </a:prstGeom>
          <a:solidFill xmlns:a="http://schemas.openxmlformats.org/drawingml/2006/main">
            <a:srgbClr val="8C8D85"/>
          </a:solidFill>
          <a:ln xmlns:a="http://schemas.openxmlformats.org/drawingml/2006/main" w="15240">
            <a:noFill/>
          </a:ln>
        </p:spPr>
      </p:sp>
      <p:sp>
        <p:nvSpPr>
          <p:cNvPr id="166" name="hidden-image-color-11-5">
            <a:extLst xmlns:a="http://schemas.openxmlformats.org/drawingml/2006/main">
              <a:ext uri="{FF2B5EF4-FFF2-40B4-BE49-F238E27FC236}">
                <a16:creationId xmlns:a16="http://schemas.microsoft.com/office/drawing/2014/main" id="{91DEBFC2-B74B-4D7F-8C77-0CA296A9EAA1}"/>
              </a:ext>
            </a:extLst>
          </p:cNvPr>
          <p:cNvSpPr>
            <a:spLocks xmlns:a="http://schemas.openxmlformats.org/drawingml/2006/main" noGrp="1"/>
          </p:cNvSpPr>
          <p:nvPr/>
        </p:nvSpPr>
        <p:spPr>
          <a:xfrm xmlns:a="http://schemas.openxmlformats.org/drawingml/2006/main">
            <a:off x="7282815" y="2945606"/>
            <a:ext cx="77153" cy="25241"/>
          </a:xfrm>
          <a:prstGeom xmlns:a="http://schemas.openxmlformats.org/drawingml/2006/main" prst="rect">
            <a:avLst/>
          </a:prstGeom>
          <a:solidFill xmlns:a="http://schemas.openxmlformats.org/drawingml/2006/main">
            <a:srgbClr val="C6BEA9"/>
          </a:solidFill>
          <a:ln xmlns:a="http://schemas.openxmlformats.org/drawingml/2006/main" w="15240">
            <a:noFill/>
          </a:ln>
        </p:spPr>
      </p:sp>
      <p:sp>
        <p:nvSpPr>
          <p:cNvPr id="167" name="hidden-image-color-0-6">
            <a:extLst xmlns:a="http://schemas.openxmlformats.org/drawingml/2006/main">
              <a:ext uri="{FF2B5EF4-FFF2-40B4-BE49-F238E27FC236}">
                <a16:creationId xmlns:a16="http://schemas.microsoft.com/office/drawing/2014/main" id="{391F39D9-DB58-4C3B-8604-FFE70AD0A162}"/>
              </a:ext>
            </a:extLst>
          </p:cNvPr>
          <p:cNvSpPr>
            <a:spLocks xmlns:a="http://schemas.openxmlformats.org/drawingml/2006/main" noGrp="1"/>
          </p:cNvSpPr>
          <p:nvPr/>
        </p:nvSpPr>
        <p:spPr>
          <a:xfrm xmlns:a="http://schemas.openxmlformats.org/drawingml/2006/main">
            <a:off x="6381750" y="2974658"/>
            <a:ext cx="77153" cy="25241"/>
          </a:xfrm>
          <a:prstGeom xmlns:a="http://schemas.openxmlformats.org/drawingml/2006/main" prst="rect">
            <a:avLst/>
          </a:prstGeom>
          <a:solidFill xmlns:a="http://schemas.openxmlformats.org/drawingml/2006/main">
            <a:srgbClr val="7F695B"/>
          </a:solidFill>
          <a:ln xmlns:a="http://schemas.openxmlformats.org/drawingml/2006/main" w="15240">
            <a:noFill/>
          </a:ln>
        </p:spPr>
      </p:sp>
      <p:sp>
        <p:nvSpPr>
          <p:cNvPr id="168" name="hidden-image-color-1-6">
            <a:extLst xmlns:a="http://schemas.openxmlformats.org/drawingml/2006/main">
              <a:ext uri="{FF2B5EF4-FFF2-40B4-BE49-F238E27FC236}">
                <a16:creationId xmlns:a16="http://schemas.microsoft.com/office/drawing/2014/main" id="{4E869DA1-DD53-46DB-BEA2-50243992672B}"/>
              </a:ext>
            </a:extLst>
          </p:cNvPr>
          <p:cNvSpPr>
            <a:spLocks xmlns:a="http://schemas.openxmlformats.org/drawingml/2006/main" noGrp="1"/>
          </p:cNvSpPr>
          <p:nvPr/>
        </p:nvSpPr>
        <p:spPr>
          <a:xfrm xmlns:a="http://schemas.openxmlformats.org/drawingml/2006/main">
            <a:off x="6463665" y="2974658"/>
            <a:ext cx="77153" cy="25241"/>
          </a:xfrm>
          <a:prstGeom xmlns:a="http://schemas.openxmlformats.org/drawingml/2006/main" prst="rect">
            <a:avLst/>
          </a:prstGeom>
          <a:solidFill xmlns:a="http://schemas.openxmlformats.org/drawingml/2006/main">
            <a:srgbClr val="B1A490"/>
          </a:solidFill>
          <a:ln xmlns:a="http://schemas.openxmlformats.org/drawingml/2006/main" w="15240">
            <a:noFill/>
          </a:ln>
        </p:spPr>
      </p:sp>
      <p:sp>
        <p:nvSpPr>
          <p:cNvPr id="169" name="hidden-image-color-2-6">
            <a:extLst xmlns:a="http://schemas.openxmlformats.org/drawingml/2006/main">
              <a:ext uri="{FF2B5EF4-FFF2-40B4-BE49-F238E27FC236}">
                <a16:creationId xmlns:a16="http://schemas.microsoft.com/office/drawing/2014/main" id="{531D443F-FA7C-44CF-B91B-0AC70FF58316}"/>
              </a:ext>
            </a:extLst>
          </p:cNvPr>
          <p:cNvSpPr>
            <a:spLocks xmlns:a="http://schemas.openxmlformats.org/drawingml/2006/main" noGrp="1"/>
          </p:cNvSpPr>
          <p:nvPr/>
        </p:nvSpPr>
        <p:spPr>
          <a:xfrm xmlns:a="http://schemas.openxmlformats.org/drawingml/2006/main">
            <a:off x="6545580" y="2974658"/>
            <a:ext cx="77153" cy="25241"/>
          </a:xfrm>
          <a:prstGeom xmlns:a="http://schemas.openxmlformats.org/drawingml/2006/main" prst="rect">
            <a:avLst/>
          </a:prstGeom>
          <a:solidFill xmlns:a="http://schemas.openxmlformats.org/drawingml/2006/main">
            <a:srgbClr val="E4DABF"/>
          </a:solidFill>
          <a:ln xmlns:a="http://schemas.openxmlformats.org/drawingml/2006/main" w="15240">
            <a:noFill/>
          </a:ln>
        </p:spPr>
      </p:sp>
      <p:sp>
        <p:nvSpPr>
          <p:cNvPr id="170" name="hidden-image-color-3-6">
            <a:extLst xmlns:a="http://schemas.openxmlformats.org/drawingml/2006/main">
              <a:ext uri="{FF2B5EF4-FFF2-40B4-BE49-F238E27FC236}">
                <a16:creationId xmlns:a16="http://schemas.microsoft.com/office/drawing/2014/main" id="{53DEF526-CCA6-4F84-8D84-8CE3AC4A1395}"/>
              </a:ext>
            </a:extLst>
          </p:cNvPr>
          <p:cNvSpPr>
            <a:spLocks xmlns:a="http://schemas.openxmlformats.org/drawingml/2006/main" noGrp="1"/>
          </p:cNvSpPr>
          <p:nvPr/>
        </p:nvSpPr>
        <p:spPr>
          <a:xfrm xmlns:a="http://schemas.openxmlformats.org/drawingml/2006/main">
            <a:off x="6627495" y="2974658"/>
            <a:ext cx="77153" cy="25241"/>
          </a:xfrm>
          <a:prstGeom xmlns:a="http://schemas.openxmlformats.org/drawingml/2006/main" prst="rect">
            <a:avLst/>
          </a:prstGeom>
          <a:solidFill xmlns:a="http://schemas.openxmlformats.org/drawingml/2006/main">
            <a:srgbClr val="37352F"/>
          </a:solidFill>
          <a:ln xmlns:a="http://schemas.openxmlformats.org/drawingml/2006/main" w="15240">
            <a:noFill/>
          </a:ln>
        </p:spPr>
      </p:sp>
      <p:sp>
        <p:nvSpPr>
          <p:cNvPr id="171" name="hidden-image-color-4-6">
            <a:extLst xmlns:a="http://schemas.openxmlformats.org/drawingml/2006/main">
              <a:ext uri="{FF2B5EF4-FFF2-40B4-BE49-F238E27FC236}">
                <a16:creationId xmlns:a16="http://schemas.microsoft.com/office/drawing/2014/main" id="{270C0A77-5D3F-4DAB-9339-C333E863CB07}"/>
              </a:ext>
            </a:extLst>
          </p:cNvPr>
          <p:cNvSpPr>
            <a:spLocks xmlns:a="http://schemas.openxmlformats.org/drawingml/2006/main" noGrp="1"/>
          </p:cNvSpPr>
          <p:nvPr/>
        </p:nvSpPr>
        <p:spPr>
          <a:xfrm xmlns:a="http://schemas.openxmlformats.org/drawingml/2006/main">
            <a:off x="6709410" y="2974658"/>
            <a:ext cx="77153" cy="25241"/>
          </a:xfrm>
          <a:prstGeom xmlns:a="http://schemas.openxmlformats.org/drawingml/2006/main" prst="rect">
            <a:avLst/>
          </a:prstGeom>
          <a:solidFill xmlns:a="http://schemas.openxmlformats.org/drawingml/2006/main">
            <a:srgbClr val="A59E8B"/>
          </a:solidFill>
          <a:ln xmlns:a="http://schemas.openxmlformats.org/drawingml/2006/main" w="15240">
            <a:noFill/>
          </a:ln>
        </p:spPr>
      </p:sp>
      <p:sp>
        <p:nvSpPr>
          <p:cNvPr id="172" name="hidden-image-color-5-6">
            <a:extLst xmlns:a="http://schemas.openxmlformats.org/drawingml/2006/main">
              <a:ext uri="{FF2B5EF4-FFF2-40B4-BE49-F238E27FC236}">
                <a16:creationId xmlns:a16="http://schemas.microsoft.com/office/drawing/2014/main" id="{582B7334-1560-4F4B-8610-D49EFF2A69D2}"/>
              </a:ext>
            </a:extLst>
          </p:cNvPr>
          <p:cNvSpPr>
            <a:spLocks xmlns:a="http://schemas.openxmlformats.org/drawingml/2006/main" noGrp="1"/>
          </p:cNvSpPr>
          <p:nvPr/>
        </p:nvSpPr>
        <p:spPr>
          <a:xfrm xmlns:a="http://schemas.openxmlformats.org/drawingml/2006/main">
            <a:off x="6791325" y="2974658"/>
            <a:ext cx="77153" cy="25241"/>
          </a:xfrm>
          <a:prstGeom xmlns:a="http://schemas.openxmlformats.org/drawingml/2006/main" prst="rect">
            <a:avLst/>
          </a:prstGeom>
          <a:solidFill xmlns:a="http://schemas.openxmlformats.org/drawingml/2006/main">
            <a:srgbClr val="E9DEC2"/>
          </a:solidFill>
          <a:ln xmlns:a="http://schemas.openxmlformats.org/drawingml/2006/main" w="15240">
            <a:noFill/>
          </a:ln>
        </p:spPr>
      </p:sp>
      <p:sp>
        <p:nvSpPr>
          <p:cNvPr id="173" name="hidden-image-color-6-6">
            <a:extLst xmlns:a="http://schemas.openxmlformats.org/drawingml/2006/main">
              <a:ext uri="{FF2B5EF4-FFF2-40B4-BE49-F238E27FC236}">
                <a16:creationId xmlns:a16="http://schemas.microsoft.com/office/drawing/2014/main" id="{C1C535D4-63B0-4A0C-AC0C-037708D8A7A9}"/>
              </a:ext>
            </a:extLst>
          </p:cNvPr>
          <p:cNvSpPr>
            <a:spLocks xmlns:a="http://schemas.openxmlformats.org/drawingml/2006/main" noGrp="1"/>
          </p:cNvSpPr>
          <p:nvPr/>
        </p:nvSpPr>
        <p:spPr>
          <a:xfrm xmlns:a="http://schemas.openxmlformats.org/drawingml/2006/main">
            <a:off x="6873240" y="2974658"/>
            <a:ext cx="77153" cy="25241"/>
          </a:xfrm>
          <a:prstGeom xmlns:a="http://schemas.openxmlformats.org/drawingml/2006/main" prst="rect">
            <a:avLst/>
          </a:prstGeom>
          <a:solidFill xmlns:a="http://schemas.openxmlformats.org/drawingml/2006/main">
            <a:srgbClr val="E0D5BA"/>
          </a:solidFill>
          <a:ln xmlns:a="http://schemas.openxmlformats.org/drawingml/2006/main" w="15240">
            <a:noFill/>
          </a:ln>
        </p:spPr>
      </p:sp>
      <p:sp>
        <p:nvSpPr>
          <p:cNvPr id="174" name="hidden-image-color-7-6">
            <a:extLst xmlns:a="http://schemas.openxmlformats.org/drawingml/2006/main">
              <a:ext uri="{FF2B5EF4-FFF2-40B4-BE49-F238E27FC236}">
                <a16:creationId xmlns:a16="http://schemas.microsoft.com/office/drawing/2014/main" id="{1E2EB331-0DE9-4063-A7FD-094D7434503E}"/>
              </a:ext>
            </a:extLst>
          </p:cNvPr>
          <p:cNvSpPr>
            <a:spLocks xmlns:a="http://schemas.openxmlformats.org/drawingml/2006/main" noGrp="1"/>
          </p:cNvSpPr>
          <p:nvPr/>
        </p:nvSpPr>
        <p:spPr>
          <a:xfrm xmlns:a="http://schemas.openxmlformats.org/drawingml/2006/main">
            <a:off x="6955155" y="2974658"/>
            <a:ext cx="77153" cy="25241"/>
          </a:xfrm>
          <a:prstGeom xmlns:a="http://schemas.openxmlformats.org/drawingml/2006/main" prst="rect">
            <a:avLst/>
          </a:prstGeom>
          <a:solidFill xmlns:a="http://schemas.openxmlformats.org/drawingml/2006/main">
            <a:srgbClr val="D7CBB0"/>
          </a:solidFill>
          <a:ln xmlns:a="http://schemas.openxmlformats.org/drawingml/2006/main" w="15240">
            <a:noFill/>
          </a:ln>
        </p:spPr>
      </p:sp>
      <p:sp>
        <p:nvSpPr>
          <p:cNvPr id="175" name="hidden-image-color-8-6">
            <a:extLst xmlns:a="http://schemas.openxmlformats.org/drawingml/2006/main">
              <a:ext uri="{FF2B5EF4-FFF2-40B4-BE49-F238E27FC236}">
                <a16:creationId xmlns:a16="http://schemas.microsoft.com/office/drawing/2014/main" id="{10E3E530-F618-4354-A3F9-A0F804B26EE4}"/>
              </a:ext>
            </a:extLst>
          </p:cNvPr>
          <p:cNvSpPr>
            <a:spLocks xmlns:a="http://schemas.openxmlformats.org/drawingml/2006/main" noGrp="1"/>
          </p:cNvSpPr>
          <p:nvPr/>
        </p:nvSpPr>
        <p:spPr>
          <a:xfrm xmlns:a="http://schemas.openxmlformats.org/drawingml/2006/main">
            <a:off x="7037070" y="2974658"/>
            <a:ext cx="77153" cy="25241"/>
          </a:xfrm>
          <a:prstGeom xmlns:a="http://schemas.openxmlformats.org/drawingml/2006/main" prst="rect">
            <a:avLst/>
          </a:prstGeom>
          <a:solidFill xmlns:a="http://schemas.openxmlformats.org/drawingml/2006/main">
            <a:srgbClr val="9F9C8B"/>
          </a:solidFill>
          <a:ln xmlns:a="http://schemas.openxmlformats.org/drawingml/2006/main" w="15240">
            <a:noFill/>
          </a:ln>
        </p:spPr>
      </p:sp>
      <p:sp>
        <p:nvSpPr>
          <p:cNvPr id="176" name="hidden-image-color-9-6">
            <a:extLst xmlns:a="http://schemas.openxmlformats.org/drawingml/2006/main">
              <a:ext uri="{FF2B5EF4-FFF2-40B4-BE49-F238E27FC236}">
                <a16:creationId xmlns:a16="http://schemas.microsoft.com/office/drawing/2014/main" id="{3D78E89C-445A-454B-BA35-0CDD896754A5}"/>
              </a:ext>
            </a:extLst>
          </p:cNvPr>
          <p:cNvSpPr>
            <a:spLocks xmlns:a="http://schemas.openxmlformats.org/drawingml/2006/main" noGrp="1"/>
          </p:cNvSpPr>
          <p:nvPr/>
        </p:nvSpPr>
        <p:spPr>
          <a:xfrm xmlns:a="http://schemas.openxmlformats.org/drawingml/2006/main">
            <a:off x="7118985" y="2974658"/>
            <a:ext cx="77153" cy="25241"/>
          </a:xfrm>
          <a:prstGeom xmlns:a="http://schemas.openxmlformats.org/drawingml/2006/main" prst="rect">
            <a:avLst/>
          </a:prstGeom>
          <a:solidFill xmlns:a="http://schemas.openxmlformats.org/drawingml/2006/main">
            <a:srgbClr val="E9DCBE"/>
          </a:solidFill>
          <a:ln xmlns:a="http://schemas.openxmlformats.org/drawingml/2006/main" w="15240">
            <a:noFill/>
          </a:ln>
        </p:spPr>
      </p:sp>
      <p:sp>
        <p:nvSpPr>
          <p:cNvPr id="177" name="hidden-image-color-10-6">
            <a:extLst xmlns:a="http://schemas.openxmlformats.org/drawingml/2006/main">
              <a:ext uri="{FF2B5EF4-FFF2-40B4-BE49-F238E27FC236}">
                <a16:creationId xmlns:a16="http://schemas.microsoft.com/office/drawing/2014/main" id="{EAD1F66C-3CD4-4267-B330-400F9C709BEF}"/>
              </a:ext>
            </a:extLst>
          </p:cNvPr>
          <p:cNvSpPr>
            <a:spLocks xmlns:a="http://schemas.openxmlformats.org/drawingml/2006/main" noGrp="1"/>
          </p:cNvSpPr>
          <p:nvPr/>
        </p:nvSpPr>
        <p:spPr>
          <a:xfrm xmlns:a="http://schemas.openxmlformats.org/drawingml/2006/main">
            <a:off x="7200900" y="2974658"/>
            <a:ext cx="77153" cy="25241"/>
          </a:xfrm>
          <a:prstGeom xmlns:a="http://schemas.openxmlformats.org/drawingml/2006/main" prst="rect">
            <a:avLst/>
          </a:prstGeom>
          <a:solidFill xmlns:a="http://schemas.openxmlformats.org/drawingml/2006/main">
            <a:srgbClr val="99988C"/>
          </a:solidFill>
          <a:ln xmlns:a="http://schemas.openxmlformats.org/drawingml/2006/main" w="15240">
            <a:noFill/>
          </a:ln>
        </p:spPr>
      </p:sp>
      <p:sp>
        <p:nvSpPr>
          <p:cNvPr id="178" name="hidden-image-color-11-6">
            <a:extLst xmlns:a="http://schemas.openxmlformats.org/drawingml/2006/main">
              <a:ext uri="{FF2B5EF4-FFF2-40B4-BE49-F238E27FC236}">
                <a16:creationId xmlns:a16="http://schemas.microsoft.com/office/drawing/2014/main" id="{732D7CE1-CB26-408C-A69A-71E0AE997A0B}"/>
              </a:ext>
            </a:extLst>
          </p:cNvPr>
          <p:cNvSpPr>
            <a:spLocks xmlns:a="http://schemas.openxmlformats.org/drawingml/2006/main" noGrp="1"/>
          </p:cNvSpPr>
          <p:nvPr/>
        </p:nvSpPr>
        <p:spPr>
          <a:xfrm xmlns:a="http://schemas.openxmlformats.org/drawingml/2006/main">
            <a:off x="7282815" y="2974658"/>
            <a:ext cx="77153" cy="25241"/>
          </a:xfrm>
          <a:prstGeom xmlns:a="http://schemas.openxmlformats.org/drawingml/2006/main" prst="rect">
            <a:avLst/>
          </a:prstGeom>
          <a:solidFill xmlns:a="http://schemas.openxmlformats.org/drawingml/2006/main">
            <a:srgbClr val="C1BDAC"/>
          </a:solidFill>
          <a:ln xmlns:a="http://schemas.openxmlformats.org/drawingml/2006/main" w="15240">
            <a:noFill/>
          </a:ln>
        </p:spPr>
      </p:sp>
      <p:sp>
        <p:nvSpPr>
          <p:cNvPr id="179" name="hidden-image-color-0-7">
            <a:extLst xmlns:a="http://schemas.openxmlformats.org/drawingml/2006/main">
              <a:ext uri="{FF2B5EF4-FFF2-40B4-BE49-F238E27FC236}">
                <a16:creationId xmlns:a16="http://schemas.microsoft.com/office/drawing/2014/main" id="{4607DBB8-378A-48A4-AEBB-82A90FB6CC01}"/>
              </a:ext>
            </a:extLst>
          </p:cNvPr>
          <p:cNvSpPr>
            <a:spLocks xmlns:a="http://schemas.openxmlformats.org/drawingml/2006/main" noGrp="1"/>
          </p:cNvSpPr>
          <p:nvPr/>
        </p:nvSpPr>
        <p:spPr>
          <a:xfrm xmlns:a="http://schemas.openxmlformats.org/drawingml/2006/main">
            <a:off x="6381750" y="3003709"/>
            <a:ext cx="77153" cy="25241"/>
          </a:xfrm>
          <a:prstGeom xmlns:a="http://schemas.openxmlformats.org/drawingml/2006/main" prst="rect">
            <a:avLst/>
          </a:prstGeom>
          <a:solidFill xmlns:a="http://schemas.openxmlformats.org/drawingml/2006/main">
            <a:srgbClr val="A38472"/>
          </a:solidFill>
          <a:ln xmlns:a="http://schemas.openxmlformats.org/drawingml/2006/main" w="15240">
            <a:noFill/>
          </a:ln>
        </p:spPr>
      </p:sp>
      <p:sp>
        <p:nvSpPr>
          <p:cNvPr id="180" name="hidden-image-color-1-7">
            <a:extLst xmlns:a="http://schemas.openxmlformats.org/drawingml/2006/main">
              <a:ext uri="{FF2B5EF4-FFF2-40B4-BE49-F238E27FC236}">
                <a16:creationId xmlns:a16="http://schemas.microsoft.com/office/drawing/2014/main" id="{D58B4763-112E-430E-85D2-92079DF0F039}"/>
              </a:ext>
            </a:extLst>
          </p:cNvPr>
          <p:cNvSpPr>
            <a:spLocks xmlns:a="http://schemas.openxmlformats.org/drawingml/2006/main" noGrp="1"/>
          </p:cNvSpPr>
          <p:nvPr/>
        </p:nvSpPr>
        <p:spPr>
          <a:xfrm xmlns:a="http://schemas.openxmlformats.org/drawingml/2006/main">
            <a:off x="6463665" y="3003709"/>
            <a:ext cx="77153" cy="25241"/>
          </a:xfrm>
          <a:prstGeom xmlns:a="http://schemas.openxmlformats.org/drawingml/2006/main" prst="rect">
            <a:avLst/>
          </a:prstGeom>
          <a:solidFill xmlns:a="http://schemas.openxmlformats.org/drawingml/2006/main">
            <a:srgbClr val="BCAA95"/>
          </a:solidFill>
          <a:ln xmlns:a="http://schemas.openxmlformats.org/drawingml/2006/main" w="15240">
            <a:noFill/>
          </a:ln>
        </p:spPr>
      </p:sp>
      <p:sp>
        <p:nvSpPr>
          <p:cNvPr id="181" name="hidden-image-color-2-7">
            <a:extLst xmlns:a="http://schemas.openxmlformats.org/drawingml/2006/main">
              <a:ext uri="{FF2B5EF4-FFF2-40B4-BE49-F238E27FC236}">
                <a16:creationId xmlns:a16="http://schemas.microsoft.com/office/drawing/2014/main" id="{8A9863F6-6A30-4FF2-8DA7-AEA03B1118F6}"/>
              </a:ext>
            </a:extLst>
          </p:cNvPr>
          <p:cNvSpPr>
            <a:spLocks xmlns:a="http://schemas.openxmlformats.org/drawingml/2006/main" noGrp="1"/>
          </p:cNvSpPr>
          <p:nvPr/>
        </p:nvSpPr>
        <p:spPr>
          <a:xfrm xmlns:a="http://schemas.openxmlformats.org/drawingml/2006/main">
            <a:off x="6545580" y="3003709"/>
            <a:ext cx="77153" cy="25241"/>
          </a:xfrm>
          <a:prstGeom xmlns:a="http://schemas.openxmlformats.org/drawingml/2006/main" prst="rect">
            <a:avLst/>
          </a:prstGeom>
          <a:solidFill xmlns:a="http://schemas.openxmlformats.org/drawingml/2006/main">
            <a:srgbClr val="F1E8CC"/>
          </a:solidFill>
          <a:ln xmlns:a="http://schemas.openxmlformats.org/drawingml/2006/main" w="15240">
            <a:noFill/>
          </a:ln>
        </p:spPr>
      </p:sp>
      <p:sp>
        <p:nvSpPr>
          <p:cNvPr id="182" name="hidden-image-color-3-7">
            <a:extLst xmlns:a="http://schemas.openxmlformats.org/drawingml/2006/main">
              <a:ext uri="{FF2B5EF4-FFF2-40B4-BE49-F238E27FC236}">
                <a16:creationId xmlns:a16="http://schemas.microsoft.com/office/drawing/2014/main" id="{D27BA44E-74D0-4A8E-AE7F-0E411F6962FA}"/>
              </a:ext>
            </a:extLst>
          </p:cNvPr>
          <p:cNvSpPr>
            <a:spLocks xmlns:a="http://schemas.openxmlformats.org/drawingml/2006/main" noGrp="1"/>
          </p:cNvSpPr>
          <p:nvPr/>
        </p:nvSpPr>
        <p:spPr>
          <a:xfrm xmlns:a="http://schemas.openxmlformats.org/drawingml/2006/main">
            <a:off x="6627495" y="3003709"/>
            <a:ext cx="77153" cy="25241"/>
          </a:xfrm>
          <a:prstGeom xmlns:a="http://schemas.openxmlformats.org/drawingml/2006/main" prst="rect">
            <a:avLst/>
          </a:prstGeom>
          <a:solidFill xmlns:a="http://schemas.openxmlformats.org/drawingml/2006/main">
            <a:srgbClr val="5E5B51"/>
          </a:solidFill>
          <a:ln xmlns:a="http://schemas.openxmlformats.org/drawingml/2006/main" w="15240">
            <a:noFill/>
          </a:ln>
        </p:spPr>
      </p:sp>
      <p:sp>
        <p:nvSpPr>
          <p:cNvPr id="183" name="hidden-image-color-4-7">
            <a:extLst xmlns:a="http://schemas.openxmlformats.org/drawingml/2006/main">
              <a:ext uri="{FF2B5EF4-FFF2-40B4-BE49-F238E27FC236}">
                <a16:creationId xmlns:a16="http://schemas.microsoft.com/office/drawing/2014/main" id="{209E15C3-AD8C-40D7-A88B-14E91217C220}"/>
              </a:ext>
            </a:extLst>
          </p:cNvPr>
          <p:cNvSpPr>
            <a:spLocks xmlns:a="http://schemas.openxmlformats.org/drawingml/2006/main" noGrp="1"/>
          </p:cNvSpPr>
          <p:nvPr/>
        </p:nvSpPr>
        <p:spPr>
          <a:xfrm xmlns:a="http://schemas.openxmlformats.org/drawingml/2006/main">
            <a:off x="6709410" y="3003709"/>
            <a:ext cx="77153" cy="25241"/>
          </a:xfrm>
          <a:prstGeom xmlns:a="http://schemas.openxmlformats.org/drawingml/2006/main" prst="rect">
            <a:avLst/>
          </a:prstGeom>
          <a:solidFill xmlns:a="http://schemas.openxmlformats.org/drawingml/2006/main">
            <a:srgbClr val="797669"/>
          </a:solidFill>
          <a:ln xmlns:a="http://schemas.openxmlformats.org/drawingml/2006/main" w="15240">
            <a:noFill/>
          </a:ln>
        </p:spPr>
      </p:sp>
      <p:sp>
        <p:nvSpPr>
          <p:cNvPr id="184" name="hidden-image-color-5-7">
            <a:extLst xmlns:a="http://schemas.openxmlformats.org/drawingml/2006/main">
              <a:ext uri="{FF2B5EF4-FFF2-40B4-BE49-F238E27FC236}">
                <a16:creationId xmlns:a16="http://schemas.microsoft.com/office/drawing/2014/main" id="{3FAE3364-7DE7-4567-B2F6-37E80369752F}"/>
              </a:ext>
            </a:extLst>
          </p:cNvPr>
          <p:cNvSpPr>
            <a:spLocks xmlns:a="http://schemas.openxmlformats.org/drawingml/2006/main" noGrp="1"/>
          </p:cNvSpPr>
          <p:nvPr/>
        </p:nvSpPr>
        <p:spPr>
          <a:xfrm xmlns:a="http://schemas.openxmlformats.org/drawingml/2006/main">
            <a:off x="6791325" y="3003709"/>
            <a:ext cx="77153" cy="25241"/>
          </a:xfrm>
          <a:prstGeom xmlns:a="http://schemas.openxmlformats.org/drawingml/2006/main" prst="rect">
            <a:avLst/>
          </a:prstGeom>
          <a:solidFill xmlns:a="http://schemas.openxmlformats.org/drawingml/2006/main">
            <a:srgbClr val="EDE2C7"/>
          </a:solidFill>
          <a:ln xmlns:a="http://schemas.openxmlformats.org/drawingml/2006/main" w="15240">
            <a:noFill/>
          </a:ln>
        </p:spPr>
      </p:sp>
      <p:sp>
        <p:nvSpPr>
          <p:cNvPr id="185" name="hidden-image-color-6-7">
            <a:extLst xmlns:a="http://schemas.openxmlformats.org/drawingml/2006/main">
              <a:ext uri="{FF2B5EF4-FFF2-40B4-BE49-F238E27FC236}">
                <a16:creationId xmlns:a16="http://schemas.microsoft.com/office/drawing/2014/main" id="{4E93C921-6F0A-4081-9A9B-BE8AEA29C41A}"/>
              </a:ext>
            </a:extLst>
          </p:cNvPr>
          <p:cNvSpPr>
            <a:spLocks xmlns:a="http://schemas.openxmlformats.org/drawingml/2006/main" noGrp="1"/>
          </p:cNvSpPr>
          <p:nvPr/>
        </p:nvSpPr>
        <p:spPr>
          <a:xfrm xmlns:a="http://schemas.openxmlformats.org/drawingml/2006/main">
            <a:off x="6873240" y="3003709"/>
            <a:ext cx="77153" cy="25241"/>
          </a:xfrm>
          <a:prstGeom xmlns:a="http://schemas.openxmlformats.org/drawingml/2006/main" prst="rect">
            <a:avLst/>
          </a:prstGeom>
          <a:solidFill xmlns:a="http://schemas.openxmlformats.org/drawingml/2006/main">
            <a:srgbClr val="E6DCC1"/>
          </a:solidFill>
          <a:ln xmlns:a="http://schemas.openxmlformats.org/drawingml/2006/main" w="15240">
            <a:noFill/>
          </a:ln>
        </p:spPr>
      </p:sp>
      <p:sp>
        <p:nvSpPr>
          <p:cNvPr id="186" name="hidden-image-color-7-7">
            <a:extLst xmlns:a="http://schemas.openxmlformats.org/drawingml/2006/main">
              <a:ext uri="{FF2B5EF4-FFF2-40B4-BE49-F238E27FC236}">
                <a16:creationId xmlns:a16="http://schemas.microsoft.com/office/drawing/2014/main" id="{9E9B5FE6-8690-4F7F-AC70-72C38A0A7B45}"/>
              </a:ext>
            </a:extLst>
          </p:cNvPr>
          <p:cNvSpPr>
            <a:spLocks xmlns:a="http://schemas.openxmlformats.org/drawingml/2006/main" noGrp="1"/>
          </p:cNvSpPr>
          <p:nvPr/>
        </p:nvSpPr>
        <p:spPr>
          <a:xfrm xmlns:a="http://schemas.openxmlformats.org/drawingml/2006/main">
            <a:off x="6955155" y="3003709"/>
            <a:ext cx="77153" cy="25241"/>
          </a:xfrm>
          <a:prstGeom xmlns:a="http://schemas.openxmlformats.org/drawingml/2006/main" prst="rect">
            <a:avLst/>
          </a:prstGeom>
          <a:solidFill xmlns:a="http://schemas.openxmlformats.org/drawingml/2006/main">
            <a:srgbClr val="DFD4BA"/>
          </a:solidFill>
          <a:ln xmlns:a="http://schemas.openxmlformats.org/drawingml/2006/main" w="15240">
            <a:noFill/>
          </a:ln>
        </p:spPr>
      </p:sp>
      <p:sp>
        <p:nvSpPr>
          <p:cNvPr id="187" name="hidden-image-color-8-7">
            <a:extLst xmlns:a="http://schemas.openxmlformats.org/drawingml/2006/main">
              <a:ext uri="{FF2B5EF4-FFF2-40B4-BE49-F238E27FC236}">
                <a16:creationId xmlns:a16="http://schemas.microsoft.com/office/drawing/2014/main" id="{86769FCB-9CCF-45D7-80A2-774B7C514201}"/>
              </a:ext>
            </a:extLst>
          </p:cNvPr>
          <p:cNvSpPr>
            <a:spLocks xmlns:a="http://schemas.openxmlformats.org/drawingml/2006/main" noGrp="1"/>
          </p:cNvSpPr>
          <p:nvPr/>
        </p:nvSpPr>
        <p:spPr>
          <a:xfrm xmlns:a="http://schemas.openxmlformats.org/drawingml/2006/main">
            <a:off x="7037070" y="3003709"/>
            <a:ext cx="77153" cy="25241"/>
          </a:xfrm>
          <a:prstGeom xmlns:a="http://schemas.openxmlformats.org/drawingml/2006/main" prst="rect">
            <a:avLst/>
          </a:prstGeom>
          <a:solidFill xmlns:a="http://schemas.openxmlformats.org/drawingml/2006/main">
            <a:srgbClr val="A89F8C"/>
          </a:solidFill>
          <a:ln xmlns:a="http://schemas.openxmlformats.org/drawingml/2006/main" w="15240">
            <a:noFill/>
          </a:ln>
        </p:spPr>
      </p:sp>
      <p:sp>
        <p:nvSpPr>
          <p:cNvPr id="188" name="hidden-image-color-9-7">
            <a:extLst xmlns:a="http://schemas.openxmlformats.org/drawingml/2006/main">
              <a:ext uri="{FF2B5EF4-FFF2-40B4-BE49-F238E27FC236}">
                <a16:creationId xmlns:a16="http://schemas.microsoft.com/office/drawing/2014/main" id="{B78991DE-CFEF-4368-8C3F-29B70AFC7554}"/>
              </a:ext>
            </a:extLst>
          </p:cNvPr>
          <p:cNvSpPr>
            <a:spLocks xmlns:a="http://schemas.openxmlformats.org/drawingml/2006/main" noGrp="1"/>
          </p:cNvSpPr>
          <p:nvPr/>
        </p:nvSpPr>
        <p:spPr>
          <a:xfrm xmlns:a="http://schemas.openxmlformats.org/drawingml/2006/main">
            <a:off x="7118985" y="3003709"/>
            <a:ext cx="77153" cy="25241"/>
          </a:xfrm>
          <a:prstGeom xmlns:a="http://schemas.openxmlformats.org/drawingml/2006/main" prst="rect">
            <a:avLst/>
          </a:prstGeom>
          <a:solidFill xmlns:a="http://schemas.openxmlformats.org/drawingml/2006/main">
            <a:srgbClr val="EADFC4"/>
          </a:solidFill>
          <a:ln xmlns:a="http://schemas.openxmlformats.org/drawingml/2006/main" w="15240">
            <a:noFill/>
          </a:ln>
        </p:spPr>
      </p:sp>
      <p:sp>
        <p:nvSpPr>
          <p:cNvPr id="189" name="hidden-image-color-10-7">
            <a:extLst xmlns:a="http://schemas.openxmlformats.org/drawingml/2006/main">
              <a:ext uri="{FF2B5EF4-FFF2-40B4-BE49-F238E27FC236}">
                <a16:creationId xmlns:a16="http://schemas.microsoft.com/office/drawing/2014/main" id="{7539B8A9-90BF-4664-8B6F-6859138A7DF5}"/>
              </a:ext>
            </a:extLst>
          </p:cNvPr>
          <p:cNvSpPr>
            <a:spLocks xmlns:a="http://schemas.openxmlformats.org/drawingml/2006/main" noGrp="1"/>
          </p:cNvSpPr>
          <p:nvPr/>
        </p:nvSpPr>
        <p:spPr>
          <a:xfrm xmlns:a="http://schemas.openxmlformats.org/drawingml/2006/main">
            <a:off x="7200900" y="3003709"/>
            <a:ext cx="77153" cy="25241"/>
          </a:xfrm>
          <a:prstGeom xmlns:a="http://schemas.openxmlformats.org/drawingml/2006/main" prst="rect">
            <a:avLst/>
          </a:prstGeom>
          <a:solidFill xmlns:a="http://schemas.openxmlformats.org/drawingml/2006/main">
            <a:srgbClr val="AAA89A"/>
          </a:solidFill>
          <a:ln xmlns:a="http://schemas.openxmlformats.org/drawingml/2006/main" w="15240">
            <a:noFill/>
          </a:ln>
        </p:spPr>
      </p:sp>
      <p:sp>
        <p:nvSpPr>
          <p:cNvPr id="190" name="hidden-image-color-11-7">
            <a:extLst xmlns:a="http://schemas.openxmlformats.org/drawingml/2006/main">
              <a:ext uri="{FF2B5EF4-FFF2-40B4-BE49-F238E27FC236}">
                <a16:creationId xmlns:a16="http://schemas.microsoft.com/office/drawing/2014/main" id="{11110B2F-34B2-467B-A599-CDC85BEDE0F5}"/>
              </a:ext>
            </a:extLst>
          </p:cNvPr>
          <p:cNvSpPr>
            <a:spLocks xmlns:a="http://schemas.openxmlformats.org/drawingml/2006/main" noGrp="1"/>
          </p:cNvSpPr>
          <p:nvPr/>
        </p:nvSpPr>
        <p:spPr>
          <a:xfrm xmlns:a="http://schemas.openxmlformats.org/drawingml/2006/main">
            <a:off x="7282815" y="3003709"/>
            <a:ext cx="77153" cy="25241"/>
          </a:xfrm>
          <a:prstGeom xmlns:a="http://schemas.openxmlformats.org/drawingml/2006/main" prst="rect">
            <a:avLst/>
          </a:prstGeom>
          <a:solidFill xmlns:a="http://schemas.openxmlformats.org/drawingml/2006/main">
            <a:srgbClr val="B2B2A7"/>
          </a:solidFill>
          <a:ln xmlns:a="http://schemas.openxmlformats.org/drawingml/2006/main" w="15240">
            <a:noFill/>
          </a:ln>
        </p:spPr>
      </p:sp>
      <p:sp>
        <p:nvSpPr>
          <p:cNvPr id="191" name="hidden-image-color-0-8">
            <a:extLst xmlns:a="http://schemas.openxmlformats.org/drawingml/2006/main">
              <a:ext uri="{FF2B5EF4-FFF2-40B4-BE49-F238E27FC236}">
                <a16:creationId xmlns:a16="http://schemas.microsoft.com/office/drawing/2014/main" id="{00A2012D-98E8-4A16-944C-477E1F0159E9}"/>
              </a:ext>
            </a:extLst>
          </p:cNvPr>
          <p:cNvSpPr>
            <a:spLocks xmlns:a="http://schemas.openxmlformats.org/drawingml/2006/main" noGrp="1"/>
          </p:cNvSpPr>
          <p:nvPr/>
        </p:nvSpPr>
        <p:spPr>
          <a:xfrm xmlns:a="http://schemas.openxmlformats.org/drawingml/2006/main">
            <a:off x="6381750" y="3032760"/>
            <a:ext cx="77153" cy="25241"/>
          </a:xfrm>
          <a:prstGeom xmlns:a="http://schemas.openxmlformats.org/drawingml/2006/main" prst="rect">
            <a:avLst/>
          </a:prstGeom>
          <a:solidFill xmlns:a="http://schemas.openxmlformats.org/drawingml/2006/main">
            <a:srgbClr val="B9AD96"/>
          </a:solidFill>
          <a:ln xmlns:a="http://schemas.openxmlformats.org/drawingml/2006/main" w="15240">
            <a:noFill/>
          </a:ln>
        </p:spPr>
      </p:sp>
      <p:sp>
        <p:nvSpPr>
          <p:cNvPr id="192" name="hidden-image-color-1-8">
            <a:extLst xmlns:a="http://schemas.openxmlformats.org/drawingml/2006/main">
              <a:ext uri="{FF2B5EF4-FFF2-40B4-BE49-F238E27FC236}">
                <a16:creationId xmlns:a16="http://schemas.microsoft.com/office/drawing/2014/main" id="{42E5A36A-E087-4A20-A42E-4939A4FFB46F}"/>
              </a:ext>
            </a:extLst>
          </p:cNvPr>
          <p:cNvSpPr>
            <a:spLocks xmlns:a="http://schemas.openxmlformats.org/drawingml/2006/main" noGrp="1"/>
          </p:cNvSpPr>
          <p:nvPr/>
        </p:nvSpPr>
        <p:spPr>
          <a:xfrm xmlns:a="http://schemas.openxmlformats.org/drawingml/2006/main">
            <a:off x="6463665" y="3032760"/>
            <a:ext cx="77153" cy="25241"/>
          </a:xfrm>
          <a:prstGeom xmlns:a="http://schemas.openxmlformats.org/drawingml/2006/main" prst="rect">
            <a:avLst/>
          </a:prstGeom>
          <a:solidFill xmlns:a="http://schemas.openxmlformats.org/drawingml/2006/main">
            <a:srgbClr val="7E7665"/>
          </a:solidFill>
          <a:ln xmlns:a="http://schemas.openxmlformats.org/drawingml/2006/main" w="15240">
            <a:noFill/>
          </a:ln>
        </p:spPr>
      </p:sp>
      <p:sp>
        <p:nvSpPr>
          <p:cNvPr id="193" name="hidden-image-color-2-8">
            <a:extLst xmlns:a="http://schemas.openxmlformats.org/drawingml/2006/main">
              <a:ext uri="{FF2B5EF4-FFF2-40B4-BE49-F238E27FC236}">
                <a16:creationId xmlns:a16="http://schemas.microsoft.com/office/drawing/2014/main" id="{AFC38059-BEAE-4C63-82FB-75A344BE9851}"/>
              </a:ext>
            </a:extLst>
          </p:cNvPr>
          <p:cNvSpPr>
            <a:spLocks xmlns:a="http://schemas.openxmlformats.org/drawingml/2006/main" noGrp="1"/>
          </p:cNvSpPr>
          <p:nvPr/>
        </p:nvSpPr>
        <p:spPr>
          <a:xfrm xmlns:a="http://schemas.openxmlformats.org/drawingml/2006/main">
            <a:off x="6545580" y="3032760"/>
            <a:ext cx="77153" cy="25241"/>
          </a:xfrm>
          <a:prstGeom xmlns:a="http://schemas.openxmlformats.org/drawingml/2006/main" prst="rect">
            <a:avLst/>
          </a:prstGeom>
          <a:solidFill xmlns:a="http://schemas.openxmlformats.org/drawingml/2006/main">
            <a:srgbClr val="BCB59E"/>
          </a:solidFill>
          <a:ln xmlns:a="http://schemas.openxmlformats.org/drawingml/2006/main" w="15240">
            <a:noFill/>
          </a:ln>
        </p:spPr>
      </p:sp>
      <p:sp>
        <p:nvSpPr>
          <p:cNvPr id="194" name="hidden-image-color-3-8">
            <a:extLst xmlns:a="http://schemas.openxmlformats.org/drawingml/2006/main">
              <a:ext uri="{FF2B5EF4-FFF2-40B4-BE49-F238E27FC236}">
                <a16:creationId xmlns:a16="http://schemas.microsoft.com/office/drawing/2014/main" id="{F14205A5-08E0-42EB-B74E-4CC2676E205B}"/>
              </a:ext>
            </a:extLst>
          </p:cNvPr>
          <p:cNvSpPr>
            <a:spLocks xmlns:a="http://schemas.openxmlformats.org/drawingml/2006/main" noGrp="1"/>
          </p:cNvSpPr>
          <p:nvPr/>
        </p:nvSpPr>
        <p:spPr>
          <a:xfrm xmlns:a="http://schemas.openxmlformats.org/drawingml/2006/main">
            <a:off x="6627495" y="3032760"/>
            <a:ext cx="77153" cy="25241"/>
          </a:xfrm>
          <a:prstGeom xmlns:a="http://schemas.openxmlformats.org/drawingml/2006/main" prst="rect">
            <a:avLst/>
          </a:prstGeom>
          <a:solidFill xmlns:a="http://schemas.openxmlformats.org/drawingml/2006/main">
            <a:srgbClr val="A39A88"/>
          </a:solidFill>
          <a:ln xmlns:a="http://schemas.openxmlformats.org/drawingml/2006/main" w="15240">
            <a:noFill/>
          </a:ln>
        </p:spPr>
      </p:sp>
      <p:sp>
        <p:nvSpPr>
          <p:cNvPr id="195" name="hidden-image-color-4-8">
            <a:extLst xmlns:a="http://schemas.openxmlformats.org/drawingml/2006/main">
              <a:ext uri="{FF2B5EF4-FFF2-40B4-BE49-F238E27FC236}">
                <a16:creationId xmlns:a16="http://schemas.microsoft.com/office/drawing/2014/main" id="{BD0B03A3-21A2-4C61-9EC8-12C581E7EE66}"/>
              </a:ext>
            </a:extLst>
          </p:cNvPr>
          <p:cNvSpPr>
            <a:spLocks xmlns:a="http://schemas.openxmlformats.org/drawingml/2006/main" noGrp="1"/>
          </p:cNvSpPr>
          <p:nvPr/>
        </p:nvSpPr>
        <p:spPr>
          <a:xfrm xmlns:a="http://schemas.openxmlformats.org/drawingml/2006/main">
            <a:off x="6709410" y="3032760"/>
            <a:ext cx="77153" cy="25241"/>
          </a:xfrm>
          <a:prstGeom xmlns:a="http://schemas.openxmlformats.org/drawingml/2006/main" prst="rect">
            <a:avLst/>
          </a:prstGeom>
          <a:solidFill xmlns:a="http://schemas.openxmlformats.org/drawingml/2006/main">
            <a:srgbClr val="766558"/>
          </a:solidFill>
          <a:ln xmlns:a="http://schemas.openxmlformats.org/drawingml/2006/main" w="15240">
            <a:noFill/>
          </a:ln>
        </p:spPr>
      </p:sp>
      <p:sp>
        <p:nvSpPr>
          <p:cNvPr id="196" name="hidden-image-color-5-8">
            <a:extLst xmlns:a="http://schemas.openxmlformats.org/drawingml/2006/main">
              <a:ext uri="{FF2B5EF4-FFF2-40B4-BE49-F238E27FC236}">
                <a16:creationId xmlns:a16="http://schemas.microsoft.com/office/drawing/2014/main" id="{775C2048-2398-426B-9C0A-F0ADEC2AF4A9}"/>
              </a:ext>
            </a:extLst>
          </p:cNvPr>
          <p:cNvSpPr>
            <a:spLocks xmlns:a="http://schemas.openxmlformats.org/drawingml/2006/main" noGrp="1"/>
          </p:cNvSpPr>
          <p:nvPr/>
        </p:nvSpPr>
        <p:spPr>
          <a:xfrm xmlns:a="http://schemas.openxmlformats.org/drawingml/2006/main">
            <a:off x="6791325" y="3032760"/>
            <a:ext cx="77153" cy="25241"/>
          </a:xfrm>
          <a:prstGeom xmlns:a="http://schemas.openxmlformats.org/drawingml/2006/main" prst="rect">
            <a:avLst/>
          </a:prstGeom>
          <a:solidFill xmlns:a="http://schemas.openxmlformats.org/drawingml/2006/main">
            <a:srgbClr val="EAE1C6"/>
          </a:solidFill>
          <a:ln xmlns:a="http://schemas.openxmlformats.org/drawingml/2006/main" w="15240">
            <a:noFill/>
          </a:ln>
        </p:spPr>
      </p:sp>
      <p:sp>
        <p:nvSpPr>
          <p:cNvPr id="197" name="hidden-image-color-6-8">
            <a:extLst xmlns:a="http://schemas.openxmlformats.org/drawingml/2006/main">
              <a:ext uri="{FF2B5EF4-FFF2-40B4-BE49-F238E27FC236}">
                <a16:creationId xmlns:a16="http://schemas.microsoft.com/office/drawing/2014/main" id="{3A36287A-5B19-4716-BE72-20B6008FAC34}"/>
              </a:ext>
            </a:extLst>
          </p:cNvPr>
          <p:cNvSpPr>
            <a:spLocks xmlns:a="http://schemas.openxmlformats.org/drawingml/2006/main" noGrp="1"/>
          </p:cNvSpPr>
          <p:nvPr/>
        </p:nvSpPr>
        <p:spPr>
          <a:xfrm xmlns:a="http://schemas.openxmlformats.org/drawingml/2006/main">
            <a:off x="6873240" y="3032760"/>
            <a:ext cx="77153" cy="25241"/>
          </a:xfrm>
          <a:prstGeom xmlns:a="http://schemas.openxmlformats.org/drawingml/2006/main" prst="rect">
            <a:avLst/>
          </a:prstGeom>
          <a:solidFill xmlns:a="http://schemas.openxmlformats.org/drawingml/2006/main">
            <a:srgbClr val="E6DCC2"/>
          </a:solidFill>
          <a:ln xmlns:a="http://schemas.openxmlformats.org/drawingml/2006/main" w="15240">
            <a:noFill/>
          </a:ln>
        </p:spPr>
      </p:sp>
      <p:sp>
        <p:nvSpPr>
          <p:cNvPr id="198" name="hidden-image-color-7-8">
            <a:extLst xmlns:a="http://schemas.openxmlformats.org/drawingml/2006/main">
              <a:ext uri="{FF2B5EF4-FFF2-40B4-BE49-F238E27FC236}">
                <a16:creationId xmlns:a16="http://schemas.microsoft.com/office/drawing/2014/main" id="{5B4BAD12-4C95-482D-BA58-67D4F31F5C67}"/>
              </a:ext>
            </a:extLst>
          </p:cNvPr>
          <p:cNvSpPr>
            <a:spLocks xmlns:a="http://schemas.openxmlformats.org/drawingml/2006/main" noGrp="1"/>
          </p:cNvSpPr>
          <p:nvPr/>
        </p:nvSpPr>
        <p:spPr>
          <a:xfrm xmlns:a="http://schemas.openxmlformats.org/drawingml/2006/main">
            <a:off x="6955155" y="3032760"/>
            <a:ext cx="77153" cy="25241"/>
          </a:xfrm>
          <a:prstGeom xmlns:a="http://schemas.openxmlformats.org/drawingml/2006/main" prst="rect">
            <a:avLst/>
          </a:prstGeom>
          <a:solidFill xmlns:a="http://schemas.openxmlformats.org/drawingml/2006/main">
            <a:srgbClr val="E0D7BD"/>
          </a:solidFill>
          <a:ln xmlns:a="http://schemas.openxmlformats.org/drawingml/2006/main" w="15240">
            <a:noFill/>
          </a:ln>
        </p:spPr>
      </p:sp>
      <p:sp>
        <p:nvSpPr>
          <p:cNvPr id="199" name="hidden-image-color-8-8">
            <a:extLst xmlns:a="http://schemas.openxmlformats.org/drawingml/2006/main">
              <a:ext uri="{FF2B5EF4-FFF2-40B4-BE49-F238E27FC236}">
                <a16:creationId xmlns:a16="http://schemas.microsoft.com/office/drawing/2014/main" id="{4288C1B2-0565-4386-B049-9F1900133E09}"/>
              </a:ext>
            </a:extLst>
          </p:cNvPr>
          <p:cNvSpPr>
            <a:spLocks xmlns:a="http://schemas.openxmlformats.org/drawingml/2006/main" noGrp="1"/>
          </p:cNvSpPr>
          <p:nvPr/>
        </p:nvSpPr>
        <p:spPr>
          <a:xfrm xmlns:a="http://schemas.openxmlformats.org/drawingml/2006/main">
            <a:off x="7037070" y="3032760"/>
            <a:ext cx="77153" cy="25241"/>
          </a:xfrm>
          <a:prstGeom xmlns:a="http://schemas.openxmlformats.org/drawingml/2006/main" prst="rect">
            <a:avLst/>
          </a:prstGeom>
          <a:solidFill xmlns:a="http://schemas.openxmlformats.org/drawingml/2006/main">
            <a:srgbClr val="BFB499"/>
          </a:solidFill>
          <a:ln xmlns:a="http://schemas.openxmlformats.org/drawingml/2006/main" w="15240">
            <a:noFill/>
          </a:ln>
        </p:spPr>
      </p:sp>
      <p:sp>
        <p:nvSpPr>
          <p:cNvPr id="200" name="hidden-image-color-9-8">
            <a:extLst xmlns:a="http://schemas.openxmlformats.org/drawingml/2006/main">
              <a:ext uri="{FF2B5EF4-FFF2-40B4-BE49-F238E27FC236}">
                <a16:creationId xmlns:a16="http://schemas.microsoft.com/office/drawing/2014/main" id="{DFE96E13-F727-4E99-935D-B211AD98103B}"/>
              </a:ext>
            </a:extLst>
          </p:cNvPr>
          <p:cNvSpPr>
            <a:spLocks xmlns:a="http://schemas.openxmlformats.org/drawingml/2006/main" noGrp="1"/>
          </p:cNvSpPr>
          <p:nvPr/>
        </p:nvSpPr>
        <p:spPr>
          <a:xfrm xmlns:a="http://schemas.openxmlformats.org/drawingml/2006/main">
            <a:off x="7118985" y="3032760"/>
            <a:ext cx="77153" cy="25241"/>
          </a:xfrm>
          <a:prstGeom xmlns:a="http://schemas.openxmlformats.org/drawingml/2006/main" prst="rect">
            <a:avLst/>
          </a:prstGeom>
          <a:solidFill xmlns:a="http://schemas.openxmlformats.org/drawingml/2006/main">
            <a:srgbClr val="E1D5BB"/>
          </a:solidFill>
          <a:ln xmlns:a="http://schemas.openxmlformats.org/drawingml/2006/main" w="15240">
            <a:noFill/>
          </a:ln>
        </p:spPr>
      </p:sp>
      <p:sp>
        <p:nvSpPr>
          <p:cNvPr id="201" name="hidden-image-color-10-8">
            <a:extLst xmlns:a="http://schemas.openxmlformats.org/drawingml/2006/main">
              <a:ext uri="{FF2B5EF4-FFF2-40B4-BE49-F238E27FC236}">
                <a16:creationId xmlns:a16="http://schemas.microsoft.com/office/drawing/2014/main" id="{CD86344F-19D0-4573-8D17-9428A9EFED0A}"/>
              </a:ext>
            </a:extLst>
          </p:cNvPr>
          <p:cNvSpPr>
            <a:spLocks xmlns:a="http://schemas.openxmlformats.org/drawingml/2006/main" noGrp="1"/>
          </p:cNvSpPr>
          <p:nvPr/>
        </p:nvSpPr>
        <p:spPr>
          <a:xfrm xmlns:a="http://schemas.openxmlformats.org/drawingml/2006/main">
            <a:off x="7200900" y="3032760"/>
            <a:ext cx="77153" cy="25241"/>
          </a:xfrm>
          <a:prstGeom xmlns:a="http://schemas.openxmlformats.org/drawingml/2006/main" prst="rect">
            <a:avLst/>
          </a:prstGeom>
          <a:solidFill xmlns:a="http://schemas.openxmlformats.org/drawingml/2006/main">
            <a:srgbClr val="B8B3A2"/>
          </a:solidFill>
          <a:ln xmlns:a="http://schemas.openxmlformats.org/drawingml/2006/main" w="15240">
            <a:noFill/>
          </a:ln>
        </p:spPr>
      </p:sp>
      <p:sp>
        <p:nvSpPr>
          <p:cNvPr id="202" name="hidden-image-color-11-8">
            <a:extLst xmlns:a="http://schemas.openxmlformats.org/drawingml/2006/main">
              <a:ext uri="{FF2B5EF4-FFF2-40B4-BE49-F238E27FC236}">
                <a16:creationId xmlns:a16="http://schemas.microsoft.com/office/drawing/2014/main" id="{F9585E5B-7078-4E8F-84C0-F6EF9F9E2109}"/>
              </a:ext>
            </a:extLst>
          </p:cNvPr>
          <p:cNvSpPr>
            <a:spLocks xmlns:a="http://schemas.openxmlformats.org/drawingml/2006/main" noGrp="1"/>
          </p:cNvSpPr>
          <p:nvPr/>
        </p:nvSpPr>
        <p:spPr>
          <a:xfrm xmlns:a="http://schemas.openxmlformats.org/drawingml/2006/main">
            <a:off x="7282815" y="3032760"/>
            <a:ext cx="77153" cy="25241"/>
          </a:xfrm>
          <a:prstGeom xmlns:a="http://schemas.openxmlformats.org/drawingml/2006/main" prst="rect">
            <a:avLst/>
          </a:prstGeom>
          <a:solidFill xmlns:a="http://schemas.openxmlformats.org/drawingml/2006/main">
            <a:srgbClr val="9DA09A"/>
          </a:solidFill>
          <a:ln xmlns:a="http://schemas.openxmlformats.org/drawingml/2006/main" w="15240">
            <a:noFill/>
          </a:ln>
        </p:spPr>
      </p:sp>
      <p:sp>
        <p:nvSpPr>
          <p:cNvPr id="203" name="hidden-image-color-0-9">
            <a:extLst xmlns:a="http://schemas.openxmlformats.org/drawingml/2006/main">
              <a:ext uri="{FF2B5EF4-FFF2-40B4-BE49-F238E27FC236}">
                <a16:creationId xmlns:a16="http://schemas.microsoft.com/office/drawing/2014/main" id="{C9BA5AB7-4043-4499-9CAC-4E56BAF479C6}"/>
              </a:ext>
            </a:extLst>
          </p:cNvPr>
          <p:cNvSpPr>
            <a:spLocks xmlns:a="http://schemas.openxmlformats.org/drawingml/2006/main" noGrp="1"/>
          </p:cNvSpPr>
          <p:nvPr/>
        </p:nvSpPr>
        <p:spPr>
          <a:xfrm xmlns:a="http://schemas.openxmlformats.org/drawingml/2006/main">
            <a:off x="6381750" y="3061811"/>
            <a:ext cx="77153" cy="25241"/>
          </a:xfrm>
          <a:prstGeom xmlns:a="http://schemas.openxmlformats.org/drawingml/2006/main" prst="rect">
            <a:avLst/>
          </a:prstGeom>
          <a:solidFill xmlns:a="http://schemas.openxmlformats.org/drawingml/2006/main">
            <a:srgbClr val="D9CFB5"/>
          </a:solidFill>
          <a:ln xmlns:a="http://schemas.openxmlformats.org/drawingml/2006/main" w="15240">
            <a:noFill/>
          </a:ln>
        </p:spPr>
      </p:sp>
      <p:sp>
        <p:nvSpPr>
          <p:cNvPr id="204" name="hidden-image-color-1-9">
            <a:extLst xmlns:a="http://schemas.openxmlformats.org/drawingml/2006/main">
              <a:ext uri="{FF2B5EF4-FFF2-40B4-BE49-F238E27FC236}">
                <a16:creationId xmlns:a16="http://schemas.microsoft.com/office/drawing/2014/main" id="{746C7CFC-CDE0-4605-B37D-08A88F9AD09C}"/>
              </a:ext>
            </a:extLst>
          </p:cNvPr>
          <p:cNvSpPr>
            <a:spLocks xmlns:a="http://schemas.openxmlformats.org/drawingml/2006/main" noGrp="1"/>
          </p:cNvSpPr>
          <p:nvPr/>
        </p:nvSpPr>
        <p:spPr>
          <a:xfrm xmlns:a="http://schemas.openxmlformats.org/drawingml/2006/main">
            <a:off x="6463665" y="3061811"/>
            <a:ext cx="77153" cy="25241"/>
          </a:xfrm>
          <a:prstGeom xmlns:a="http://schemas.openxmlformats.org/drawingml/2006/main" prst="rect">
            <a:avLst/>
          </a:prstGeom>
          <a:solidFill xmlns:a="http://schemas.openxmlformats.org/drawingml/2006/main">
            <a:srgbClr val="BBB198"/>
          </a:solidFill>
          <a:ln xmlns:a="http://schemas.openxmlformats.org/drawingml/2006/main" w="15240">
            <a:noFill/>
          </a:ln>
        </p:spPr>
      </p:sp>
      <p:sp>
        <p:nvSpPr>
          <p:cNvPr id="205" name="hidden-image-color-2-9">
            <a:extLst xmlns:a="http://schemas.openxmlformats.org/drawingml/2006/main">
              <a:ext uri="{FF2B5EF4-FFF2-40B4-BE49-F238E27FC236}">
                <a16:creationId xmlns:a16="http://schemas.microsoft.com/office/drawing/2014/main" id="{595D87B7-74B8-46DA-BCB3-492382209D1C}"/>
              </a:ext>
            </a:extLst>
          </p:cNvPr>
          <p:cNvSpPr>
            <a:spLocks xmlns:a="http://schemas.openxmlformats.org/drawingml/2006/main" noGrp="1"/>
          </p:cNvSpPr>
          <p:nvPr/>
        </p:nvSpPr>
        <p:spPr>
          <a:xfrm xmlns:a="http://schemas.openxmlformats.org/drawingml/2006/main">
            <a:off x="6545580" y="3061811"/>
            <a:ext cx="77153" cy="25241"/>
          </a:xfrm>
          <a:prstGeom xmlns:a="http://schemas.openxmlformats.org/drawingml/2006/main" prst="rect">
            <a:avLst/>
          </a:prstGeom>
          <a:solidFill xmlns:a="http://schemas.openxmlformats.org/drawingml/2006/main">
            <a:srgbClr val="948D7A"/>
          </a:solidFill>
          <a:ln xmlns:a="http://schemas.openxmlformats.org/drawingml/2006/main" w="15240">
            <a:noFill/>
          </a:ln>
        </p:spPr>
      </p:sp>
      <p:sp>
        <p:nvSpPr>
          <p:cNvPr id="206" name="hidden-image-color-3-9">
            <a:extLst xmlns:a="http://schemas.openxmlformats.org/drawingml/2006/main">
              <a:ext uri="{FF2B5EF4-FFF2-40B4-BE49-F238E27FC236}">
                <a16:creationId xmlns:a16="http://schemas.microsoft.com/office/drawing/2014/main" id="{26DC2E2B-3770-4A8E-861F-0D6168BF62DF}"/>
              </a:ext>
            </a:extLst>
          </p:cNvPr>
          <p:cNvSpPr>
            <a:spLocks xmlns:a="http://schemas.openxmlformats.org/drawingml/2006/main" noGrp="1"/>
          </p:cNvSpPr>
          <p:nvPr/>
        </p:nvSpPr>
        <p:spPr>
          <a:xfrm xmlns:a="http://schemas.openxmlformats.org/drawingml/2006/main">
            <a:off x="6627495" y="3061811"/>
            <a:ext cx="77153" cy="25241"/>
          </a:xfrm>
          <a:prstGeom xmlns:a="http://schemas.openxmlformats.org/drawingml/2006/main" prst="rect">
            <a:avLst/>
          </a:prstGeom>
          <a:solidFill xmlns:a="http://schemas.openxmlformats.org/drawingml/2006/main">
            <a:srgbClr val="887F6E"/>
          </a:solidFill>
          <a:ln xmlns:a="http://schemas.openxmlformats.org/drawingml/2006/main" w="15240">
            <a:noFill/>
          </a:ln>
        </p:spPr>
      </p:sp>
      <p:sp>
        <p:nvSpPr>
          <p:cNvPr id="207" name="hidden-image-color-4-9">
            <a:extLst xmlns:a="http://schemas.openxmlformats.org/drawingml/2006/main">
              <a:ext uri="{FF2B5EF4-FFF2-40B4-BE49-F238E27FC236}">
                <a16:creationId xmlns:a16="http://schemas.microsoft.com/office/drawing/2014/main" id="{B2E50CB9-0632-464E-96F6-32234EE9563F}"/>
              </a:ext>
            </a:extLst>
          </p:cNvPr>
          <p:cNvSpPr>
            <a:spLocks xmlns:a="http://schemas.openxmlformats.org/drawingml/2006/main" noGrp="1"/>
          </p:cNvSpPr>
          <p:nvPr/>
        </p:nvSpPr>
        <p:spPr>
          <a:xfrm xmlns:a="http://schemas.openxmlformats.org/drawingml/2006/main">
            <a:off x="6709410" y="3061811"/>
            <a:ext cx="77153" cy="25241"/>
          </a:xfrm>
          <a:prstGeom xmlns:a="http://schemas.openxmlformats.org/drawingml/2006/main" prst="rect">
            <a:avLst/>
          </a:prstGeom>
          <a:solidFill xmlns:a="http://schemas.openxmlformats.org/drawingml/2006/main">
            <a:srgbClr val="AD7F68"/>
          </a:solidFill>
          <a:ln xmlns:a="http://schemas.openxmlformats.org/drawingml/2006/main" w="15240">
            <a:noFill/>
          </a:ln>
        </p:spPr>
      </p:sp>
      <p:sp>
        <p:nvSpPr>
          <p:cNvPr id="208" name="hidden-image-color-5-9">
            <a:extLst xmlns:a="http://schemas.openxmlformats.org/drawingml/2006/main">
              <a:ext uri="{FF2B5EF4-FFF2-40B4-BE49-F238E27FC236}">
                <a16:creationId xmlns:a16="http://schemas.microsoft.com/office/drawing/2014/main" id="{F612597F-BEC1-4E8A-92F9-CB50C1366F26}"/>
              </a:ext>
            </a:extLst>
          </p:cNvPr>
          <p:cNvSpPr>
            <a:spLocks xmlns:a="http://schemas.openxmlformats.org/drawingml/2006/main" noGrp="1"/>
          </p:cNvSpPr>
          <p:nvPr/>
        </p:nvSpPr>
        <p:spPr>
          <a:xfrm xmlns:a="http://schemas.openxmlformats.org/drawingml/2006/main">
            <a:off x="6791325" y="3061811"/>
            <a:ext cx="77153" cy="25241"/>
          </a:xfrm>
          <a:prstGeom xmlns:a="http://schemas.openxmlformats.org/drawingml/2006/main" prst="rect">
            <a:avLst/>
          </a:prstGeom>
          <a:solidFill xmlns:a="http://schemas.openxmlformats.org/drawingml/2006/main">
            <a:srgbClr val="E6DDC2"/>
          </a:solidFill>
          <a:ln xmlns:a="http://schemas.openxmlformats.org/drawingml/2006/main" w="15240">
            <a:noFill/>
          </a:ln>
        </p:spPr>
      </p:sp>
      <p:sp>
        <p:nvSpPr>
          <p:cNvPr id="209" name="hidden-image-color-6-9">
            <a:extLst xmlns:a="http://schemas.openxmlformats.org/drawingml/2006/main">
              <a:ext uri="{FF2B5EF4-FFF2-40B4-BE49-F238E27FC236}">
                <a16:creationId xmlns:a16="http://schemas.microsoft.com/office/drawing/2014/main" id="{09404CD9-2095-4C70-9F0B-B7CBB89A0136}"/>
              </a:ext>
            </a:extLst>
          </p:cNvPr>
          <p:cNvSpPr>
            <a:spLocks xmlns:a="http://schemas.openxmlformats.org/drawingml/2006/main" noGrp="1"/>
          </p:cNvSpPr>
          <p:nvPr/>
        </p:nvSpPr>
        <p:spPr>
          <a:xfrm xmlns:a="http://schemas.openxmlformats.org/drawingml/2006/main">
            <a:off x="6873240" y="3061811"/>
            <a:ext cx="77153" cy="25241"/>
          </a:xfrm>
          <a:prstGeom xmlns:a="http://schemas.openxmlformats.org/drawingml/2006/main" prst="rect">
            <a:avLst/>
          </a:prstGeom>
          <a:solidFill xmlns:a="http://schemas.openxmlformats.org/drawingml/2006/main">
            <a:srgbClr val="E4DAC0"/>
          </a:solidFill>
          <a:ln xmlns:a="http://schemas.openxmlformats.org/drawingml/2006/main" w="15240">
            <a:noFill/>
          </a:ln>
        </p:spPr>
      </p:sp>
      <p:sp>
        <p:nvSpPr>
          <p:cNvPr id="210" name="hidden-image-color-7-9">
            <a:extLst xmlns:a="http://schemas.openxmlformats.org/drawingml/2006/main">
              <a:ext uri="{FF2B5EF4-FFF2-40B4-BE49-F238E27FC236}">
                <a16:creationId xmlns:a16="http://schemas.microsoft.com/office/drawing/2014/main" id="{02A754F2-7B12-4B8C-9C96-69AB15F816FA}"/>
              </a:ext>
            </a:extLst>
          </p:cNvPr>
          <p:cNvSpPr>
            <a:spLocks xmlns:a="http://schemas.openxmlformats.org/drawingml/2006/main" noGrp="1"/>
          </p:cNvSpPr>
          <p:nvPr/>
        </p:nvSpPr>
        <p:spPr>
          <a:xfrm xmlns:a="http://schemas.openxmlformats.org/drawingml/2006/main">
            <a:off x="6955155" y="3061811"/>
            <a:ext cx="77153" cy="25241"/>
          </a:xfrm>
          <a:prstGeom xmlns:a="http://schemas.openxmlformats.org/drawingml/2006/main" prst="rect">
            <a:avLst/>
          </a:prstGeom>
          <a:solidFill xmlns:a="http://schemas.openxmlformats.org/drawingml/2006/main">
            <a:srgbClr val="E4DABF"/>
          </a:solidFill>
          <a:ln xmlns:a="http://schemas.openxmlformats.org/drawingml/2006/main" w="15240">
            <a:noFill/>
          </a:ln>
        </p:spPr>
      </p:sp>
      <p:sp>
        <p:nvSpPr>
          <p:cNvPr id="211" name="hidden-image-color-8-9">
            <a:extLst xmlns:a="http://schemas.openxmlformats.org/drawingml/2006/main">
              <a:ext uri="{FF2B5EF4-FFF2-40B4-BE49-F238E27FC236}">
                <a16:creationId xmlns:a16="http://schemas.microsoft.com/office/drawing/2014/main" id="{94B852F5-CABA-4EA7-9256-91632D3F9CDA}"/>
              </a:ext>
            </a:extLst>
          </p:cNvPr>
          <p:cNvSpPr>
            <a:spLocks xmlns:a="http://schemas.openxmlformats.org/drawingml/2006/main" noGrp="1"/>
          </p:cNvSpPr>
          <p:nvPr/>
        </p:nvSpPr>
        <p:spPr>
          <a:xfrm xmlns:a="http://schemas.openxmlformats.org/drawingml/2006/main">
            <a:off x="7037070" y="3061811"/>
            <a:ext cx="77153" cy="25241"/>
          </a:xfrm>
          <a:prstGeom xmlns:a="http://schemas.openxmlformats.org/drawingml/2006/main" prst="rect">
            <a:avLst/>
          </a:prstGeom>
          <a:solidFill xmlns:a="http://schemas.openxmlformats.org/drawingml/2006/main">
            <a:srgbClr val="E6DCC2"/>
          </a:solidFill>
          <a:ln xmlns:a="http://schemas.openxmlformats.org/drawingml/2006/main" w="15240">
            <a:noFill/>
          </a:ln>
        </p:spPr>
      </p:sp>
      <p:sp>
        <p:nvSpPr>
          <p:cNvPr id="212" name="hidden-image-color-9-9">
            <a:extLst xmlns:a="http://schemas.openxmlformats.org/drawingml/2006/main">
              <a:ext uri="{FF2B5EF4-FFF2-40B4-BE49-F238E27FC236}">
                <a16:creationId xmlns:a16="http://schemas.microsoft.com/office/drawing/2014/main" id="{E0DAA2A7-B71F-4CEB-881E-FFADA6526361}"/>
              </a:ext>
            </a:extLst>
          </p:cNvPr>
          <p:cNvSpPr>
            <a:spLocks xmlns:a="http://schemas.openxmlformats.org/drawingml/2006/main" noGrp="1"/>
          </p:cNvSpPr>
          <p:nvPr/>
        </p:nvSpPr>
        <p:spPr>
          <a:xfrm xmlns:a="http://schemas.openxmlformats.org/drawingml/2006/main">
            <a:off x="7118985" y="3061811"/>
            <a:ext cx="77153" cy="25241"/>
          </a:xfrm>
          <a:prstGeom xmlns:a="http://schemas.openxmlformats.org/drawingml/2006/main" prst="rect">
            <a:avLst/>
          </a:prstGeom>
          <a:solidFill xmlns:a="http://schemas.openxmlformats.org/drawingml/2006/main">
            <a:srgbClr val="DDD0B6"/>
          </a:solidFill>
          <a:ln xmlns:a="http://schemas.openxmlformats.org/drawingml/2006/main" w="15240">
            <a:noFill/>
          </a:ln>
        </p:spPr>
      </p:sp>
      <p:sp>
        <p:nvSpPr>
          <p:cNvPr id="213" name="hidden-image-color-10-9">
            <a:extLst xmlns:a="http://schemas.openxmlformats.org/drawingml/2006/main">
              <a:ext uri="{FF2B5EF4-FFF2-40B4-BE49-F238E27FC236}">
                <a16:creationId xmlns:a16="http://schemas.microsoft.com/office/drawing/2014/main" id="{957B78E5-A420-434C-A079-8ECA2C15F28A}"/>
              </a:ext>
            </a:extLst>
          </p:cNvPr>
          <p:cNvSpPr>
            <a:spLocks xmlns:a="http://schemas.openxmlformats.org/drawingml/2006/main" noGrp="1"/>
          </p:cNvSpPr>
          <p:nvPr/>
        </p:nvSpPr>
        <p:spPr>
          <a:xfrm xmlns:a="http://schemas.openxmlformats.org/drawingml/2006/main">
            <a:off x="7200900" y="3061811"/>
            <a:ext cx="77153" cy="25241"/>
          </a:xfrm>
          <a:prstGeom xmlns:a="http://schemas.openxmlformats.org/drawingml/2006/main" prst="rect">
            <a:avLst/>
          </a:prstGeom>
          <a:solidFill xmlns:a="http://schemas.openxmlformats.org/drawingml/2006/main">
            <a:srgbClr val="CDC4AD"/>
          </a:solidFill>
          <a:ln xmlns:a="http://schemas.openxmlformats.org/drawingml/2006/main" w="15240">
            <a:noFill/>
          </a:ln>
        </p:spPr>
      </p:sp>
      <p:sp>
        <p:nvSpPr>
          <p:cNvPr id="214" name="hidden-image-color-11-9">
            <a:extLst xmlns:a="http://schemas.openxmlformats.org/drawingml/2006/main">
              <a:ext uri="{FF2B5EF4-FFF2-40B4-BE49-F238E27FC236}">
                <a16:creationId xmlns:a16="http://schemas.microsoft.com/office/drawing/2014/main" id="{48FF2D83-677C-40C4-A303-135B3C98636B}"/>
              </a:ext>
            </a:extLst>
          </p:cNvPr>
          <p:cNvSpPr>
            <a:spLocks xmlns:a="http://schemas.openxmlformats.org/drawingml/2006/main" noGrp="1"/>
          </p:cNvSpPr>
          <p:nvPr/>
        </p:nvSpPr>
        <p:spPr>
          <a:xfrm xmlns:a="http://schemas.openxmlformats.org/drawingml/2006/main">
            <a:off x="7282815" y="3061811"/>
            <a:ext cx="77153" cy="25241"/>
          </a:xfrm>
          <a:prstGeom xmlns:a="http://schemas.openxmlformats.org/drawingml/2006/main" prst="rect">
            <a:avLst/>
          </a:prstGeom>
          <a:solidFill xmlns:a="http://schemas.openxmlformats.org/drawingml/2006/main">
            <a:srgbClr val="9E9E96"/>
          </a:solidFill>
          <a:ln xmlns:a="http://schemas.openxmlformats.org/drawingml/2006/main" w="15240">
            <a:noFill/>
          </a:ln>
        </p:spPr>
      </p:sp>
      <p:sp>
        <p:nvSpPr>
          <p:cNvPr id="215" name="hidden-image-color-0-10">
            <a:extLst xmlns:a="http://schemas.openxmlformats.org/drawingml/2006/main">
              <a:ext uri="{FF2B5EF4-FFF2-40B4-BE49-F238E27FC236}">
                <a16:creationId xmlns:a16="http://schemas.microsoft.com/office/drawing/2014/main" id="{A9CF3029-C87A-43C3-A53C-7A1C5B6F043C}"/>
              </a:ext>
            </a:extLst>
          </p:cNvPr>
          <p:cNvSpPr>
            <a:spLocks xmlns:a="http://schemas.openxmlformats.org/drawingml/2006/main" noGrp="1"/>
          </p:cNvSpPr>
          <p:nvPr/>
        </p:nvSpPr>
        <p:spPr>
          <a:xfrm xmlns:a="http://schemas.openxmlformats.org/drawingml/2006/main">
            <a:off x="6381750" y="3090863"/>
            <a:ext cx="77153" cy="25241"/>
          </a:xfrm>
          <a:prstGeom xmlns:a="http://schemas.openxmlformats.org/drawingml/2006/main" prst="rect">
            <a:avLst/>
          </a:prstGeom>
          <a:solidFill xmlns:a="http://schemas.openxmlformats.org/drawingml/2006/main">
            <a:srgbClr val="CCC1A8"/>
          </a:solidFill>
          <a:ln xmlns:a="http://schemas.openxmlformats.org/drawingml/2006/main" w="15240">
            <a:noFill/>
          </a:ln>
        </p:spPr>
      </p:sp>
      <p:sp>
        <p:nvSpPr>
          <p:cNvPr id="216" name="hidden-image-color-1-10">
            <a:extLst xmlns:a="http://schemas.openxmlformats.org/drawingml/2006/main">
              <a:ext uri="{FF2B5EF4-FFF2-40B4-BE49-F238E27FC236}">
                <a16:creationId xmlns:a16="http://schemas.microsoft.com/office/drawing/2014/main" id="{846B1BD1-942E-4AE7-AC9C-52982DD80C93}"/>
              </a:ext>
            </a:extLst>
          </p:cNvPr>
          <p:cNvSpPr>
            <a:spLocks xmlns:a="http://schemas.openxmlformats.org/drawingml/2006/main" noGrp="1"/>
          </p:cNvSpPr>
          <p:nvPr/>
        </p:nvSpPr>
        <p:spPr>
          <a:xfrm xmlns:a="http://schemas.openxmlformats.org/drawingml/2006/main">
            <a:off x="6463665" y="3090863"/>
            <a:ext cx="77153" cy="25241"/>
          </a:xfrm>
          <a:prstGeom xmlns:a="http://schemas.openxmlformats.org/drawingml/2006/main" prst="rect">
            <a:avLst/>
          </a:prstGeom>
          <a:solidFill xmlns:a="http://schemas.openxmlformats.org/drawingml/2006/main">
            <a:srgbClr val="D3C8AE"/>
          </a:solidFill>
          <a:ln xmlns:a="http://schemas.openxmlformats.org/drawingml/2006/main" w="15240">
            <a:noFill/>
          </a:ln>
        </p:spPr>
      </p:sp>
      <p:sp>
        <p:nvSpPr>
          <p:cNvPr id="217" name="hidden-image-color-2-10">
            <a:extLst xmlns:a="http://schemas.openxmlformats.org/drawingml/2006/main">
              <a:ext uri="{FF2B5EF4-FFF2-40B4-BE49-F238E27FC236}">
                <a16:creationId xmlns:a16="http://schemas.microsoft.com/office/drawing/2014/main" id="{BE91760C-1BEF-43DF-877B-CDE1C84B7F00}"/>
              </a:ext>
            </a:extLst>
          </p:cNvPr>
          <p:cNvSpPr>
            <a:spLocks xmlns:a="http://schemas.openxmlformats.org/drawingml/2006/main" noGrp="1"/>
          </p:cNvSpPr>
          <p:nvPr/>
        </p:nvSpPr>
        <p:spPr>
          <a:xfrm xmlns:a="http://schemas.openxmlformats.org/drawingml/2006/main">
            <a:off x="6545580" y="3090863"/>
            <a:ext cx="77153" cy="25241"/>
          </a:xfrm>
          <a:prstGeom xmlns:a="http://schemas.openxmlformats.org/drawingml/2006/main" prst="rect">
            <a:avLst/>
          </a:prstGeom>
          <a:solidFill xmlns:a="http://schemas.openxmlformats.org/drawingml/2006/main">
            <a:srgbClr val="D5C9AE"/>
          </a:solidFill>
          <a:ln xmlns:a="http://schemas.openxmlformats.org/drawingml/2006/main" w="15240">
            <a:noFill/>
          </a:ln>
        </p:spPr>
      </p:sp>
      <p:sp>
        <p:nvSpPr>
          <p:cNvPr id="218" name="hidden-image-color-3-10">
            <a:extLst xmlns:a="http://schemas.openxmlformats.org/drawingml/2006/main">
              <a:ext uri="{FF2B5EF4-FFF2-40B4-BE49-F238E27FC236}">
                <a16:creationId xmlns:a16="http://schemas.microsoft.com/office/drawing/2014/main" id="{36164011-4FCF-4B54-A069-5833DB0E6C56}"/>
              </a:ext>
            </a:extLst>
          </p:cNvPr>
          <p:cNvSpPr>
            <a:spLocks xmlns:a="http://schemas.openxmlformats.org/drawingml/2006/main" noGrp="1"/>
          </p:cNvSpPr>
          <p:nvPr/>
        </p:nvSpPr>
        <p:spPr>
          <a:xfrm xmlns:a="http://schemas.openxmlformats.org/drawingml/2006/main">
            <a:off x="6627495" y="3090863"/>
            <a:ext cx="77153" cy="25241"/>
          </a:xfrm>
          <a:prstGeom xmlns:a="http://schemas.openxmlformats.org/drawingml/2006/main" prst="rect">
            <a:avLst/>
          </a:prstGeom>
          <a:solidFill xmlns:a="http://schemas.openxmlformats.org/drawingml/2006/main">
            <a:srgbClr val="978E76"/>
          </a:solidFill>
          <a:ln xmlns:a="http://schemas.openxmlformats.org/drawingml/2006/main" w="15240">
            <a:noFill/>
          </a:ln>
        </p:spPr>
      </p:sp>
      <p:sp>
        <p:nvSpPr>
          <p:cNvPr id="219" name="hidden-image-color-4-10">
            <a:extLst xmlns:a="http://schemas.openxmlformats.org/drawingml/2006/main">
              <a:ext uri="{FF2B5EF4-FFF2-40B4-BE49-F238E27FC236}">
                <a16:creationId xmlns:a16="http://schemas.microsoft.com/office/drawing/2014/main" id="{00F25D65-3C0E-4198-A75D-360B51914032}"/>
              </a:ext>
            </a:extLst>
          </p:cNvPr>
          <p:cNvSpPr>
            <a:spLocks xmlns:a="http://schemas.openxmlformats.org/drawingml/2006/main" noGrp="1"/>
          </p:cNvSpPr>
          <p:nvPr/>
        </p:nvSpPr>
        <p:spPr>
          <a:xfrm xmlns:a="http://schemas.openxmlformats.org/drawingml/2006/main">
            <a:off x="6709410" y="3090863"/>
            <a:ext cx="77153" cy="25241"/>
          </a:xfrm>
          <a:prstGeom xmlns:a="http://schemas.openxmlformats.org/drawingml/2006/main" prst="rect">
            <a:avLst/>
          </a:prstGeom>
          <a:solidFill xmlns:a="http://schemas.openxmlformats.org/drawingml/2006/main">
            <a:srgbClr val="8C7662"/>
          </a:solidFill>
          <a:ln xmlns:a="http://schemas.openxmlformats.org/drawingml/2006/main" w="15240">
            <a:noFill/>
          </a:ln>
        </p:spPr>
      </p:sp>
      <p:sp>
        <p:nvSpPr>
          <p:cNvPr id="220" name="hidden-image-color-5-10">
            <a:extLst xmlns:a="http://schemas.openxmlformats.org/drawingml/2006/main">
              <a:ext uri="{FF2B5EF4-FFF2-40B4-BE49-F238E27FC236}">
                <a16:creationId xmlns:a16="http://schemas.microsoft.com/office/drawing/2014/main" id="{BBA4DA71-6EA0-4B0E-BD8C-49398BF0DA54}"/>
              </a:ext>
            </a:extLst>
          </p:cNvPr>
          <p:cNvSpPr>
            <a:spLocks xmlns:a="http://schemas.openxmlformats.org/drawingml/2006/main" noGrp="1"/>
          </p:cNvSpPr>
          <p:nvPr/>
        </p:nvSpPr>
        <p:spPr>
          <a:xfrm xmlns:a="http://schemas.openxmlformats.org/drawingml/2006/main">
            <a:off x="6791325" y="3090863"/>
            <a:ext cx="77153" cy="25241"/>
          </a:xfrm>
          <a:prstGeom xmlns:a="http://schemas.openxmlformats.org/drawingml/2006/main" prst="rect">
            <a:avLst/>
          </a:prstGeom>
          <a:solidFill xmlns:a="http://schemas.openxmlformats.org/drawingml/2006/main">
            <a:srgbClr val="E1D6BB"/>
          </a:solidFill>
          <a:ln xmlns:a="http://schemas.openxmlformats.org/drawingml/2006/main" w="15240">
            <a:noFill/>
          </a:ln>
        </p:spPr>
      </p:sp>
      <p:sp>
        <p:nvSpPr>
          <p:cNvPr id="221" name="hidden-image-color-6-10">
            <a:extLst xmlns:a="http://schemas.openxmlformats.org/drawingml/2006/main">
              <a:ext uri="{FF2B5EF4-FFF2-40B4-BE49-F238E27FC236}">
                <a16:creationId xmlns:a16="http://schemas.microsoft.com/office/drawing/2014/main" id="{6CA24189-DCF6-41C6-BDD9-B9D6B72DD72E}"/>
              </a:ext>
            </a:extLst>
          </p:cNvPr>
          <p:cNvSpPr>
            <a:spLocks xmlns:a="http://schemas.openxmlformats.org/drawingml/2006/main" noGrp="1"/>
          </p:cNvSpPr>
          <p:nvPr/>
        </p:nvSpPr>
        <p:spPr>
          <a:xfrm xmlns:a="http://schemas.openxmlformats.org/drawingml/2006/main">
            <a:off x="6873240" y="3090863"/>
            <a:ext cx="77153" cy="25241"/>
          </a:xfrm>
          <a:prstGeom xmlns:a="http://schemas.openxmlformats.org/drawingml/2006/main" prst="rect">
            <a:avLst/>
          </a:prstGeom>
          <a:solidFill xmlns:a="http://schemas.openxmlformats.org/drawingml/2006/main">
            <a:srgbClr val="E2D8BD"/>
          </a:solidFill>
          <a:ln xmlns:a="http://schemas.openxmlformats.org/drawingml/2006/main" w="15240">
            <a:noFill/>
          </a:ln>
        </p:spPr>
      </p:sp>
      <p:sp>
        <p:nvSpPr>
          <p:cNvPr id="222" name="hidden-image-color-7-10">
            <a:extLst xmlns:a="http://schemas.openxmlformats.org/drawingml/2006/main">
              <a:ext uri="{FF2B5EF4-FFF2-40B4-BE49-F238E27FC236}">
                <a16:creationId xmlns:a16="http://schemas.microsoft.com/office/drawing/2014/main" id="{D19ED53C-1AC2-44B5-A225-E443011F3519}"/>
              </a:ext>
            </a:extLst>
          </p:cNvPr>
          <p:cNvSpPr>
            <a:spLocks xmlns:a="http://schemas.openxmlformats.org/drawingml/2006/main" noGrp="1"/>
          </p:cNvSpPr>
          <p:nvPr/>
        </p:nvSpPr>
        <p:spPr>
          <a:xfrm xmlns:a="http://schemas.openxmlformats.org/drawingml/2006/main">
            <a:off x="6955155" y="3090863"/>
            <a:ext cx="77153" cy="25241"/>
          </a:xfrm>
          <a:prstGeom xmlns:a="http://schemas.openxmlformats.org/drawingml/2006/main" prst="rect">
            <a:avLst/>
          </a:prstGeom>
          <a:solidFill xmlns:a="http://schemas.openxmlformats.org/drawingml/2006/main">
            <a:srgbClr val="DCD2B7"/>
          </a:solidFill>
          <a:ln xmlns:a="http://schemas.openxmlformats.org/drawingml/2006/main" w="15240">
            <a:noFill/>
          </a:ln>
        </p:spPr>
      </p:sp>
      <p:sp>
        <p:nvSpPr>
          <p:cNvPr id="223" name="hidden-image-color-8-10">
            <a:extLst xmlns:a="http://schemas.openxmlformats.org/drawingml/2006/main">
              <a:ext uri="{FF2B5EF4-FFF2-40B4-BE49-F238E27FC236}">
                <a16:creationId xmlns:a16="http://schemas.microsoft.com/office/drawing/2014/main" id="{D75F890B-8C11-40FF-B3CE-686BA4B56CC4}"/>
              </a:ext>
            </a:extLst>
          </p:cNvPr>
          <p:cNvSpPr>
            <a:spLocks xmlns:a="http://schemas.openxmlformats.org/drawingml/2006/main" noGrp="1"/>
          </p:cNvSpPr>
          <p:nvPr/>
        </p:nvSpPr>
        <p:spPr>
          <a:xfrm xmlns:a="http://schemas.openxmlformats.org/drawingml/2006/main">
            <a:off x="7037070" y="3090863"/>
            <a:ext cx="77153" cy="25241"/>
          </a:xfrm>
          <a:prstGeom xmlns:a="http://schemas.openxmlformats.org/drawingml/2006/main" prst="rect">
            <a:avLst/>
          </a:prstGeom>
          <a:solidFill xmlns:a="http://schemas.openxmlformats.org/drawingml/2006/main">
            <a:srgbClr val="D7CCB2"/>
          </a:solidFill>
          <a:ln xmlns:a="http://schemas.openxmlformats.org/drawingml/2006/main" w="15240">
            <a:noFill/>
          </a:ln>
        </p:spPr>
      </p:sp>
      <p:sp>
        <p:nvSpPr>
          <p:cNvPr id="224" name="hidden-image-color-9-10">
            <a:extLst xmlns:a="http://schemas.openxmlformats.org/drawingml/2006/main">
              <a:ext uri="{FF2B5EF4-FFF2-40B4-BE49-F238E27FC236}">
                <a16:creationId xmlns:a16="http://schemas.microsoft.com/office/drawing/2014/main" id="{A7DFC8D8-4B2B-4A5F-BBC9-76DE0361FBBC}"/>
              </a:ext>
            </a:extLst>
          </p:cNvPr>
          <p:cNvSpPr>
            <a:spLocks xmlns:a="http://schemas.openxmlformats.org/drawingml/2006/main" noGrp="1"/>
          </p:cNvSpPr>
          <p:nvPr/>
        </p:nvSpPr>
        <p:spPr>
          <a:xfrm xmlns:a="http://schemas.openxmlformats.org/drawingml/2006/main">
            <a:off x="7118985" y="3090863"/>
            <a:ext cx="77153" cy="25241"/>
          </a:xfrm>
          <a:prstGeom xmlns:a="http://schemas.openxmlformats.org/drawingml/2006/main" prst="rect">
            <a:avLst/>
          </a:prstGeom>
          <a:solidFill xmlns:a="http://schemas.openxmlformats.org/drawingml/2006/main">
            <a:srgbClr val="D0C4AA"/>
          </a:solidFill>
          <a:ln xmlns:a="http://schemas.openxmlformats.org/drawingml/2006/main" w="15240">
            <a:noFill/>
          </a:ln>
        </p:spPr>
      </p:sp>
      <p:sp>
        <p:nvSpPr>
          <p:cNvPr id="225" name="hidden-image-color-10-10">
            <a:extLst xmlns:a="http://schemas.openxmlformats.org/drawingml/2006/main">
              <a:ext uri="{FF2B5EF4-FFF2-40B4-BE49-F238E27FC236}">
                <a16:creationId xmlns:a16="http://schemas.microsoft.com/office/drawing/2014/main" id="{0A1DFEC4-E5DF-4C83-AC2A-C9B3FCE9058D}"/>
              </a:ext>
            </a:extLst>
          </p:cNvPr>
          <p:cNvSpPr>
            <a:spLocks xmlns:a="http://schemas.openxmlformats.org/drawingml/2006/main" noGrp="1"/>
          </p:cNvSpPr>
          <p:nvPr/>
        </p:nvSpPr>
        <p:spPr>
          <a:xfrm xmlns:a="http://schemas.openxmlformats.org/drawingml/2006/main">
            <a:off x="7200900" y="3090863"/>
            <a:ext cx="77153" cy="25241"/>
          </a:xfrm>
          <a:prstGeom xmlns:a="http://schemas.openxmlformats.org/drawingml/2006/main" prst="rect">
            <a:avLst/>
          </a:prstGeom>
          <a:solidFill xmlns:a="http://schemas.openxmlformats.org/drawingml/2006/main">
            <a:srgbClr val="9B9078"/>
          </a:solidFill>
          <a:ln xmlns:a="http://schemas.openxmlformats.org/drawingml/2006/main" w="15240">
            <a:noFill/>
          </a:ln>
        </p:spPr>
      </p:sp>
      <p:sp>
        <p:nvSpPr>
          <p:cNvPr id="226" name="hidden-image-color-11-10">
            <a:extLst xmlns:a="http://schemas.openxmlformats.org/drawingml/2006/main">
              <a:ext uri="{FF2B5EF4-FFF2-40B4-BE49-F238E27FC236}">
                <a16:creationId xmlns:a16="http://schemas.microsoft.com/office/drawing/2014/main" id="{8A034BA6-CDE8-4153-868B-085A26C94D65}"/>
              </a:ext>
            </a:extLst>
          </p:cNvPr>
          <p:cNvSpPr>
            <a:spLocks xmlns:a="http://schemas.openxmlformats.org/drawingml/2006/main" noGrp="1"/>
          </p:cNvSpPr>
          <p:nvPr/>
        </p:nvSpPr>
        <p:spPr>
          <a:xfrm xmlns:a="http://schemas.openxmlformats.org/drawingml/2006/main">
            <a:off x="7282815" y="3090863"/>
            <a:ext cx="77153" cy="25241"/>
          </a:xfrm>
          <a:prstGeom xmlns:a="http://schemas.openxmlformats.org/drawingml/2006/main" prst="rect">
            <a:avLst/>
          </a:prstGeom>
          <a:solidFill xmlns:a="http://schemas.openxmlformats.org/drawingml/2006/main">
            <a:srgbClr val="B1A997"/>
          </a:solidFill>
          <a:ln xmlns:a="http://schemas.openxmlformats.org/drawingml/2006/main" w="15240">
            <a:noFill/>
          </a:ln>
        </p:spPr>
      </p:sp>
      <p:sp>
        <p:nvSpPr>
          <p:cNvPr id="227" name="hidden-image-color-0-11">
            <a:extLst xmlns:a="http://schemas.openxmlformats.org/drawingml/2006/main">
              <a:ext uri="{FF2B5EF4-FFF2-40B4-BE49-F238E27FC236}">
                <a16:creationId xmlns:a16="http://schemas.microsoft.com/office/drawing/2014/main" id="{E888BCDD-D7BF-4F64-9E01-07AEA2A5C7BF}"/>
              </a:ext>
            </a:extLst>
          </p:cNvPr>
          <p:cNvSpPr>
            <a:spLocks xmlns:a="http://schemas.openxmlformats.org/drawingml/2006/main" noGrp="1"/>
          </p:cNvSpPr>
          <p:nvPr/>
        </p:nvSpPr>
        <p:spPr>
          <a:xfrm xmlns:a="http://schemas.openxmlformats.org/drawingml/2006/main">
            <a:off x="6381750" y="3119914"/>
            <a:ext cx="77153" cy="25241"/>
          </a:xfrm>
          <a:prstGeom xmlns:a="http://schemas.openxmlformats.org/drawingml/2006/main" prst="rect">
            <a:avLst/>
          </a:prstGeom>
          <a:solidFill xmlns:a="http://schemas.openxmlformats.org/drawingml/2006/main">
            <a:srgbClr val="C7BDA5"/>
          </a:solidFill>
          <a:ln xmlns:a="http://schemas.openxmlformats.org/drawingml/2006/main" w="15240">
            <a:noFill/>
          </a:ln>
        </p:spPr>
      </p:sp>
      <p:sp>
        <p:nvSpPr>
          <p:cNvPr id="228" name="hidden-image-color-1-11">
            <a:extLst xmlns:a="http://schemas.openxmlformats.org/drawingml/2006/main">
              <a:ext uri="{FF2B5EF4-FFF2-40B4-BE49-F238E27FC236}">
                <a16:creationId xmlns:a16="http://schemas.microsoft.com/office/drawing/2014/main" id="{C34793B8-3514-46CC-AF55-4F85F899276A}"/>
              </a:ext>
            </a:extLst>
          </p:cNvPr>
          <p:cNvSpPr>
            <a:spLocks xmlns:a="http://schemas.openxmlformats.org/drawingml/2006/main" noGrp="1"/>
          </p:cNvSpPr>
          <p:nvPr/>
        </p:nvSpPr>
        <p:spPr>
          <a:xfrm xmlns:a="http://schemas.openxmlformats.org/drawingml/2006/main">
            <a:off x="6463665" y="3119914"/>
            <a:ext cx="77153" cy="25241"/>
          </a:xfrm>
          <a:prstGeom xmlns:a="http://schemas.openxmlformats.org/drawingml/2006/main" prst="rect">
            <a:avLst/>
          </a:prstGeom>
          <a:solidFill xmlns:a="http://schemas.openxmlformats.org/drawingml/2006/main">
            <a:srgbClr val="C8BEA5"/>
          </a:solidFill>
          <a:ln xmlns:a="http://schemas.openxmlformats.org/drawingml/2006/main" w="15240">
            <a:noFill/>
          </a:ln>
        </p:spPr>
      </p:sp>
      <p:sp>
        <p:nvSpPr>
          <p:cNvPr id="229" name="hidden-image-color-2-11">
            <a:extLst xmlns:a="http://schemas.openxmlformats.org/drawingml/2006/main">
              <a:ext uri="{FF2B5EF4-FFF2-40B4-BE49-F238E27FC236}">
                <a16:creationId xmlns:a16="http://schemas.microsoft.com/office/drawing/2014/main" id="{F8E35BCC-2468-4BD2-85E1-CBD21E155DC2}"/>
              </a:ext>
            </a:extLst>
          </p:cNvPr>
          <p:cNvSpPr>
            <a:spLocks xmlns:a="http://schemas.openxmlformats.org/drawingml/2006/main" noGrp="1"/>
          </p:cNvSpPr>
          <p:nvPr/>
        </p:nvSpPr>
        <p:spPr>
          <a:xfrm xmlns:a="http://schemas.openxmlformats.org/drawingml/2006/main">
            <a:off x="6545580" y="3119914"/>
            <a:ext cx="77153" cy="25241"/>
          </a:xfrm>
          <a:prstGeom xmlns:a="http://schemas.openxmlformats.org/drawingml/2006/main" prst="rect">
            <a:avLst/>
          </a:prstGeom>
          <a:solidFill xmlns:a="http://schemas.openxmlformats.org/drawingml/2006/main">
            <a:srgbClr val="CABFA4"/>
          </a:solidFill>
          <a:ln xmlns:a="http://schemas.openxmlformats.org/drawingml/2006/main" w="15240">
            <a:noFill/>
          </a:ln>
        </p:spPr>
      </p:sp>
      <p:sp>
        <p:nvSpPr>
          <p:cNvPr id="230" name="hidden-image-color-3-11">
            <a:extLst xmlns:a="http://schemas.openxmlformats.org/drawingml/2006/main">
              <a:ext uri="{FF2B5EF4-FFF2-40B4-BE49-F238E27FC236}">
                <a16:creationId xmlns:a16="http://schemas.microsoft.com/office/drawing/2014/main" id="{81A2A4CC-5F4A-43AC-B65B-E5F3A8B5489C}"/>
              </a:ext>
            </a:extLst>
          </p:cNvPr>
          <p:cNvSpPr>
            <a:spLocks xmlns:a="http://schemas.openxmlformats.org/drawingml/2006/main" noGrp="1"/>
          </p:cNvSpPr>
          <p:nvPr/>
        </p:nvSpPr>
        <p:spPr>
          <a:xfrm xmlns:a="http://schemas.openxmlformats.org/drawingml/2006/main">
            <a:off x="6627495" y="3119914"/>
            <a:ext cx="77153" cy="25241"/>
          </a:xfrm>
          <a:prstGeom xmlns:a="http://schemas.openxmlformats.org/drawingml/2006/main" prst="rect">
            <a:avLst/>
          </a:prstGeom>
          <a:solidFill xmlns:a="http://schemas.openxmlformats.org/drawingml/2006/main">
            <a:srgbClr val="C0B69B"/>
          </a:solidFill>
          <a:ln xmlns:a="http://schemas.openxmlformats.org/drawingml/2006/main" w="15240">
            <a:noFill/>
          </a:ln>
        </p:spPr>
      </p:sp>
      <p:sp>
        <p:nvSpPr>
          <p:cNvPr id="231" name="hidden-image-color-4-11">
            <a:extLst xmlns:a="http://schemas.openxmlformats.org/drawingml/2006/main">
              <a:ext uri="{FF2B5EF4-FFF2-40B4-BE49-F238E27FC236}">
                <a16:creationId xmlns:a16="http://schemas.microsoft.com/office/drawing/2014/main" id="{7E7E4991-6735-473D-AD62-BCF10B20C78A}"/>
              </a:ext>
            </a:extLst>
          </p:cNvPr>
          <p:cNvSpPr>
            <a:spLocks xmlns:a="http://schemas.openxmlformats.org/drawingml/2006/main" noGrp="1"/>
          </p:cNvSpPr>
          <p:nvPr/>
        </p:nvSpPr>
        <p:spPr>
          <a:xfrm xmlns:a="http://schemas.openxmlformats.org/drawingml/2006/main">
            <a:off x="6709410" y="3119914"/>
            <a:ext cx="77153" cy="25241"/>
          </a:xfrm>
          <a:prstGeom xmlns:a="http://schemas.openxmlformats.org/drawingml/2006/main" prst="rect">
            <a:avLst/>
          </a:prstGeom>
          <a:solidFill xmlns:a="http://schemas.openxmlformats.org/drawingml/2006/main">
            <a:srgbClr val="C9BFA3"/>
          </a:solidFill>
          <a:ln xmlns:a="http://schemas.openxmlformats.org/drawingml/2006/main" w="15240">
            <a:noFill/>
          </a:ln>
        </p:spPr>
      </p:sp>
      <p:sp>
        <p:nvSpPr>
          <p:cNvPr id="232" name="hidden-image-color-5-11">
            <a:extLst xmlns:a="http://schemas.openxmlformats.org/drawingml/2006/main">
              <a:ext uri="{FF2B5EF4-FFF2-40B4-BE49-F238E27FC236}">
                <a16:creationId xmlns:a16="http://schemas.microsoft.com/office/drawing/2014/main" id="{50D0E8BE-B491-413D-8319-A3BA05E46AA6}"/>
              </a:ext>
            </a:extLst>
          </p:cNvPr>
          <p:cNvSpPr>
            <a:spLocks xmlns:a="http://schemas.openxmlformats.org/drawingml/2006/main" noGrp="1"/>
          </p:cNvSpPr>
          <p:nvPr/>
        </p:nvSpPr>
        <p:spPr>
          <a:xfrm xmlns:a="http://schemas.openxmlformats.org/drawingml/2006/main">
            <a:off x="6791325" y="3119914"/>
            <a:ext cx="77153" cy="25241"/>
          </a:xfrm>
          <a:prstGeom xmlns:a="http://schemas.openxmlformats.org/drawingml/2006/main" prst="rect">
            <a:avLst/>
          </a:prstGeom>
          <a:solidFill xmlns:a="http://schemas.openxmlformats.org/drawingml/2006/main">
            <a:srgbClr val="DED4B9"/>
          </a:solidFill>
          <a:ln xmlns:a="http://schemas.openxmlformats.org/drawingml/2006/main" w="15240">
            <a:noFill/>
          </a:ln>
        </p:spPr>
      </p:sp>
      <p:sp>
        <p:nvSpPr>
          <p:cNvPr id="233" name="hidden-image-color-6-11">
            <a:extLst xmlns:a="http://schemas.openxmlformats.org/drawingml/2006/main">
              <a:ext uri="{FF2B5EF4-FFF2-40B4-BE49-F238E27FC236}">
                <a16:creationId xmlns:a16="http://schemas.microsoft.com/office/drawing/2014/main" id="{8E7DBFD1-0408-4616-84B0-B735F08DB8BC}"/>
              </a:ext>
            </a:extLst>
          </p:cNvPr>
          <p:cNvSpPr>
            <a:spLocks xmlns:a="http://schemas.openxmlformats.org/drawingml/2006/main" noGrp="1"/>
          </p:cNvSpPr>
          <p:nvPr/>
        </p:nvSpPr>
        <p:spPr>
          <a:xfrm xmlns:a="http://schemas.openxmlformats.org/drawingml/2006/main">
            <a:off x="6873240" y="3119914"/>
            <a:ext cx="77153" cy="25241"/>
          </a:xfrm>
          <a:prstGeom xmlns:a="http://schemas.openxmlformats.org/drawingml/2006/main" prst="rect">
            <a:avLst/>
          </a:prstGeom>
          <a:solidFill xmlns:a="http://schemas.openxmlformats.org/drawingml/2006/main">
            <a:srgbClr val="DED4B9"/>
          </a:solidFill>
          <a:ln xmlns:a="http://schemas.openxmlformats.org/drawingml/2006/main" w="15240">
            <a:noFill/>
          </a:ln>
        </p:spPr>
      </p:sp>
      <p:sp>
        <p:nvSpPr>
          <p:cNvPr id="234" name="hidden-image-color-7-11">
            <a:extLst xmlns:a="http://schemas.openxmlformats.org/drawingml/2006/main">
              <a:ext uri="{FF2B5EF4-FFF2-40B4-BE49-F238E27FC236}">
                <a16:creationId xmlns:a16="http://schemas.microsoft.com/office/drawing/2014/main" id="{57C1DB7D-3AD1-43C7-8471-EC41FB227D89}"/>
              </a:ext>
            </a:extLst>
          </p:cNvPr>
          <p:cNvSpPr>
            <a:spLocks xmlns:a="http://schemas.openxmlformats.org/drawingml/2006/main" noGrp="1"/>
          </p:cNvSpPr>
          <p:nvPr/>
        </p:nvSpPr>
        <p:spPr>
          <a:xfrm xmlns:a="http://schemas.openxmlformats.org/drawingml/2006/main">
            <a:off x="6955155" y="3119914"/>
            <a:ext cx="77153" cy="25241"/>
          </a:xfrm>
          <a:prstGeom xmlns:a="http://schemas.openxmlformats.org/drawingml/2006/main" prst="rect">
            <a:avLst/>
          </a:prstGeom>
          <a:solidFill xmlns:a="http://schemas.openxmlformats.org/drawingml/2006/main">
            <a:srgbClr val="D9CFB5"/>
          </a:solidFill>
          <a:ln xmlns:a="http://schemas.openxmlformats.org/drawingml/2006/main" w="15240">
            <a:noFill/>
          </a:ln>
        </p:spPr>
      </p:sp>
      <p:sp>
        <p:nvSpPr>
          <p:cNvPr id="235" name="hidden-image-color-8-11">
            <a:extLst xmlns:a="http://schemas.openxmlformats.org/drawingml/2006/main">
              <a:ext uri="{FF2B5EF4-FFF2-40B4-BE49-F238E27FC236}">
                <a16:creationId xmlns:a16="http://schemas.microsoft.com/office/drawing/2014/main" id="{CB39C3B9-50AE-4FB5-8FC7-DF0AE8954C24}"/>
              </a:ext>
            </a:extLst>
          </p:cNvPr>
          <p:cNvSpPr>
            <a:spLocks xmlns:a="http://schemas.openxmlformats.org/drawingml/2006/main" noGrp="1"/>
          </p:cNvSpPr>
          <p:nvPr/>
        </p:nvSpPr>
        <p:spPr>
          <a:xfrm xmlns:a="http://schemas.openxmlformats.org/drawingml/2006/main">
            <a:off x="7037070" y="3119914"/>
            <a:ext cx="77153" cy="25241"/>
          </a:xfrm>
          <a:prstGeom xmlns:a="http://schemas.openxmlformats.org/drawingml/2006/main" prst="rect">
            <a:avLst/>
          </a:prstGeom>
          <a:solidFill xmlns:a="http://schemas.openxmlformats.org/drawingml/2006/main">
            <a:srgbClr val="D4C9AF"/>
          </a:solidFill>
          <a:ln xmlns:a="http://schemas.openxmlformats.org/drawingml/2006/main" w="15240">
            <a:noFill/>
          </a:ln>
        </p:spPr>
      </p:sp>
      <p:sp>
        <p:nvSpPr>
          <p:cNvPr id="236" name="hidden-image-color-9-11">
            <a:extLst xmlns:a="http://schemas.openxmlformats.org/drawingml/2006/main">
              <a:ext uri="{FF2B5EF4-FFF2-40B4-BE49-F238E27FC236}">
                <a16:creationId xmlns:a16="http://schemas.microsoft.com/office/drawing/2014/main" id="{59282298-D193-428C-B89E-3C2CFDBE0029}"/>
              </a:ext>
            </a:extLst>
          </p:cNvPr>
          <p:cNvSpPr>
            <a:spLocks xmlns:a="http://schemas.openxmlformats.org/drawingml/2006/main" noGrp="1"/>
          </p:cNvSpPr>
          <p:nvPr/>
        </p:nvSpPr>
        <p:spPr>
          <a:xfrm xmlns:a="http://schemas.openxmlformats.org/drawingml/2006/main">
            <a:off x="7118985" y="3119914"/>
            <a:ext cx="77153" cy="25241"/>
          </a:xfrm>
          <a:prstGeom xmlns:a="http://schemas.openxmlformats.org/drawingml/2006/main" prst="rect">
            <a:avLst/>
          </a:prstGeom>
          <a:solidFill xmlns:a="http://schemas.openxmlformats.org/drawingml/2006/main">
            <a:srgbClr val="CDC2A9"/>
          </a:solidFill>
          <a:ln xmlns:a="http://schemas.openxmlformats.org/drawingml/2006/main" w="15240">
            <a:noFill/>
          </a:ln>
        </p:spPr>
      </p:sp>
      <p:sp>
        <p:nvSpPr>
          <p:cNvPr id="237" name="hidden-image-color-10-11">
            <a:extLst xmlns:a="http://schemas.openxmlformats.org/drawingml/2006/main">
              <a:ext uri="{FF2B5EF4-FFF2-40B4-BE49-F238E27FC236}">
                <a16:creationId xmlns:a16="http://schemas.microsoft.com/office/drawing/2014/main" id="{06D3C7A7-F4CA-43F1-93BF-3E869C0C20A4}"/>
              </a:ext>
            </a:extLst>
          </p:cNvPr>
          <p:cNvSpPr>
            <a:spLocks xmlns:a="http://schemas.openxmlformats.org/drawingml/2006/main" noGrp="1"/>
          </p:cNvSpPr>
          <p:nvPr/>
        </p:nvSpPr>
        <p:spPr>
          <a:xfrm xmlns:a="http://schemas.openxmlformats.org/drawingml/2006/main">
            <a:off x="7200900" y="3119914"/>
            <a:ext cx="77153" cy="25241"/>
          </a:xfrm>
          <a:prstGeom xmlns:a="http://schemas.openxmlformats.org/drawingml/2006/main" prst="rect">
            <a:avLst/>
          </a:prstGeom>
          <a:solidFill xmlns:a="http://schemas.openxmlformats.org/drawingml/2006/main">
            <a:srgbClr val="C4B9A0"/>
          </a:solidFill>
          <a:ln xmlns:a="http://schemas.openxmlformats.org/drawingml/2006/main" w="15240">
            <a:noFill/>
          </a:ln>
        </p:spPr>
      </p:sp>
      <p:sp>
        <p:nvSpPr>
          <p:cNvPr id="238" name="hidden-image-color-11-11">
            <a:extLst xmlns:a="http://schemas.openxmlformats.org/drawingml/2006/main">
              <a:ext uri="{FF2B5EF4-FFF2-40B4-BE49-F238E27FC236}">
                <a16:creationId xmlns:a16="http://schemas.microsoft.com/office/drawing/2014/main" id="{F5327B01-95E2-4E4F-9338-084DD4AAABBF}"/>
              </a:ext>
            </a:extLst>
          </p:cNvPr>
          <p:cNvSpPr>
            <a:spLocks xmlns:a="http://schemas.openxmlformats.org/drawingml/2006/main" noGrp="1"/>
          </p:cNvSpPr>
          <p:nvPr/>
        </p:nvSpPr>
        <p:spPr>
          <a:xfrm xmlns:a="http://schemas.openxmlformats.org/drawingml/2006/main">
            <a:off x="7282815" y="3119914"/>
            <a:ext cx="77153" cy="25241"/>
          </a:xfrm>
          <a:prstGeom xmlns:a="http://schemas.openxmlformats.org/drawingml/2006/main" prst="rect">
            <a:avLst/>
          </a:prstGeom>
          <a:solidFill xmlns:a="http://schemas.openxmlformats.org/drawingml/2006/main">
            <a:srgbClr val="D3C8AF"/>
          </a:solidFill>
          <a:ln xmlns:a="http://schemas.openxmlformats.org/drawingml/2006/main" w="15240">
            <a:noFill/>
          </a:ln>
        </p:spPr>
      </p:sp>
      <p:sp>
        <p:nvSpPr>
          <p:cNvPr id="239" name="hidden-vector-arrow-1">
            <a:extLst xmlns:a="http://schemas.openxmlformats.org/drawingml/2006/main">
              <a:ext uri="{FF2B5EF4-FFF2-40B4-BE49-F238E27FC236}">
                <a16:creationId xmlns:a16="http://schemas.microsoft.com/office/drawing/2014/main" id="{E56DF4D2-4CDA-4CAA-A965-A1277466E59D}"/>
              </a:ext>
            </a:extLst>
          </p:cNvPr>
          <p:cNvSpPr>
            <a:spLocks xmlns:a="http://schemas.openxmlformats.org/drawingml/2006/main" noGrp="1"/>
          </p:cNvSpPr>
          <p:nvPr/>
        </p:nvSpPr>
        <p:spPr>
          <a:xfrm xmlns:a="http://schemas.openxmlformats.org/drawingml/2006/main" flipV="0">
            <a:off x="7534275" y="2952750"/>
            <a:ext cx="733425" cy="95"/>
          </a:xfrm>
          <a:prstGeom xmlns:a="http://schemas.openxmlformats.org/drawingml/2006/main" prst="line">
            <a:avLst/>
          </a:prstGeom>
          <a:noFill xmlns:a="http://schemas.openxmlformats.org/drawingml/2006/main"/>
          <a:ln xmlns:a="http://schemas.openxmlformats.org/drawingml/2006/main" w="20955">
            <a:solidFill>
              <a:srgbClr val="7F9B6A"/>
            </a:solidFill>
            <a:prstDash val="solid"/>
          </a:ln>
        </p:spPr>
      </p:sp>
      <p:sp>
        <p:nvSpPr>
          <p:cNvPr id="240" name="hidden-vector-arrow-head">
            <a:extLst xmlns:a="http://schemas.openxmlformats.org/drawingml/2006/main">
              <a:ext uri="{FF2B5EF4-FFF2-40B4-BE49-F238E27FC236}">
                <a16:creationId xmlns:a16="http://schemas.microsoft.com/office/drawing/2014/main" id="{6A28EED8-ACE5-4885-8867-E69CBA0E1232}"/>
              </a:ext>
            </a:extLst>
          </p:cNvPr>
          <p:cNvSpPr>
            <a:spLocks xmlns:a="http://schemas.openxmlformats.org/drawingml/2006/main" noGrp="1"/>
          </p:cNvSpPr>
          <p:nvPr/>
        </p:nvSpPr>
        <p:spPr>
          <a:xfrm xmlns:a="http://schemas.openxmlformats.org/drawingml/2006/main">
            <a:off x="8143875" y="2905125"/>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7F9B6A"/>
          </a:solidFill>
          <a:ln xmlns:a="http://schemas.openxmlformats.org/drawingml/2006/main" w="15240">
            <a:noFill/>
          </a:ln>
        </p:spPr>
      </p:sp>
      <p:sp>
        <p:nvSpPr>
          <p:cNvPr id="241" name="hidden-vector-0">
            <a:extLst xmlns:a="http://schemas.openxmlformats.org/drawingml/2006/main">
              <a:ext uri="{FF2B5EF4-FFF2-40B4-BE49-F238E27FC236}">
                <a16:creationId xmlns:a16="http://schemas.microsoft.com/office/drawing/2014/main" id="{4258C085-789C-4E1D-AB45-C70DC8B36422}"/>
              </a:ext>
            </a:extLst>
          </p:cNvPr>
          <p:cNvSpPr>
            <a:spLocks xmlns:a="http://schemas.openxmlformats.org/drawingml/2006/main" noGrp="1"/>
          </p:cNvSpPr>
          <p:nvPr/>
        </p:nvSpPr>
        <p:spPr>
          <a:xfrm xmlns:a="http://schemas.openxmlformats.org/drawingml/2006/main">
            <a:off x="8315325" y="2828925"/>
            <a:ext cx="114300" cy="257175"/>
          </a:xfrm>
          <a:prstGeom xmlns:a="http://schemas.openxmlformats.org/drawingml/2006/main" prst="roundRect">
            <a:avLst>
              <a:gd name="adj" fmla="val 8333"/>
            </a:avLst>
          </a:prstGeom>
          <a:solidFill xmlns:a="http://schemas.openxmlformats.org/drawingml/2006/main">
            <a:srgbClr val="8E8976"/>
          </a:solidFill>
          <a:ln xmlns:a="http://schemas.openxmlformats.org/drawingml/2006/main" w="9525">
            <a:solidFill>
              <a:srgbClr val="FFFFFF"/>
            </a:solidFill>
          </a:ln>
        </p:spPr>
      </p:sp>
      <p:sp>
        <p:nvSpPr>
          <p:cNvPr id="242" name="hidden-vector-1">
            <a:extLst xmlns:a="http://schemas.openxmlformats.org/drawingml/2006/main">
              <a:ext uri="{FF2B5EF4-FFF2-40B4-BE49-F238E27FC236}">
                <a16:creationId xmlns:a16="http://schemas.microsoft.com/office/drawing/2014/main" id="{368BCC92-9511-43C8-BB11-685423B54312}"/>
              </a:ext>
            </a:extLst>
          </p:cNvPr>
          <p:cNvSpPr>
            <a:spLocks xmlns:a="http://schemas.openxmlformats.org/drawingml/2006/main" noGrp="1"/>
          </p:cNvSpPr>
          <p:nvPr/>
        </p:nvSpPr>
        <p:spPr>
          <a:xfrm xmlns:a="http://schemas.openxmlformats.org/drawingml/2006/main">
            <a:off x="8448675" y="2828925"/>
            <a:ext cx="114300" cy="257175"/>
          </a:xfrm>
          <a:prstGeom xmlns:a="http://schemas.openxmlformats.org/drawingml/2006/main" prst="roundRect">
            <a:avLst>
              <a:gd name="adj" fmla="val 8333"/>
            </a:avLst>
          </a:prstGeom>
          <a:solidFill xmlns:a="http://schemas.openxmlformats.org/drawingml/2006/main">
            <a:srgbClr val="AEA792"/>
          </a:solidFill>
          <a:ln xmlns:a="http://schemas.openxmlformats.org/drawingml/2006/main" w="9525">
            <a:solidFill>
              <a:srgbClr val="FFFFFF"/>
            </a:solidFill>
          </a:ln>
        </p:spPr>
      </p:sp>
      <p:sp>
        <p:nvSpPr>
          <p:cNvPr id="243" name="hidden-vector-2">
            <a:extLst xmlns:a="http://schemas.openxmlformats.org/drawingml/2006/main">
              <a:ext uri="{FF2B5EF4-FFF2-40B4-BE49-F238E27FC236}">
                <a16:creationId xmlns:a16="http://schemas.microsoft.com/office/drawing/2014/main" id="{4E57C96F-99D9-4CC3-8F50-D7067F3AF898}"/>
              </a:ext>
            </a:extLst>
          </p:cNvPr>
          <p:cNvSpPr>
            <a:spLocks xmlns:a="http://schemas.openxmlformats.org/drawingml/2006/main" noGrp="1"/>
          </p:cNvSpPr>
          <p:nvPr/>
        </p:nvSpPr>
        <p:spPr>
          <a:xfrm xmlns:a="http://schemas.openxmlformats.org/drawingml/2006/main">
            <a:off x="8582025" y="2828925"/>
            <a:ext cx="114300" cy="257175"/>
          </a:xfrm>
          <a:prstGeom xmlns:a="http://schemas.openxmlformats.org/drawingml/2006/main" prst="roundRect">
            <a:avLst>
              <a:gd name="adj" fmla="val 8333"/>
            </a:avLst>
          </a:prstGeom>
          <a:solidFill xmlns:a="http://schemas.openxmlformats.org/drawingml/2006/main">
            <a:srgbClr val="E0D5BA"/>
          </a:solidFill>
          <a:ln xmlns:a="http://schemas.openxmlformats.org/drawingml/2006/main" w="9525">
            <a:solidFill>
              <a:srgbClr val="FFFFFF"/>
            </a:solidFill>
          </a:ln>
        </p:spPr>
      </p:sp>
      <p:sp>
        <p:nvSpPr>
          <p:cNvPr id="244" name="hidden-vector-3">
            <a:extLst xmlns:a="http://schemas.openxmlformats.org/drawingml/2006/main">
              <a:ext uri="{FF2B5EF4-FFF2-40B4-BE49-F238E27FC236}">
                <a16:creationId xmlns:a16="http://schemas.microsoft.com/office/drawing/2014/main" id="{04478653-F811-497A-A8AE-7BDC566F287C}"/>
              </a:ext>
            </a:extLst>
          </p:cNvPr>
          <p:cNvSpPr>
            <a:spLocks xmlns:a="http://schemas.openxmlformats.org/drawingml/2006/main" noGrp="1"/>
          </p:cNvSpPr>
          <p:nvPr/>
        </p:nvSpPr>
        <p:spPr>
          <a:xfrm xmlns:a="http://schemas.openxmlformats.org/drawingml/2006/main">
            <a:off x="8715375" y="2828925"/>
            <a:ext cx="114300" cy="257175"/>
          </a:xfrm>
          <a:prstGeom xmlns:a="http://schemas.openxmlformats.org/drawingml/2006/main" prst="roundRect">
            <a:avLst>
              <a:gd name="adj" fmla="val 8333"/>
            </a:avLst>
          </a:prstGeom>
          <a:solidFill xmlns:a="http://schemas.openxmlformats.org/drawingml/2006/main">
            <a:srgbClr val="E6DCC1"/>
          </a:solidFill>
          <a:ln xmlns:a="http://schemas.openxmlformats.org/drawingml/2006/main" w="9525">
            <a:solidFill>
              <a:srgbClr val="FFFFFF"/>
            </a:solidFill>
          </a:ln>
        </p:spPr>
      </p:sp>
      <p:sp>
        <p:nvSpPr>
          <p:cNvPr id="245" name="hidden-vector-4">
            <a:extLst xmlns:a="http://schemas.openxmlformats.org/drawingml/2006/main">
              <a:ext uri="{FF2B5EF4-FFF2-40B4-BE49-F238E27FC236}">
                <a16:creationId xmlns:a16="http://schemas.microsoft.com/office/drawing/2014/main" id="{2103E486-5DAB-4089-8841-1BD67BCBBBB9}"/>
              </a:ext>
            </a:extLst>
          </p:cNvPr>
          <p:cNvSpPr>
            <a:spLocks xmlns:a="http://schemas.openxmlformats.org/drawingml/2006/main" noGrp="1"/>
          </p:cNvSpPr>
          <p:nvPr/>
        </p:nvSpPr>
        <p:spPr>
          <a:xfrm xmlns:a="http://schemas.openxmlformats.org/drawingml/2006/main">
            <a:off x="8848725" y="2828925"/>
            <a:ext cx="114300" cy="257175"/>
          </a:xfrm>
          <a:prstGeom xmlns:a="http://schemas.openxmlformats.org/drawingml/2006/main" prst="roundRect">
            <a:avLst>
              <a:gd name="adj" fmla="val 8333"/>
            </a:avLst>
          </a:prstGeom>
          <a:solidFill xmlns:a="http://schemas.openxmlformats.org/drawingml/2006/main">
            <a:srgbClr val="E6DCC2"/>
          </a:solidFill>
          <a:ln xmlns:a="http://schemas.openxmlformats.org/drawingml/2006/main" w="9525">
            <a:solidFill>
              <a:srgbClr val="FFFFFF"/>
            </a:solidFill>
          </a:ln>
        </p:spPr>
      </p:sp>
      <p:sp>
        <p:nvSpPr>
          <p:cNvPr id="246" name="prediction-title">
            <a:extLst xmlns:a="http://schemas.openxmlformats.org/drawingml/2006/main">
              <a:ext uri="{FF2B5EF4-FFF2-40B4-BE49-F238E27FC236}">
                <a16:creationId xmlns:a16="http://schemas.microsoft.com/office/drawing/2014/main" id="{C9048E11-12A8-41D2-B609-CE14F5EAC668}"/>
              </a:ext>
            </a:extLst>
          </p:cNvPr>
          <p:cNvSpPr>
            <a:spLocks xmlns:a="http://schemas.openxmlformats.org/drawingml/2006/main" noGrp="1"/>
          </p:cNvSpPr>
          <p:nvPr/>
        </p:nvSpPr>
        <p:spPr>
          <a:xfrm xmlns:a="http://schemas.openxmlformats.org/drawingml/2006/main">
            <a:off x="6181725" y="3409950"/>
            <a:ext cx="20002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i="0">
                <a:solidFill>
                  <a:srgbClr val="2B3540"/>
                </a:solidFill>
                <a:latin typeface="Times New Roman"/>
                <a:ea typeface="Times New Roman"/>
                <a:cs typeface="Times New Roman"/>
              </a:defRPr>
            </a:pPr>
            <a:r>
              <a:rPr sz="2100" b="1" i="0">
                <a:solidFill>
                  <a:srgbClr val="2B3540"/>
                </a:solidFill>
                <a:latin typeface="Times New Roman"/>
                <a:ea typeface="Times New Roman"/>
                <a:cs typeface="Times New Roman"/>
              </a:rPr>
              <a:t>Prediction</a:t>
            </a:r>
          </a:p>
        </p:txBody>
      </p:sp>
      <p:sp>
        <p:nvSpPr>
          <p:cNvPr id="247" name="prediction-box-summary">
            <a:extLst xmlns:a="http://schemas.openxmlformats.org/drawingml/2006/main">
              <a:ext uri="{FF2B5EF4-FFF2-40B4-BE49-F238E27FC236}">
                <a16:creationId xmlns:a16="http://schemas.microsoft.com/office/drawing/2014/main" id="{8EF34040-E1BC-464F-8495-89FF25B93628}"/>
              </a:ext>
            </a:extLst>
          </p:cNvPr>
          <p:cNvSpPr>
            <a:spLocks xmlns:a="http://schemas.openxmlformats.org/drawingml/2006/main" noGrp="1"/>
          </p:cNvSpPr>
          <p:nvPr/>
        </p:nvSpPr>
        <p:spPr>
          <a:xfrm xmlns:a="http://schemas.openxmlformats.org/drawingml/2006/main">
            <a:off x="6267450" y="3743325"/>
            <a:ext cx="1476375" cy="419100"/>
          </a:xfrm>
          <a:prstGeom xmlns:a="http://schemas.openxmlformats.org/drawingml/2006/main" prst="roundRect">
            <a:avLst>
              <a:gd name="adj" fmla="val 9091"/>
            </a:avLst>
          </a:prstGeom>
          <a:solidFill xmlns:a="http://schemas.openxmlformats.org/drawingml/2006/main">
            <a:srgbClr val="F3F7EE"/>
          </a:solidFill>
          <a:ln xmlns:a="http://schemas.openxmlformats.org/drawingml/2006/main" w="11430">
            <a:solidFill>
              <a:srgbClr val="ABBE98"/>
            </a:solidFill>
          </a:ln>
        </p:spPr>
      </p:sp>
      <p:sp>
        <p:nvSpPr>
          <p:cNvPr id="248" name="prediction-image-frame">
            <a:extLst xmlns:a="http://schemas.openxmlformats.org/drawingml/2006/main">
              <a:ext uri="{FF2B5EF4-FFF2-40B4-BE49-F238E27FC236}">
                <a16:creationId xmlns:a16="http://schemas.microsoft.com/office/drawing/2014/main" id="{6C5B2D44-D177-47CD-AF30-BBAF7656D43F}"/>
              </a:ext>
            </a:extLst>
          </p:cNvPr>
          <p:cNvSpPr>
            <a:spLocks xmlns:a="http://schemas.openxmlformats.org/drawingml/2006/main" noGrp="1"/>
          </p:cNvSpPr>
          <p:nvPr/>
        </p:nvSpPr>
        <p:spPr>
          <a:xfrm xmlns:a="http://schemas.openxmlformats.org/drawingml/2006/main">
            <a:off x="6353175" y="3838575"/>
            <a:ext cx="390525" cy="229629"/>
          </a:xfrm>
          <a:prstGeom xmlns:a="http://schemas.openxmlformats.org/drawingml/2006/main" prst="roundRect">
            <a:avLst>
              <a:gd name="adj" fmla="val 4148"/>
            </a:avLst>
          </a:prstGeom>
          <a:noFill xmlns:a="http://schemas.openxmlformats.org/drawingml/2006/main"/>
          <a:ln xmlns:a="http://schemas.openxmlformats.org/drawingml/2006/main" w="12383">
            <a:solidFill>
              <a:srgbClr val="7F9B6A"/>
            </a:solidFill>
          </a:ln>
        </p:spPr>
      </p:sp>
      <p:sp>
        <p:nvSpPr>
          <p:cNvPr id="249" name="specialist-box-0">
            <a:extLst xmlns:a="http://schemas.openxmlformats.org/drawingml/2006/main">
              <a:ext uri="{FF2B5EF4-FFF2-40B4-BE49-F238E27FC236}">
                <a16:creationId xmlns:a16="http://schemas.microsoft.com/office/drawing/2014/main" id="{EEC81699-83A1-4481-A2FD-987BEDABE7F9}"/>
              </a:ext>
            </a:extLst>
          </p:cNvPr>
          <p:cNvSpPr>
            <a:spLocks xmlns:a="http://schemas.openxmlformats.org/drawingml/2006/main" noGrp="1"/>
          </p:cNvSpPr>
          <p:nvPr/>
        </p:nvSpPr>
        <p:spPr>
          <a:xfrm xmlns:a="http://schemas.openxmlformats.org/drawingml/2006/main">
            <a:off x="6599830" y="3839319"/>
            <a:ext cx="136825" cy="208039"/>
          </a:xfrm>
          <a:prstGeom xmlns:a="http://schemas.openxmlformats.org/drawingml/2006/main" prst="rect">
            <a:avLst/>
          </a:prstGeom>
          <a:noFill xmlns:a="http://schemas.openxmlformats.org/drawingml/2006/main"/>
          <a:ln xmlns:a="http://schemas.openxmlformats.org/drawingml/2006/main" w="14288">
            <a:solidFill>
              <a:srgbClr val="7F9B6A"/>
            </a:solidFill>
          </a:ln>
        </p:spPr>
      </p:sp>
      <p:sp>
        <p:nvSpPr>
          <p:cNvPr id="250" name="specialist-box-1">
            <a:extLst xmlns:a="http://schemas.openxmlformats.org/drawingml/2006/main">
              <a:ext uri="{FF2B5EF4-FFF2-40B4-BE49-F238E27FC236}">
                <a16:creationId xmlns:a16="http://schemas.microsoft.com/office/drawing/2014/main" id="{75F9681A-2EBC-40F1-995D-E1F7E16CBDD2}"/>
              </a:ext>
            </a:extLst>
          </p:cNvPr>
          <p:cNvSpPr>
            <a:spLocks xmlns:a="http://schemas.openxmlformats.org/drawingml/2006/main" noGrp="1"/>
          </p:cNvSpPr>
          <p:nvPr/>
        </p:nvSpPr>
        <p:spPr>
          <a:xfrm xmlns:a="http://schemas.openxmlformats.org/drawingml/2006/main">
            <a:off x="6362175" y="3839508"/>
            <a:ext cx="152561" cy="206839"/>
          </a:xfrm>
          <a:prstGeom xmlns:a="http://schemas.openxmlformats.org/drawingml/2006/main" prst="rect">
            <a:avLst/>
          </a:prstGeom>
          <a:noFill xmlns:a="http://schemas.openxmlformats.org/drawingml/2006/main"/>
          <a:ln xmlns:a="http://schemas.openxmlformats.org/drawingml/2006/main" w="14288">
            <a:solidFill>
              <a:srgbClr val="7F9B6A"/>
            </a:solidFill>
          </a:ln>
        </p:spPr>
      </p:sp>
      <p:sp>
        <p:nvSpPr>
          <p:cNvPr id="251" name="prediction-boxes-label">
            <a:extLst xmlns:a="http://schemas.openxmlformats.org/drawingml/2006/main">
              <a:ext uri="{FF2B5EF4-FFF2-40B4-BE49-F238E27FC236}">
                <a16:creationId xmlns:a16="http://schemas.microsoft.com/office/drawing/2014/main" id="{563CA487-00EC-4C4E-BC7E-9F50A7C7255D}"/>
              </a:ext>
            </a:extLst>
          </p:cNvPr>
          <p:cNvSpPr>
            <a:spLocks xmlns:a="http://schemas.openxmlformats.org/drawingml/2006/main" noGrp="1"/>
          </p:cNvSpPr>
          <p:nvPr/>
        </p:nvSpPr>
        <p:spPr>
          <a:xfrm xmlns:a="http://schemas.openxmlformats.org/drawingml/2006/main">
            <a:off x="6810375" y="3800475"/>
            <a:ext cx="838200" cy="3048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2B3540"/>
                </a:solidFill>
                <a:latin typeface="Times New Roman"/>
                <a:ea typeface="Times New Roman"/>
                <a:cs typeface="Times New Roman"/>
              </a:defRPr>
            </a:pPr>
            <a:r>
              <a:rPr sz="2100" b="0" i="0">
                <a:solidFill>
                  <a:srgbClr val="2B3540"/>
                </a:solidFill>
                <a:latin typeface="Times New Roman"/>
                <a:ea typeface="Times New Roman"/>
                <a:cs typeface="Times New Roman"/>
              </a:rPr>
              <a:t>boxes</a:t>
            </a:r>
          </a:p>
        </p:txBody>
      </p:sp>
      <p:sp>
        <p:nvSpPr>
          <p:cNvPr id="252" name="prediction-features-1">
            <a:extLst xmlns:a="http://schemas.openxmlformats.org/drawingml/2006/main">
              <a:ext uri="{FF2B5EF4-FFF2-40B4-BE49-F238E27FC236}">
                <a16:creationId xmlns:a16="http://schemas.microsoft.com/office/drawing/2014/main" id="{A98DEF5A-C9C4-4390-A9E2-B131AE62FE96}"/>
              </a:ext>
            </a:extLst>
          </p:cNvPr>
          <p:cNvSpPr>
            <a:spLocks xmlns:a="http://schemas.openxmlformats.org/drawingml/2006/main" noGrp="1"/>
          </p:cNvSpPr>
          <p:nvPr/>
        </p:nvSpPr>
        <p:spPr>
          <a:xfrm xmlns:a="http://schemas.openxmlformats.org/drawingml/2006/main" flipV="0">
            <a:off x="7762875" y="3952875"/>
            <a:ext cx="504825" cy="95"/>
          </a:xfrm>
          <a:prstGeom xmlns:a="http://schemas.openxmlformats.org/drawingml/2006/main" prst="line">
            <a:avLst/>
          </a:prstGeom>
          <a:noFill xmlns:a="http://schemas.openxmlformats.org/drawingml/2006/main"/>
          <a:ln xmlns:a="http://schemas.openxmlformats.org/drawingml/2006/main" w="20955">
            <a:solidFill>
              <a:srgbClr val="7F9B6A"/>
            </a:solidFill>
            <a:prstDash val="solid"/>
          </a:ln>
        </p:spPr>
      </p:sp>
      <p:sp>
        <p:nvSpPr>
          <p:cNvPr id="253" name="prediction-features-head">
            <a:extLst xmlns:a="http://schemas.openxmlformats.org/drawingml/2006/main">
              <a:ext uri="{FF2B5EF4-FFF2-40B4-BE49-F238E27FC236}">
                <a16:creationId xmlns:a16="http://schemas.microsoft.com/office/drawing/2014/main" id="{984F139D-DE2B-4A15-B71C-B84EC3866137}"/>
              </a:ext>
            </a:extLst>
          </p:cNvPr>
          <p:cNvSpPr>
            <a:spLocks xmlns:a="http://schemas.openxmlformats.org/drawingml/2006/main" noGrp="1"/>
          </p:cNvSpPr>
          <p:nvPr/>
        </p:nvSpPr>
        <p:spPr>
          <a:xfrm xmlns:a="http://schemas.openxmlformats.org/drawingml/2006/main">
            <a:off x="8143875" y="390525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7F9B6A"/>
          </a:solidFill>
          <a:ln xmlns:a="http://schemas.openxmlformats.org/drawingml/2006/main" w="15240">
            <a:noFill/>
          </a:ln>
        </p:spPr>
      </p:sp>
      <p:sp>
        <p:nvSpPr>
          <p:cNvPr id="254" name="output-vector-0">
            <a:extLst xmlns:a="http://schemas.openxmlformats.org/drawingml/2006/main">
              <a:ext uri="{FF2B5EF4-FFF2-40B4-BE49-F238E27FC236}">
                <a16:creationId xmlns:a16="http://schemas.microsoft.com/office/drawing/2014/main" id="{592D0B6E-8338-4CDB-9F9F-6CD46B9E5CB9}"/>
              </a:ext>
            </a:extLst>
          </p:cNvPr>
          <p:cNvSpPr>
            <a:spLocks xmlns:a="http://schemas.openxmlformats.org/drawingml/2006/main" noGrp="1"/>
          </p:cNvSpPr>
          <p:nvPr/>
        </p:nvSpPr>
        <p:spPr>
          <a:xfrm xmlns:a="http://schemas.openxmlformats.org/drawingml/2006/main">
            <a:off x="8315325" y="3829050"/>
            <a:ext cx="114300" cy="257175"/>
          </a:xfrm>
          <a:prstGeom xmlns:a="http://schemas.openxmlformats.org/drawingml/2006/main" prst="roundRect">
            <a:avLst>
              <a:gd name="adj" fmla="val 8333"/>
            </a:avLst>
          </a:prstGeom>
          <a:solidFill xmlns:a="http://schemas.openxmlformats.org/drawingml/2006/main">
            <a:srgbClr val="E6EDDE"/>
          </a:solidFill>
          <a:ln xmlns:a="http://schemas.openxmlformats.org/drawingml/2006/main" w="9525">
            <a:solidFill>
              <a:srgbClr val="FFFFFF"/>
            </a:solidFill>
          </a:ln>
        </p:spPr>
      </p:sp>
      <p:sp>
        <p:nvSpPr>
          <p:cNvPr id="255" name="output-vector-1">
            <a:extLst xmlns:a="http://schemas.openxmlformats.org/drawingml/2006/main">
              <a:ext uri="{FF2B5EF4-FFF2-40B4-BE49-F238E27FC236}">
                <a16:creationId xmlns:a16="http://schemas.microsoft.com/office/drawing/2014/main" id="{2A2964FC-7548-4939-A079-03DE13DC35C3}"/>
              </a:ext>
            </a:extLst>
          </p:cNvPr>
          <p:cNvSpPr>
            <a:spLocks xmlns:a="http://schemas.openxmlformats.org/drawingml/2006/main" noGrp="1"/>
          </p:cNvSpPr>
          <p:nvPr/>
        </p:nvSpPr>
        <p:spPr>
          <a:xfrm xmlns:a="http://schemas.openxmlformats.org/drawingml/2006/main">
            <a:off x="8448675" y="3829050"/>
            <a:ext cx="114300" cy="257175"/>
          </a:xfrm>
          <a:prstGeom xmlns:a="http://schemas.openxmlformats.org/drawingml/2006/main" prst="roundRect">
            <a:avLst>
              <a:gd name="adj" fmla="val 8333"/>
            </a:avLst>
          </a:prstGeom>
          <a:solidFill xmlns:a="http://schemas.openxmlformats.org/drawingml/2006/main">
            <a:srgbClr val="88A771"/>
          </a:solidFill>
          <a:ln xmlns:a="http://schemas.openxmlformats.org/drawingml/2006/main" w="9525">
            <a:solidFill>
              <a:srgbClr val="FFFFFF"/>
            </a:solidFill>
          </a:ln>
        </p:spPr>
      </p:sp>
      <p:sp>
        <p:nvSpPr>
          <p:cNvPr id="256" name="output-vector-2">
            <a:extLst xmlns:a="http://schemas.openxmlformats.org/drawingml/2006/main">
              <a:ext uri="{FF2B5EF4-FFF2-40B4-BE49-F238E27FC236}">
                <a16:creationId xmlns:a16="http://schemas.microsoft.com/office/drawing/2014/main" id="{D9887FDF-F242-4720-A0AB-B8A878996F7D}"/>
              </a:ext>
            </a:extLst>
          </p:cNvPr>
          <p:cNvSpPr>
            <a:spLocks xmlns:a="http://schemas.openxmlformats.org/drawingml/2006/main" noGrp="1"/>
          </p:cNvSpPr>
          <p:nvPr/>
        </p:nvSpPr>
        <p:spPr>
          <a:xfrm xmlns:a="http://schemas.openxmlformats.org/drawingml/2006/main">
            <a:off x="8582025" y="3829050"/>
            <a:ext cx="114300" cy="257175"/>
          </a:xfrm>
          <a:prstGeom xmlns:a="http://schemas.openxmlformats.org/drawingml/2006/main" prst="roundRect">
            <a:avLst>
              <a:gd name="adj" fmla="val 8333"/>
            </a:avLst>
          </a:prstGeom>
          <a:solidFill xmlns:a="http://schemas.openxmlformats.org/drawingml/2006/main">
            <a:srgbClr val="E6EDDE"/>
          </a:solidFill>
          <a:ln xmlns:a="http://schemas.openxmlformats.org/drawingml/2006/main" w="9525">
            <a:solidFill>
              <a:srgbClr val="FFFFFF"/>
            </a:solidFill>
          </a:ln>
        </p:spPr>
      </p:sp>
      <p:sp>
        <p:nvSpPr>
          <p:cNvPr id="257" name="output-vector-3">
            <a:extLst xmlns:a="http://schemas.openxmlformats.org/drawingml/2006/main">
              <a:ext uri="{FF2B5EF4-FFF2-40B4-BE49-F238E27FC236}">
                <a16:creationId xmlns:a16="http://schemas.microsoft.com/office/drawing/2014/main" id="{68372575-397D-40AE-B5AE-3DD056747216}"/>
              </a:ext>
            </a:extLst>
          </p:cNvPr>
          <p:cNvSpPr>
            <a:spLocks xmlns:a="http://schemas.openxmlformats.org/drawingml/2006/main" noGrp="1"/>
          </p:cNvSpPr>
          <p:nvPr/>
        </p:nvSpPr>
        <p:spPr>
          <a:xfrm xmlns:a="http://schemas.openxmlformats.org/drawingml/2006/main">
            <a:off x="8715375" y="3829050"/>
            <a:ext cx="114300" cy="257175"/>
          </a:xfrm>
          <a:prstGeom xmlns:a="http://schemas.openxmlformats.org/drawingml/2006/main" prst="roundRect">
            <a:avLst>
              <a:gd name="adj" fmla="val 8333"/>
            </a:avLst>
          </a:prstGeom>
          <a:solidFill xmlns:a="http://schemas.openxmlformats.org/drawingml/2006/main">
            <a:srgbClr val="E6EDDE"/>
          </a:solidFill>
          <a:ln xmlns:a="http://schemas.openxmlformats.org/drawingml/2006/main" w="9525">
            <a:solidFill>
              <a:srgbClr val="FFFFFF"/>
            </a:solidFill>
          </a:ln>
        </p:spPr>
      </p:sp>
      <p:sp>
        <p:nvSpPr>
          <p:cNvPr id="258" name="output-vector-4">
            <a:extLst xmlns:a="http://schemas.openxmlformats.org/drawingml/2006/main">
              <a:ext uri="{FF2B5EF4-FFF2-40B4-BE49-F238E27FC236}">
                <a16:creationId xmlns:a16="http://schemas.microsoft.com/office/drawing/2014/main" id="{A79A7A92-A217-432D-9B6E-DE9A7105ED84}"/>
              </a:ext>
            </a:extLst>
          </p:cNvPr>
          <p:cNvSpPr>
            <a:spLocks xmlns:a="http://schemas.openxmlformats.org/drawingml/2006/main" noGrp="1"/>
          </p:cNvSpPr>
          <p:nvPr/>
        </p:nvSpPr>
        <p:spPr>
          <a:xfrm xmlns:a="http://schemas.openxmlformats.org/drawingml/2006/main">
            <a:off x="8848725" y="3829050"/>
            <a:ext cx="114300" cy="257175"/>
          </a:xfrm>
          <a:prstGeom xmlns:a="http://schemas.openxmlformats.org/drawingml/2006/main" prst="roundRect">
            <a:avLst>
              <a:gd name="adj" fmla="val 8333"/>
            </a:avLst>
          </a:prstGeom>
          <a:solidFill xmlns:a="http://schemas.openxmlformats.org/drawingml/2006/main">
            <a:srgbClr val="A5B3BB"/>
          </a:solidFill>
          <a:ln xmlns:a="http://schemas.openxmlformats.org/drawingml/2006/main" w="9525">
            <a:solidFill>
              <a:srgbClr val="FFFFFF"/>
            </a:solidFill>
          </a:ln>
        </p:spPr>
      </p:sp>
      <p:sp>
        <p:nvSpPr>
          <p:cNvPr id="259" name="output-vector-note">
            <a:extLst xmlns:a="http://schemas.openxmlformats.org/drawingml/2006/main">
              <a:ext uri="{FF2B5EF4-FFF2-40B4-BE49-F238E27FC236}">
                <a16:creationId xmlns:a16="http://schemas.microsoft.com/office/drawing/2014/main" id="{41229C8B-0A1C-4B20-9B5B-A231547B9A8B}"/>
              </a:ext>
            </a:extLst>
          </p:cNvPr>
          <p:cNvSpPr>
            <a:spLocks xmlns:a="http://schemas.openxmlformats.org/drawingml/2006/main" noGrp="1"/>
          </p:cNvSpPr>
          <p:nvPr/>
        </p:nvSpPr>
        <p:spPr>
          <a:xfrm xmlns:a="http://schemas.openxmlformats.org/drawingml/2006/main">
            <a:off x="7781925" y="4124325"/>
            <a:ext cx="1457325"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73808C"/>
                </a:solidFill>
                <a:latin typeface="Times New Roman"/>
                <a:ea typeface="Times New Roman"/>
                <a:cs typeface="Times New Roman"/>
              </a:defRPr>
            </a:pPr>
            <a:r>
              <a:rPr sz="1725" b="0" i="0">
                <a:solidFill>
                  <a:srgbClr val="73808C"/>
                </a:solidFill>
                <a:latin typeface="Times New Roman"/>
                <a:ea typeface="Times New Roman"/>
                <a:cs typeface="Times New Roman"/>
              </a:rPr>
              <a:t>boxes + valid</a:t>
            </a:r>
          </a:p>
        </p:txBody>
      </p:sp>
      <p:sp>
        <p:nvSpPr>
          <p:cNvPr id="260" name="confidence-title">
            <a:extLst xmlns:a="http://schemas.openxmlformats.org/drawingml/2006/main">
              <a:ext uri="{FF2B5EF4-FFF2-40B4-BE49-F238E27FC236}">
                <a16:creationId xmlns:a16="http://schemas.microsoft.com/office/drawing/2014/main" id="{00871914-C40D-4C0C-BFCA-70C6E7DDF551}"/>
              </a:ext>
            </a:extLst>
          </p:cNvPr>
          <p:cNvSpPr>
            <a:spLocks xmlns:a="http://schemas.openxmlformats.org/drawingml/2006/main" noGrp="1"/>
          </p:cNvSpPr>
          <p:nvPr/>
        </p:nvSpPr>
        <p:spPr>
          <a:xfrm xmlns:a="http://schemas.openxmlformats.org/drawingml/2006/main">
            <a:off x="6181725" y="4410075"/>
            <a:ext cx="20002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i="0">
                <a:solidFill>
                  <a:srgbClr val="2B3540"/>
                </a:solidFill>
                <a:latin typeface="Times New Roman"/>
                <a:ea typeface="Times New Roman"/>
                <a:cs typeface="Times New Roman"/>
              </a:defRPr>
            </a:pPr>
            <a:r>
              <a:rPr sz="2100" b="1" i="0">
                <a:solidFill>
                  <a:srgbClr val="2B3540"/>
                </a:solidFill>
                <a:latin typeface="Times New Roman"/>
                <a:ea typeface="Times New Roman"/>
                <a:cs typeface="Times New Roman"/>
              </a:rPr>
              <a:t>Confidence</a:t>
            </a:r>
          </a:p>
        </p:txBody>
      </p:sp>
      <p:sp>
        <p:nvSpPr>
          <p:cNvPr id="261" name="confidence-track">
            <a:extLst xmlns:a="http://schemas.openxmlformats.org/drawingml/2006/main">
              <a:ext uri="{FF2B5EF4-FFF2-40B4-BE49-F238E27FC236}">
                <a16:creationId xmlns:a16="http://schemas.microsoft.com/office/drawing/2014/main" id="{97318EFB-F1C7-4A11-9181-B57767F09178}"/>
              </a:ext>
            </a:extLst>
          </p:cNvPr>
          <p:cNvSpPr>
            <a:spLocks xmlns:a="http://schemas.openxmlformats.org/drawingml/2006/main" noGrp="1"/>
          </p:cNvSpPr>
          <p:nvPr/>
        </p:nvSpPr>
        <p:spPr>
          <a:xfrm xmlns:a="http://schemas.openxmlformats.org/drawingml/2006/main">
            <a:off x="6276975" y="4876800"/>
            <a:ext cx="1428750" cy="152400"/>
          </a:xfrm>
          <a:prstGeom xmlns:a="http://schemas.openxmlformats.org/drawingml/2006/main" prst="roundRect">
            <a:avLst>
              <a:gd name="adj" fmla="val 12500"/>
            </a:avLst>
          </a:prstGeom>
          <a:solidFill xmlns:a="http://schemas.openxmlformats.org/drawingml/2006/main">
            <a:srgbClr val="EBF0E4"/>
          </a:solidFill>
          <a:ln xmlns:a="http://schemas.openxmlformats.org/drawingml/2006/main" w="15240">
            <a:noFill/>
          </a:ln>
        </p:spPr>
      </p:sp>
      <p:sp>
        <p:nvSpPr>
          <p:cNvPr id="262" name="confidence-value">
            <a:extLst xmlns:a="http://schemas.openxmlformats.org/drawingml/2006/main">
              <a:ext uri="{FF2B5EF4-FFF2-40B4-BE49-F238E27FC236}">
                <a16:creationId xmlns:a16="http://schemas.microsoft.com/office/drawing/2014/main" id="{65BFC4D7-C0A5-42FA-AD5B-ED7FD2A8D3CD}"/>
              </a:ext>
            </a:extLst>
          </p:cNvPr>
          <p:cNvSpPr>
            <a:spLocks xmlns:a="http://schemas.openxmlformats.org/drawingml/2006/main" noGrp="1"/>
          </p:cNvSpPr>
          <p:nvPr/>
        </p:nvSpPr>
        <p:spPr>
          <a:xfrm xmlns:a="http://schemas.openxmlformats.org/drawingml/2006/main">
            <a:off x="6276975" y="4876800"/>
            <a:ext cx="933450" cy="152400"/>
          </a:xfrm>
          <a:prstGeom xmlns:a="http://schemas.openxmlformats.org/drawingml/2006/main" prst="roundRect">
            <a:avLst>
              <a:gd name="adj" fmla="val 12500"/>
            </a:avLst>
          </a:prstGeom>
          <a:solidFill xmlns:a="http://schemas.openxmlformats.org/drawingml/2006/main">
            <a:srgbClr val="9CB47E"/>
          </a:solidFill>
          <a:ln xmlns:a="http://schemas.openxmlformats.org/drawingml/2006/main" w="15240">
            <a:noFill/>
          </a:ln>
        </p:spPr>
      </p:sp>
      <p:sp>
        <p:nvSpPr>
          <p:cNvPr id="263" name="confidence-symbol-math-0 c">
            <a:extLst xmlns:a="http://schemas.openxmlformats.org/drawingml/2006/main">
              <a:ext uri="{FF2B5EF4-FFF2-40B4-BE49-F238E27FC236}">
                <a16:creationId xmlns:a16="http://schemas.microsoft.com/office/drawing/2014/main" id="{2F06C164-2881-4F07-8DE1-868C675E9C21}"/>
              </a:ext>
            </a:extLst>
          </p:cNvPr>
          <p:cNvSpPr>
            <a:spLocks xmlns:a="http://schemas.openxmlformats.org/drawingml/2006/main" noGrp="1"/>
          </p:cNvSpPr>
          <p:nvPr/>
        </p:nvSpPr>
        <p:spPr>
          <a:xfrm xmlns:a="http://schemas.openxmlformats.org/drawingml/2006/main">
            <a:off x="7905369" y="4923663"/>
            <a:ext cx="104055" cy="120848"/>
          </a:xfrm>
          <a:custGeom xmlns:a="http://schemas.openxmlformats.org/drawingml/2006/main">
            <a:pathLst>
              <a:path w="104055" h="120848">
                <a:moveTo>
                  <a:pt x="20586" y="86052"/>
                </a:moveTo>
                <a:lnTo>
                  <a:pt x="20956" y="91644"/>
                </a:lnTo>
                <a:lnTo>
                  <a:pt x="23914" y="101500"/>
                </a:lnTo>
                <a:lnTo>
                  <a:pt x="26503" y="105763"/>
                </a:lnTo>
                <a:lnTo>
                  <a:pt x="29785" y="109282"/>
                </a:lnTo>
                <a:lnTo>
                  <a:pt x="38286" y="113303"/>
                </a:lnTo>
                <a:lnTo>
                  <a:pt x="43505" y="113806"/>
                </a:lnTo>
                <a:lnTo>
                  <a:pt x="51366" y="113350"/>
                </a:lnTo>
                <a:lnTo>
                  <a:pt x="66618" y="109704"/>
                </a:lnTo>
                <a:lnTo>
                  <a:pt x="74009" y="106513"/>
                </a:lnTo>
                <a:lnTo>
                  <a:pt x="81005" y="102518"/>
                </a:lnTo>
                <a:lnTo>
                  <a:pt x="92965" y="92433"/>
                </a:lnTo>
                <a:lnTo>
                  <a:pt x="97929" y="86344"/>
                </a:lnTo>
                <a:lnTo>
                  <a:pt x="98846" y="85750"/>
                </a:lnTo>
                <a:lnTo>
                  <a:pt x="100013" y="85552"/>
                </a:lnTo>
                <a:lnTo>
                  <a:pt x="101346" y="85928"/>
                </a:lnTo>
                <a:lnTo>
                  <a:pt x="102680" y="87052"/>
                </a:lnTo>
                <a:lnTo>
                  <a:pt x="103711" y="88501"/>
                </a:lnTo>
                <a:lnTo>
                  <a:pt x="104055" y="89845"/>
                </a:lnTo>
                <a:lnTo>
                  <a:pt x="103930" y="90761"/>
                </a:lnTo>
                <a:lnTo>
                  <a:pt x="103555" y="91428"/>
                </a:lnTo>
                <a:lnTo>
                  <a:pt x="98236" y="97900"/>
                </a:lnTo>
                <a:lnTo>
                  <a:pt x="85068" y="108673"/>
                </a:lnTo>
                <a:lnTo>
                  <a:pt x="77218" y="112973"/>
                </a:lnTo>
                <a:lnTo>
                  <a:pt x="68892" y="116418"/>
                </a:lnTo>
                <a:lnTo>
                  <a:pt x="51785" y="120356"/>
                </a:lnTo>
                <a:lnTo>
                  <a:pt x="43005" y="120848"/>
                </a:lnTo>
                <a:lnTo>
                  <a:pt x="36799" y="120471"/>
                </a:lnTo>
                <a:lnTo>
                  <a:pt x="25527" y="117450"/>
                </a:lnTo>
                <a:lnTo>
                  <a:pt x="20461" y="114806"/>
                </a:lnTo>
                <a:lnTo>
                  <a:pt x="15859" y="111511"/>
                </a:lnTo>
                <a:lnTo>
                  <a:pt x="8295" y="103406"/>
                </a:lnTo>
                <a:lnTo>
                  <a:pt x="5334" y="98596"/>
                </a:lnTo>
                <a:lnTo>
                  <a:pt x="3000" y="93348"/>
                </a:lnTo>
                <a:lnTo>
                  <a:pt x="333" y="81867"/>
                </a:lnTo>
                <a:lnTo>
                  <a:pt x="0" y="75635"/>
                </a:lnTo>
                <a:lnTo>
                  <a:pt x="628" y="66670"/>
                </a:lnTo>
                <a:lnTo>
                  <a:pt x="5649" y="48834"/>
                </a:lnTo>
                <a:lnTo>
                  <a:pt x="10043" y="39963"/>
                </a:lnTo>
                <a:lnTo>
                  <a:pt x="15478" y="31520"/>
                </a:lnTo>
                <a:lnTo>
                  <a:pt x="28834" y="17101"/>
                </a:lnTo>
                <a:lnTo>
                  <a:pt x="36754" y="11126"/>
                </a:lnTo>
                <a:lnTo>
                  <a:pt x="40948" y="8519"/>
                </a:lnTo>
                <a:lnTo>
                  <a:pt x="49490" y="4346"/>
                </a:lnTo>
                <a:lnTo>
                  <a:pt x="58242" y="1565"/>
                </a:lnTo>
                <a:lnTo>
                  <a:pt x="67201" y="174"/>
                </a:lnTo>
                <a:lnTo>
                  <a:pt x="71759" y="0"/>
                </a:lnTo>
                <a:lnTo>
                  <a:pt x="77606" y="362"/>
                </a:lnTo>
                <a:lnTo>
                  <a:pt x="88378" y="3258"/>
                </a:lnTo>
                <a:lnTo>
                  <a:pt x="93303" y="5792"/>
                </a:lnTo>
                <a:lnTo>
                  <a:pt x="95550" y="7327"/>
                </a:lnTo>
                <a:lnTo>
                  <a:pt x="99144" y="10916"/>
                </a:lnTo>
                <a:lnTo>
                  <a:pt x="102289" y="17598"/>
                </a:lnTo>
                <a:lnTo>
                  <a:pt x="102888" y="22920"/>
                </a:lnTo>
                <a:lnTo>
                  <a:pt x="102622" y="26433"/>
                </a:lnTo>
                <a:lnTo>
                  <a:pt x="100497" y="32663"/>
                </a:lnTo>
                <a:lnTo>
                  <a:pt x="98637" y="35379"/>
                </a:lnTo>
                <a:lnTo>
                  <a:pt x="96348" y="37622"/>
                </a:lnTo>
                <a:lnTo>
                  <a:pt x="90660" y="40185"/>
                </a:lnTo>
                <a:lnTo>
                  <a:pt x="87261" y="40505"/>
                </a:lnTo>
                <a:lnTo>
                  <a:pt x="85198" y="40338"/>
                </a:lnTo>
                <a:lnTo>
                  <a:pt x="81573" y="39005"/>
                </a:lnTo>
                <a:lnTo>
                  <a:pt x="80010" y="37838"/>
                </a:lnTo>
                <a:lnTo>
                  <a:pt x="78734" y="36400"/>
                </a:lnTo>
                <a:lnTo>
                  <a:pt x="77275" y="32900"/>
                </a:lnTo>
                <a:lnTo>
                  <a:pt x="77093" y="30837"/>
                </a:lnTo>
                <a:lnTo>
                  <a:pt x="77377" y="27826"/>
                </a:lnTo>
                <a:lnTo>
                  <a:pt x="79648" y="22492"/>
                </a:lnTo>
                <a:lnTo>
                  <a:pt x="81635" y="20169"/>
                </a:lnTo>
                <a:lnTo>
                  <a:pt x="84024" y="18237"/>
                </a:lnTo>
                <a:lnTo>
                  <a:pt x="89378" y="16028"/>
                </a:lnTo>
                <a:lnTo>
                  <a:pt x="92345" y="15752"/>
                </a:lnTo>
                <a:lnTo>
                  <a:pt x="92845" y="15752"/>
                </a:lnTo>
                <a:lnTo>
                  <a:pt x="91108" y="13629"/>
                </a:lnTo>
                <a:lnTo>
                  <a:pt x="86586" y="10275"/>
                </a:lnTo>
                <a:lnTo>
                  <a:pt x="83802" y="9043"/>
                </a:lnTo>
                <a:lnTo>
                  <a:pt x="77770" y="7417"/>
                </a:lnTo>
                <a:lnTo>
                  <a:pt x="71509" y="6876"/>
                </a:lnTo>
                <a:lnTo>
                  <a:pt x="67663" y="7085"/>
                </a:lnTo>
                <a:lnTo>
                  <a:pt x="60334" y="8757"/>
                </a:lnTo>
                <a:lnTo>
                  <a:pt x="53489" y="12101"/>
                </a:lnTo>
                <a:lnTo>
                  <a:pt x="47129" y="17117"/>
                </a:lnTo>
                <a:lnTo>
                  <a:pt x="44131" y="20253"/>
                </a:lnTo>
                <a:lnTo>
                  <a:pt x="38638" y="27248"/>
                </a:lnTo>
                <a:lnTo>
                  <a:pt x="29824" y="43209"/>
                </a:lnTo>
                <a:lnTo>
                  <a:pt x="26503" y="52173"/>
                </a:lnTo>
                <a:lnTo>
                  <a:pt x="23914" y="61245"/>
                </a:lnTo>
                <a:lnTo>
                  <a:pt x="20956" y="78184"/>
                </a:lnTo>
                <a:lnTo>
                  <a:pt x="20586" y="86052"/>
                </a:lnTo>
                <a:close/>
              </a:path>
            </a:pathLst>
          </a:custGeom>
          <a:solidFill xmlns:a="http://schemas.openxmlformats.org/drawingml/2006/main">
            <a:srgbClr val="2B3540"/>
          </a:solidFill>
          <a:ln xmlns:a="http://schemas.openxmlformats.org/drawingml/2006/main" w="0">
            <a:noFill/>
          </a:ln>
        </p:spPr>
      </p:sp>
      <p:sp>
        <p:nvSpPr>
          <p:cNvPr id="264" name="confidence-features-1">
            <a:extLst xmlns:a="http://schemas.openxmlformats.org/drawingml/2006/main">
              <a:ext uri="{FF2B5EF4-FFF2-40B4-BE49-F238E27FC236}">
                <a16:creationId xmlns:a16="http://schemas.microsoft.com/office/drawing/2014/main" id="{95FF4104-4F87-4ED1-8F13-B24E7476AADF}"/>
              </a:ext>
            </a:extLst>
          </p:cNvPr>
          <p:cNvSpPr>
            <a:spLocks xmlns:a="http://schemas.openxmlformats.org/drawingml/2006/main" noGrp="1"/>
          </p:cNvSpPr>
          <p:nvPr/>
        </p:nvSpPr>
        <p:spPr>
          <a:xfrm xmlns:a="http://schemas.openxmlformats.org/drawingml/2006/main" flipV="0">
            <a:off x="8039100" y="4953000"/>
            <a:ext cx="228600" cy="95"/>
          </a:xfrm>
          <a:prstGeom xmlns:a="http://schemas.openxmlformats.org/drawingml/2006/main" prst="line">
            <a:avLst/>
          </a:prstGeom>
          <a:noFill xmlns:a="http://schemas.openxmlformats.org/drawingml/2006/main"/>
          <a:ln xmlns:a="http://schemas.openxmlformats.org/drawingml/2006/main" w="20003">
            <a:solidFill>
              <a:srgbClr val="7F9B6A"/>
            </a:solidFill>
            <a:prstDash val="solid"/>
          </a:ln>
        </p:spPr>
      </p:sp>
      <p:sp>
        <p:nvSpPr>
          <p:cNvPr id="265" name="confidence-features-head">
            <a:extLst xmlns:a="http://schemas.openxmlformats.org/drawingml/2006/main">
              <a:ext uri="{FF2B5EF4-FFF2-40B4-BE49-F238E27FC236}">
                <a16:creationId xmlns:a16="http://schemas.microsoft.com/office/drawing/2014/main" id="{1B369CF9-C825-42D5-8A8A-EE8A40D68A19}"/>
              </a:ext>
            </a:extLst>
          </p:cNvPr>
          <p:cNvSpPr>
            <a:spLocks xmlns:a="http://schemas.openxmlformats.org/drawingml/2006/main" noGrp="1"/>
          </p:cNvSpPr>
          <p:nvPr/>
        </p:nvSpPr>
        <p:spPr>
          <a:xfrm xmlns:a="http://schemas.openxmlformats.org/drawingml/2006/main">
            <a:off x="8143875" y="4905375"/>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7F9B6A"/>
          </a:solidFill>
          <a:ln xmlns:a="http://schemas.openxmlformats.org/drawingml/2006/main" w="15240">
            <a:noFill/>
          </a:ln>
        </p:spPr>
      </p:sp>
      <p:sp>
        <p:nvSpPr>
          <p:cNvPr id="266" name="confidence-vector-0">
            <a:extLst xmlns:a="http://schemas.openxmlformats.org/drawingml/2006/main">
              <a:ext uri="{FF2B5EF4-FFF2-40B4-BE49-F238E27FC236}">
                <a16:creationId xmlns:a16="http://schemas.microsoft.com/office/drawing/2014/main" id="{33104E84-DC4E-4AAD-9DEE-0D462B324DC4}"/>
              </a:ext>
            </a:extLst>
          </p:cNvPr>
          <p:cNvSpPr>
            <a:spLocks xmlns:a="http://schemas.openxmlformats.org/drawingml/2006/main" noGrp="1"/>
          </p:cNvSpPr>
          <p:nvPr/>
        </p:nvSpPr>
        <p:spPr>
          <a:xfrm xmlns:a="http://schemas.openxmlformats.org/drawingml/2006/main">
            <a:off x="8315325" y="4829175"/>
            <a:ext cx="114300" cy="257175"/>
          </a:xfrm>
          <a:prstGeom xmlns:a="http://schemas.openxmlformats.org/drawingml/2006/main" prst="roundRect">
            <a:avLst>
              <a:gd name="adj" fmla="val 8333"/>
            </a:avLst>
          </a:prstGeom>
          <a:solidFill xmlns:a="http://schemas.openxmlformats.org/drawingml/2006/main">
            <a:srgbClr val="B1C697"/>
          </a:solidFill>
          <a:ln xmlns:a="http://schemas.openxmlformats.org/drawingml/2006/main" w="9525">
            <a:solidFill>
              <a:srgbClr val="FFFFFF"/>
            </a:solidFill>
          </a:ln>
        </p:spPr>
      </p:sp>
      <p:sp>
        <p:nvSpPr>
          <p:cNvPr id="267" name="confidence-vector-1">
            <a:extLst xmlns:a="http://schemas.openxmlformats.org/drawingml/2006/main">
              <a:ext uri="{FF2B5EF4-FFF2-40B4-BE49-F238E27FC236}">
                <a16:creationId xmlns:a16="http://schemas.microsoft.com/office/drawing/2014/main" id="{82CB1B22-3955-471D-9A9C-68E9BFE1944C}"/>
              </a:ext>
            </a:extLst>
          </p:cNvPr>
          <p:cNvSpPr>
            <a:spLocks xmlns:a="http://schemas.openxmlformats.org/drawingml/2006/main" noGrp="1"/>
          </p:cNvSpPr>
          <p:nvPr/>
        </p:nvSpPr>
        <p:spPr>
          <a:xfrm xmlns:a="http://schemas.openxmlformats.org/drawingml/2006/main">
            <a:off x="8448675" y="4829175"/>
            <a:ext cx="114300" cy="257175"/>
          </a:xfrm>
          <a:prstGeom xmlns:a="http://schemas.openxmlformats.org/drawingml/2006/main" prst="roundRect">
            <a:avLst>
              <a:gd name="adj" fmla="val 8333"/>
            </a:avLst>
          </a:prstGeom>
          <a:solidFill xmlns:a="http://schemas.openxmlformats.org/drawingml/2006/main">
            <a:srgbClr val="E2EADF"/>
          </a:solidFill>
          <a:ln xmlns:a="http://schemas.openxmlformats.org/drawingml/2006/main" w="9525">
            <a:solidFill>
              <a:srgbClr val="FFFFFF"/>
            </a:solidFill>
          </a:ln>
        </p:spPr>
      </p:sp>
      <p:sp>
        <p:nvSpPr>
          <p:cNvPr id="268" name="confidence-vector-2">
            <a:extLst xmlns:a="http://schemas.openxmlformats.org/drawingml/2006/main">
              <a:ext uri="{FF2B5EF4-FFF2-40B4-BE49-F238E27FC236}">
                <a16:creationId xmlns:a16="http://schemas.microsoft.com/office/drawing/2014/main" id="{96AC6315-1685-4660-B75C-ACBBCFFF1C2F}"/>
              </a:ext>
            </a:extLst>
          </p:cNvPr>
          <p:cNvSpPr>
            <a:spLocks xmlns:a="http://schemas.openxmlformats.org/drawingml/2006/main" noGrp="1"/>
          </p:cNvSpPr>
          <p:nvPr/>
        </p:nvSpPr>
        <p:spPr>
          <a:xfrm xmlns:a="http://schemas.openxmlformats.org/drawingml/2006/main">
            <a:off x="8582025" y="4829175"/>
            <a:ext cx="114300" cy="257175"/>
          </a:xfrm>
          <a:prstGeom xmlns:a="http://schemas.openxmlformats.org/drawingml/2006/main" prst="roundRect">
            <a:avLst>
              <a:gd name="adj" fmla="val 8333"/>
            </a:avLst>
          </a:prstGeom>
          <a:solidFill xmlns:a="http://schemas.openxmlformats.org/drawingml/2006/main">
            <a:srgbClr val="B8C2CB"/>
          </a:solidFill>
          <a:ln xmlns:a="http://schemas.openxmlformats.org/drawingml/2006/main" w="9525">
            <a:solidFill>
              <a:srgbClr val="FFFFFF"/>
            </a:solidFill>
          </a:ln>
        </p:spPr>
      </p:sp>
      <p:sp>
        <p:nvSpPr>
          <p:cNvPr id="269" name="confidence-vector-3">
            <a:extLst xmlns:a="http://schemas.openxmlformats.org/drawingml/2006/main">
              <a:ext uri="{FF2B5EF4-FFF2-40B4-BE49-F238E27FC236}">
                <a16:creationId xmlns:a16="http://schemas.microsoft.com/office/drawing/2014/main" id="{4ECDAEA1-9069-418D-956A-172A94E34666}"/>
              </a:ext>
            </a:extLst>
          </p:cNvPr>
          <p:cNvSpPr>
            <a:spLocks xmlns:a="http://schemas.openxmlformats.org/drawingml/2006/main" noGrp="1"/>
          </p:cNvSpPr>
          <p:nvPr/>
        </p:nvSpPr>
        <p:spPr>
          <a:xfrm xmlns:a="http://schemas.openxmlformats.org/drawingml/2006/main">
            <a:off x="8715375" y="4829175"/>
            <a:ext cx="114300" cy="257175"/>
          </a:xfrm>
          <a:prstGeom xmlns:a="http://schemas.openxmlformats.org/drawingml/2006/main" prst="roundRect">
            <a:avLst>
              <a:gd name="adj" fmla="val 8333"/>
            </a:avLst>
          </a:prstGeom>
          <a:solidFill xmlns:a="http://schemas.openxmlformats.org/drawingml/2006/main">
            <a:srgbClr val="E8ECEF"/>
          </a:solidFill>
          <a:ln xmlns:a="http://schemas.openxmlformats.org/drawingml/2006/main" w="9525">
            <a:solidFill>
              <a:srgbClr val="FFFFFF"/>
            </a:solidFill>
          </a:ln>
        </p:spPr>
      </p:sp>
      <p:sp>
        <p:nvSpPr>
          <p:cNvPr id="270" name="confidence-vector-4">
            <a:extLst xmlns:a="http://schemas.openxmlformats.org/drawingml/2006/main">
              <a:ext uri="{FF2B5EF4-FFF2-40B4-BE49-F238E27FC236}">
                <a16:creationId xmlns:a16="http://schemas.microsoft.com/office/drawing/2014/main" id="{4558EDBE-6FD0-456E-8A7E-92AF0F54DEA9}"/>
              </a:ext>
            </a:extLst>
          </p:cNvPr>
          <p:cNvSpPr>
            <a:spLocks xmlns:a="http://schemas.openxmlformats.org/drawingml/2006/main" noGrp="1"/>
          </p:cNvSpPr>
          <p:nvPr/>
        </p:nvSpPr>
        <p:spPr>
          <a:xfrm xmlns:a="http://schemas.openxmlformats.org/drawingml/2006/main">
            <a:off x="8848725" y="4829175"/>
            <a:ext cx="114300" cy="257175"/>
          </a:xfrm>
          <a:prstGeom xmlns:a="http://schemas.openxmlformats.org/drawingml/2006/main" prst="roundRect">
            <a:avLst>
              <a:gd name="adj" fmla="val 8333"/>
            </a:avLst>
          </a:prstGeom>
          <a:solidFill xmlns:a="http://schemas.openxmlformats.org/drawingml/2006/main">
            <a:srgbClr val="C6D0D8"/>
          </a:solidFill>
          <a:ln xmlns:a="http://schemas.openxmlformats.org/drawingml/2006/main" w="9525">
            <a:solidFill>
              <a:srgbClr val="FFFFFF"/>
            </a:solidFill>
          </a:ln>
        </p:spPr>
      </p:sp>
      <p:sp>
        <p:nvSpPr>
          <p:cNvPr id="271" name="confidence-mask-note">
            <a:extLst xmlns:a="http://schemas.openxmlformats.org/drawingml/2006/main">
              <a:ext uri="{FF2B5EF4-FFF2-40B4-BE49-F238E27FC236}">
                <a16:creationId xmlns:a16="http://schemas.microsoft.com/office/drawing/2014/main" id="{6645F1B9-052D-49A0-BBF9-DB5AAABF1DA4}"/>
              </a:ext>
            </a:extLst>
          </p:cNvPr>
          <p:cNvSpPr>
            <a:spLocks xmlns:a="http://schemas.openxmlformats.org/drawingml/2006/main" noGrp="1"/>
          </p:cNvSpPr>
          <p:nvPr/>
        </p:nvSpPr>
        <p:spPr>
          <a:xfrm xmlns:a="http://schemas.openxmlformats.org/drawingml/2006/main">
            <a:off x="7781925" y="5124450"/>
            <a:ext cx="1457325"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73808C"/>
                </a:solidFill>
                <a:latin typeface="Times New Roman"/>
                <a:ea typeface="Times New Roman"/>
                <a:cs typeface="Times New Roman"/>
              </a:defRPr>
            </a:pPr>
            <a:r>
              <a:rPr sz="1725" b="0" i="0">
                <a:solidFill>
                  <a:srgbClr val="73808C"/>
                </a:solidFill>
                <a:latin typeface="Times New Roman"/>
                <a:ea typeface="Times New Roman"/>
                <a:cs typeface="Times New Roman"/>
              </a:rPr>
              <a:t>score + mask</a:t>
            </a:r>
          </a:p>
        </p:txBody>
      </p:sp>
      <p:sp>
        <p:nvSpPr>
          <p:cNvPr id="272" name="text-to-encoder-1">
            <a:extLst xmlns:a="http://schemas.openxmlformats.org/drawingml/2006/main">
              <a:ext uri="{FF2B5EF4-FFF2-40B4-BE49-F238E27FC236}">
                <a16:creationId xmlns:a16="http://schemas.microsoft.com/office/drawing/2014/main" id="{C2C82865-DC16-49A9-9707-DCD3DD90B29A}"/>
              </a:ext>
            </a:extLst>
          </p:cNvPr>
          <p:cNvSpPr>
            <a:spLocks xmlns:a="http://schemas.openxmlformats.org/drawingml/2006/main" noGrp="1"/>
          </p:cNvSpPr>
          <p:nvPr/>
        </p:nvSpPr>
        <p:spPr>
          <a:xfrm xmlns:a="http://schemas.openxmlformats.org/drawingml/2006/main" flipV="0">
            <a:off x="2324100" y="4857750"/>
            <a:ext cx="314325" cy="95"/>
          </a:xfrm>
          <a:prstGeom xmlns:a="http://schemas.openxmlformats.org/drawingml/2006/main" prst="line">
            <a:avLst/>
          </a:prstGeom>
          <a:noFill xmlns:a="http://schemas.openxmlformats.org/drawingml/2006/main"/>
          <a:ln xmlns:a="http://schemas.openxmlformats.org/drawingml/2006/main" w="23813">
            <a:solidFill>
              <a:srgbClr val="779ABB"/>
            </a:solidFill>
            <a:prstDash val="solid"/>
          </a:ln>
        </p:spPr>
      </p:sp>
      <p:sp>
        <p:nvSpPr>
          <p:cNvPr id="273" name="text-to-encoder-2">
            <a:extLst xmlns:a="http://schemas.openxmlformats.org/drawingml/2006/main">
              <a:ext uri="{FF2B5EF4-FFF2-40B4-BE49-F238E27FC236}">
                <a16:creationId xmlns:a16="http://schemas.microsoft.com/office/drawing/2014/main" id="{20AB19C8-39A3-4A2D-B5F6-DC8192F59AD7}"/>
              </a:ext>
            </a:extLst>
          </p:cNvPr>
          <p:cNvSpPr>
            <a:spLocks xmlns:a="http://schemas.openxmlformats.org/drawingml/2006/main" noGrp="1"/>
          </p:cNvSpPr>
          <p:nvPr/>
        </p:nvSpPr>
        <p:spPr>
          <a:xfrm xmlns:a="http://schemas.openxmlformats.org/drawingml/2006/main" flipV="0">
            <a:off x="2638425" y="4857750"/>
            <a:ext cx="95" cy="1095375"/>
          </a:xfrm>
          <a:prstGeom xmlns:a="http://schemas.openxmlformats.org/drawingml/2006/main" prst="line">
            <a:avLst/>
          </a:prstGeom>
          <a:noFill xmlns:a="http://schemas.openxmlformats.org/drawingml/2006/main"/>
          <a:ln xmlns:a="http://schemas.openxmlformats.org/drawingml/2006/main" w="23813">
            <a:solidFill>
              <a:srgbClr val="779ABB"/>
            </a:solidFill>
            <a:prstDash val="solid"/>
          </a:ln>
        </p:spPr>
      </p:sp>
      <p:sp>
        <p:nvSpPr>
          <p:cNvPr id="274" name="text-to-encoder-3">
            <a:extLst xmlns:a="http://schemas.openxmlformats.org/drawingml/2006/main">
              <a:ext uri="{FF2B5EF4-FFF2-40B4-BE49-F238E27FC236}">
                <a16:creationId xmlns:a16="http://schemas.microsoft.com/office/drawing/2014/main" id="{5EC87487-F547-47C3-B13B-9BA0A6535A79}"/>
              </a:ext>
            </a:extLst>
          </p:cNvPr>
          <p:cNvSpPr>
            <a:spLocks xmlns:a="http://schemas.openxmlformats.org/drawingml/2006/main" noGrp="1"/>
          </p:cNvSpPr>
          <p:nvPr/>
        </p:nvSpPr>
        <p:spPr>
          <a:xfrm xmlns:a="http://schemas.openxmlformats.org/drawingml/2006/main" flipV="0">
            <a:off x="2638425" y="5953125"/>
            <a:ext cx="3448050" cy="95"/>
          </a:xfrm>
          <a:prstGeom xmlns:a="http://schemas.openxmlformats.org/drawingml/2006/main" prst="line">
            <a:avLst/>
          </a:prstGeom>
          <a:noFill xmlns:a="http://schemas.openxmlformats.org/drawingml/2006/main"/>
          <a:ln xmlns:a="http://schemas.openxmlformats.org/drawingml/2006/main" w="23813">
            <a:solidFill>
              <a:srgbClr val="779ABB"/>
            </a:solidFill>
            <a:prstDash val="solid"/>
          </a:ln>
        </p:spPr>
      </p:sp>
      <p:sp>
        <p:nvSpPr>
          <p:cNvPr id="275" name="text-to-encoder-head">
            <a:extLst xmlns:a="http://schemas.openxmlformats.org/drawingml/2006/main">
              <a:ext uri="{FF2B5EF4-FFF2-40B4-BE49-F238E27FC236}">
                <a16:creationId xmlns:a16="http://schemas.microsoft.com/office/drawing/2014/main" id="{A91282FC-380C-4EA8-B78D-7FAEF1298F60}"/>
              </a:ext>
            </a:extLst>
          </p:cNvPr>
          <p:cNvSpPr>
            <a:spLocks xmlns:a="http://schemas.openxmlformats.org/drawingml/2006/main" noGrp="1"/>
          </p:cNvSpPr>
          <p:nvPr/>
        </p:nvSpPr>
        <p:spPr>
          <a:xfrm xmlns:a="http://schemas.openxmlformats.org/drawingml/2006/main">
            <a:off x="5962650" y="590550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779ABB"/>
          </a:solidFill>
          <a:ln xmlns:a="http://schemas.openxmlformats.org/drawingml/2006/main" w="15240">
            <a:noFill/>
          </a:ln>
        </p:spPr>
      </p:sp>
      <p:sp>
        <p:nvSpPr>
          <p:cNvPr id="276" name="text-encoder-gradient-shadow">
            <a:extLst xmlns:a="http://schemas.openxmlformats.org/drawingml/2006/main">
              <a:ext uri="{FF2B5EF4-FFF2-40B4-BE49-F238E27FC236}">
                <a16:creationId xmlns:a16="http://schemas.microsoft.com/office/drawing/2014/main" id="{7E65045F-FD1E-449A-A56C-5FE0D66385DA}"/>
              </a:ext>
            </a:extLst>
          </p:cNvPr>
          <p:cNvSpPr>
            <a:spLocks xmlns:a="http://schemas.openxmlformats.org/drawingml/2006/main" noGrp="1"/>
          </p:cNvSpPr>
          <p:nvPr/>
        </p:nvSpPr>
        <p:spPr>
          <a:xfrm xmlns:a="http://schemas.openxmlformats.org/drawingml/2006/main">
            <a:off x="6029325" y="6210300"/>
            <a:ext cx="2276475" cy="257175"/>
          </a:xfrm>
          <a:prstGeom xmlns:a="http://schemas.openxmlformats.org/drawingml/2006/main" prst="ellipse">
            <a:avLst/>
          </a:prstGeom>
          <a:gradFill xmlns:a="http://schemas.openxmlformats.org/drawingml/2006/main">
            <a:gsLst>
              <a:gs pos="0">
                <a:srgbClr val="233545">
                  <a:alpha val="10000"/>
                </a:srgbClr>
              </a:gs>
              <a:gs pos="48000">
                <a:srgbClr val="233545">
                  <a:alpha val="3500"/>
                </a:srgbClr>
              </a:gs>
              <a:gs pos="100000">
                <a:srgbClr val="233545">
                  <a:alpha val="0"/>
                </a:srgbClr>
              </a:gs>
            </a:gsLst>
            <a:path path="shape"/>
          </a:gradFill>
          <a:ln xmlns:a="http://schemas.openxmlformats.org/drawingml/2006/main" w="0">
            <a:noFill/>
          </a:ln>
        </p:spPr>
      </p:sp>
      <p:sp>
        <p:nvSpPr>
          <p:cNvPr id="277" name="text-encoder">
            <a:extLst xmlns:a="http://schemas.openxmlformats.org/drawingml/2006/main">
              <a:ext uri="{FF2B5EF4-FFF2-40B4-BE49-F238E27FC236}">
                <a16:creationId xmlns:a16="http://schemas.microsoft.com/office/drawing/2014/main" id="{A41FAD0B-A201-4908-B35B-0DF69D9B79BF}"/>
              </a:ext>
            </a:extLst>
          </p:cNvPr>
          <p:cNvSpPr>
            <a:spLocks xmlns:a="http://schemas.openxmlformats.org/drawingml/2006/main" noGrp="1"/>
          </p:cNvSpPr>
          <p:nvPr/>
        </p:nvSpPr>
        <p:spPr>
          <a:xfrm xmlns:a="http://schemas.openxmlformats.org/drawingml/2006/main">
            <a:off x="6143625" y="5629275"/>
            <a:ext cx="1971675" cy="647700"/>
          </a:xfrm>
          <a:prstGeom xmlns:a="http://schemas.openxmlformats.org/drawingml/2006/main" prst="roundRect">
            <a:avLst>
              <a:gd name="adj" fmla="val 8824"/>
            </a:avLst>
          </a:prstGeom>
          <a:solidFill xmlns:a="http://schemas.openxmlformats.org/drawingml/2006/main">
            <a:srgbClr val="DFEAF4"/>
          </a:solidFill>
          <a:ln xmlns:a="http://schemas.openxmlformats.org/drawingml/2006/main" w="15240">
            <a:solidFill>
              <a:srgbClr val="779ABB"/>
            </a:solidFill>
          </a:ln>
        </p:spPr>
      </p:sp>
      <p:sp>
        <p:nvSpPr>
          <p:cNvPr id="278" name="text-document-back">
            <a:extLst xmlns:a="http://schemas.openxmlformats.org/drawingml/2006/main">
              <a:ext uri="{FF2B5EF4-FFF2-40B4-BE49-F238E27FC236}">
                <a16:creationId xmlns:a16="http://schemas.microsoft.com/office/drawing/2014/main" id="{23A4B084-2C61-41F2-A346-F9518497E40E}"/>
              </a:ext>
            </a:extLst>
          </p:cNvPr>
          <p:cNvSpPr>
            <a:spLocks xmlns:a="http://schemas.openxmlformats.org/drawingml/2006/main" noGrp="1"/>
          </p:cNvSpPr>
          <p:nvPr/>
        </p:nvSpPr>
        <p:spPr>
          <a:xfrm xmlns:a="http://schemas.openxmlformats.org/drawingml/2006/main">
            <a:off x="6343650" y="5800725"/>
            <a:ext cx="266700" cy="323850"/>
          </a:xfrm>
          <a:prstGeom xmlns:a="http://schemas.openxmlformats.org/drawingml/2006/main" prst="roundRect">
            <a:avLst>
              <a:gd name="adj" fmla="val 7143"/>
            </a:avLst>
          </a:prstGeom>
          <a:solidFill xmlns:a="http://schemas.openxmlformats.org/drawingml/2006/main">
            <a:srgbClr val="BED3E3"/>
          </a:solidFill>
          <a:ln xmlns:a="http://schemas.openxmlformats.org/drawingml/2006/main" w="9525">
            <a:solidFill>
              <a:srgbClr val="96B3C9"/>
            </a:solidFill>
          </a:ln>
        </p:spPr>
      </p:sp>
      <p:sp>
        <p:nvSpPr>
          <p:cNvPr id="279" name="text-document">
            <a:extLst xmlns:a="http://schemas.openxmlformats.org/drawingml/2006/main">
              <a:ext uri="{FF2B5EF4-FFF2-40B4-BE49-F238E27FC236}">
                <a16:creationId xmlns:a16="http://schemas.microsoft.com/office/drawing/2014/main" id="{D20E933C-6486-4BA5-AE1D-AD4494BCABC7}"/>
              </a:ext>
            </a:extLst>
          </p:cNvPr>
          <p:cNvSpPr>
            <a:spLocks xmlns:a="http://schemas.openxmlformats.org/drawingml/2006/main" noGrp="1"/>
          </p:cNvSpPr>
          <p:nvPr/>
        </p:nvSpPr>
        <p:spPr>
          <a:xfrm xmlns:a="http://schemas.openxmlformats.org/drawingml/2006/main">
            <a:off x="6267450" y="5743575"/>
            <a:ext cx="276225" cy="323850"/>
          </a:xfrm>
          <a:custGeom xmlns:a="http://schemas.openxmlformats.org/drawingml/2006/main">
            <a:pathLst>
              <a:path w="276225" h="323850">
                <a:moveTo>
                  <a:pt x="0" y="0"/>
                </a:moveTo>
                <a:lnTo>
                  <a:pt x="200025" y="0"/>
                </a:lnTo>
                <a:lnTo>
                  <a:pt x="276225" y="76200"/>
                </a:lnTo>
                <a:lnTo>
                  <a:pt x="276225" y="323850"/>
                </a:lnTo>
                <a:lnTo>
                  <a:pt x="0" y="323850"/>
                </a:lnTo>
                <a:close/>
              </a:path>
            </a:pathLst>
          </a:custGeom>
          <a:solidFill xmlns:a="http://schemas.openxmlformats.org/drawingml/2006/main">
            <a:srgbClr val="F8FCFF"/>
          </a:solidFill>
          <a:ln xmlns:a="http://schemas.openxmlformats.org/drawingml/2006/main" w="11430">
            <a:solidFill>
              <a:srgbClr val="8FAFC7"/>
            </a:solidFill>
          </a:ln>
        </p:spPr>
      </p:sp>
      <p:sp>
        <p:nvSpPr>
          <p:cNvPr id="280" name="text-document-fold">
            <a:extLst xmlns:a="http://schemas.openxmlformats.org/drawingml/2006/main">
              <a:ext uri="{FF2B5EF4-FFF2-40B4-BE49-F238E27FC236}">
                <a16:creationId xmlns:a16="http://schemas.microsoft.com/office/drawing/2014/main" id="{B7C9B90F-0646-4EB1-AB8A-940851724A30}"/>
              </a:ext>
            </a:extLst>
          </p:cNvPr>
          <p:cNvSpPr>
            <a:spLocks xmlns:a="http://schemas.openxmlformats.org/drawingml/2006/main" noGrp="1"/>
          </p:cNvSpPr>
          <p:nvPr/>
        </p:nvSpPr>
        <p:spPr>
          <a:xfrm xmlns:a="http://schemas.openxmlformats.org/drawingml/2006/main">
            <a:off x="6467475" y="5743575"/>
            <a:ext cx="76200" cy="76200"/>
          </a:xfrm>
          <a:custGeom xmlns:a="http://schemas.openxmlformats.org/drawingml/2006/main">
            <a:pathLst>
              <a:path w="76200" h="76200">
                <a:moveTo>
                  <a:pt x="0" y="0"/>
                </a:moveTo>
                <a:lnTo>
                  <a:pt x="0" y="76200"/>
                </a:lnTo>
                <a:lnTo>
                  <a:pt x="76200" y="76200"/>
                </a:lnTo>
                <a:close/>
              </a:path>
            </a:pathLst>
          </a:custGeom>
          <a:solidFill xmlns:a="http://schemas.openxmlformats.org/drawingml/2006/main">
            <a:srgbClr val="CCDDE9"/>
          </a:solidFill>
          <a:ln xmlns:a="http://schemas.openxmlformats.org/drawingml/2006/main" w="8573">
            <a:solidFill>
              <a:srgbClr val="8FAFC7"/>
            </a:solidFill>
          </a:ln>
        </p:spPr>
      </p:sp>
      <p:sp>
        <p:nvSpPr>
          <p:cNvPr id="281" name="text-document-line1-1">
            <a:extLst xmlns:a="http://schemas.openxmlformats.org/drawingml/2006/main">
              <a:ext uri="{FF2B5EF4-FFF2-40B4-BE49-F238E27FC236}">
                <a16:creationId xmlns:a16="http://schemas.microsoft.com/office/drawing/2014/main" id="{5817F3CD-6C84-4266-B6EA-003D8044AC1D}"/>
              </a:ext>
            </a:extLst>
          </p:cNvPr>
          <p:cNvSpPr>
            <a:spLocks xmlns:a="http://schemas.openxmlformats.org/drawingml/2006/main" noGrp="1"/>
          </p:cNvSpPr>
          <p:nvPr/>
        </p:nvSpPr>
        <p:spPr>
          <a:xfrm xmlns:a="http://schemas.openxmlformats.org/drawingml/2006/main" flipV="0">
            <a:off x="6315075" y="5867400"/>
            <a:ext cx="180975" cy="95"/>
          </a:xfrm>
          <a:prstGeom xmlns:a="http://schemas.openxmlformats.org/drawingml/2006/main" prst="line">
            <a:avLst/>
          </a:prstGeom>
          <a:noFill xmlns:a="http://schemas.openxmlformats.org/drawingml/2006/main"/>
          <a:ln xmlns:a="http://schemas.openxmlformats.org/drawingml/2006/main" w="17145">
            <a:solidFill>
              <a:srgbClr val="88A8BE"/>
            </a:solidFill>
            <a:prstDash val="solid"/>
          </a:ln>
        </p:spPr>
      </p:sp>
      <p:sp>
        <p:nvSpPr>
          <p:cNvPr id="282" name="text-document-line2-1">
            <a:extLst xmlns:a="http://schemas.openxmlformats.org/drawingml/2006/main">
              <a:ext uri="{FF2B5EF4-FFF2-40B4-BE49-F238E27FC236}">
                <a16:creationId xmlns:a16="http://schemas.microsoft.com/office/drawing/2014/main" id="{3CF514BB-1B88-45DE-8C88-E99C03F96046}"/>
              </a:ext>
            </a:extLst>
          </p:cNvPr>
          <p:cNvSpPr>
            <a:spLocks xmlns:a="http://schemas.openxmlformats.org/drawingml/2006/main" noGrp="1"/>
          </p:cNvSpPr>
          <p:nvPr/>
        </p:nvSpPr>
        <p:spPr>
          <a:xfrm xmlns:a="http://schemas.openxmlformats.org/drawingml/2006/main" flipV="0">
            <a:off x="6315075" y="5934075"/>
            <a:ext cx="180975" cy="95"/>
          </a:xfrm>
          <a:prstGeom xmlns:a="http://schemas.openxmlformats.org/drawingml/2006/main" prst="line">
            <a:avLst/>
          </a:prstGeom>
          <a:noFill xmlns:a="http://schemas.openxmlformats.org/drawingml/2006/main"/>
          <a:ln xmlns:a="http://schemas.openxmlformats.org/drawingml/2006/main" w="17145">
            <a:solidFill>
              <a:srgbClr val="88A8BE"/>
            </a:solidFill>
            <a:prstDash val="solid"/>
          </a:ln>
        </p:spPr>
      </p:sp>
      <p:sp>
        <p:nvSpPr>
          <p:cNvPr id="283" name="text-document-line3-1">
            <a:extLst xmlns:a="http://schemas.openxmlformats.org/drawingml/2006/main">
              <a:ext uri="{FF2B5EF4-FFF2-40B4-BE49-F238E27FC236}">
                <a16:creationId xmlns:a16="http://schemas.microsoft.com/office/drawing/2014/main" id="{840233BC-D01A-4B63-A622-BDBE4252B6AF}"/>
              </a:ext>
            </a:extLst>
          </p:cNvPr>
          <p:cNvSpPr>
            <a:spLocks xmlns:a="http://schemas.openxmlformats.org/drawingml/2006/main" noGrp="1"/>
          </p:cNvSpPr>
          <p:nvPr/>
        </p:nvSpPr>
        <p:spPr>
          <a:xfrm xmlns:a="http://schemas.openxmlformats.org/drawingml/2006/main" flipV="0">
            <a:off x="6315075" y="6000750"/>
            <a:ext cx="123825" cy="95"/>
          </a:xfrm>
          <a:prstGeom xmlns:a="http://schemas.openxmlformats.org/drawingml/2006/main" prst="line">
            <a:avLst/>
          </a:prstGeom>
          <a:noFill xmlns:a="http://schemas.openxmlformats.org/drawingml/2006/main"/>
          <a:ln xmlns:a="http://schemas.openxmlformats.org/drawingml/2006/main" w="17145">
            <a:solidFill>
              <a:srgbClr val="88A8BE"/>
            </a:solidFill>
            <a:prstDash val="solid"/>
          </a:ln>
        </p:spPr>
      </p:sp>
      <p:sp>
        <p:nvSpPr>
          <p:cNvPr id="284" name="text-token-0">
            <a:extLst xmlns:a="http://schemas.openxmlformats.org/drawingml/2006/main">
              <a:ext uri="{FF2B5EF4-FFF2-40B4-BE49-F238E27FC236}">
                <a16:creationId xmlns:a16="http://schemas.microsoft.com/office/drawing/2014/main" id="{C50B2C33-6E0A-4343-9622-D3C8EFEB7B13}"/>
              </a:ext>
            </a:extLst>
          </p:cNvPr>
          <p:cNvSpPr>
            <a:spLocks xmlns:a="http://schemas.openxmlformats.org/drawingml/2006/main" noGrp="1"/>
          </p:cNvSpPr>
          <p:nvPr/>
        </p:nvSpPr>
        <p:spPr>
          <a:xfrm xmlns:a="http://schemas.openxmlformats.org/drawingml/2006/main">
            <a:off x="6257925" y="6124575"/>
            <a:ext cx="76200" cy="47625"/>
          </a:xfrm>
          <a:prstGeom xmlns:a="http://schemas.openxmlformats.org/drawingml/2006/main" prst="roundRect">
            <a:avLst>
              <a:gd name="adj" fmla="val 20000"/>
            </a:avLst>
          </a:prstGeom>
          <a:solidFill xmlns:a="http://schemas.openxmlformats.org/drawingml/2006/main">
            <a:srgbClr val="ADC5D7"/>
          </a:solidFill>
          <a:ln xmlns:a="http://schemas.openxmlformats.org/drawingml/2006/main" w="15240">
            <a:noFill/>
          </a:ln>
        </p:spPr>
      </p:sp>
      <p:sp>
        <p:nvSpPr>
          <p:cNvPr id="285" name="text-token-1">
            <a:extLst xmlns:a="http://schemas.openxmlformats.org/drawingml/2006/main">
              <a:ext uri="{FF2B5EF4-FFF2-40B4-BE49-F238E27FC236}">
                <a16:creationId xmlns:a16="http://schemas.microsoft.com/office/drawing/2014/main" id="{E0F0862E-7A95-4CB5-8137-04F5141D6F63}"/>
              </a:ext>
            </a:extLst>
          </p:cNvPr>
          <p:cNvSpPr>
            <a:spLocks xmlns:a="http://schemas.openxmlformats.org/drawingml/2006/main" noGrp="1"/>
          </p:cNvSpPr>
          <p:nvPr/>
        </p:nvSpPr>
        <p:spPr>
          <a:xfrm xmlns:a="http://schemas.openxmlformats.org/drawingml/2006/main">
            <a:off x="6362700" y="6124575"/>
            <a:ext cx="76200" cy="47625"/>
          </a:xfrm>
          <a:prstGeom xmlns:a="http://schemas.openxmlformats.org/drawingml/2006/main" prst="roundRect">
            <a:avLst>
              <a:gd name="adj" fmla="val 20000"/>
            </a:avLst>
          </a:prstGeom>
          <a:solidFill xmlns:a="http://schemas.openxmlformats.org/drawingml/2006/main">
            <a:srgbClr val="7FA3BE"/>
          </a:solidFill>
          <a:ln xmlns:a="http://schemas.openxmlformats.org/drawingml/2006/main" w="15240">
            <a:noFill/>
          </a:ln>
        </p:spPr>
      </p:sp>
      <p:sp>
        <p:nvSpPr>
          <p:cNvPr id="286" name="text-token-2">
            <a:extLst xmlns:a="http://schemas.openxmlformats.org/drawingml/2006/main">
              <a:ext uri="{FF2B5EF4-FFF2-40B4-BE49-F238E27FC236}">
                <a16:creationId xmlns:a16="http://schemas.microsoft.com/office/drawing/2014/main" id="{0881A03F-0105-4110-9A7C-1A22348ECF44}"/>
              </a:ext>
            </a:extLst>
          </p:cNvPr>
          <p:cNvSpPr>
            <a:spLocks xmlns:a="http://schemas.openxmlformats.org/drawingml/2006/main" noGrp="1"/>
          </p:cNvSpPr>
          <p:nvPr/>
        </p:nvSpPr>
        <p:spPr>
          <a:xfrm xmlns:a="http://schemas.openxmlformats.org/drawingml/2006/main">
            <a:off x="6467475" y="6124575"/>
            <a:ext cx="76200" cy="47625"/>
          </a:xfrm>
          <a:prstGeom xmlns:a="http://schemas.openxmlformats.org/drawingml/2006/main" prst="roundRect">
            <a:avLst>
              <a:gd name="adj" fmla="val 20000"/>
            </a:avLst>
          </a:prstGeom>
          <a:solidFill xmlns:a="http://schemas.openxmlformats.org/drawingml/2006/main">
            <a:srgbClr val="D0DFE9"/>
          </a:solidFill>
          <a:ln xmlns:a="http://schemas.openxmlformats.org/drawingml/2006/main" w="15240">
            <a:noFill/>
          </a:ln>
        </p:spPr>
      </p:sp>
      <p:sp>
        <p:nvSpPr>
          <p:cNvPr id="287" name="text-encoder-name">
            <a:extLst xmlns:a="http://schemas.openxmlformats.org/drawingml/2006/main">
              <a:ext uri="{FF2B5EF4-FFF2-40B4-BE49-F238E27FC236}">
                <a16:creationId xmlns:a16="http://schemas.microsoft.com/office/drawing/2014/main" id="{965A6FE4-E77C-4053-B8D8-74D7C4432F8E}"/>
              </a:ext>
            </a:extLst>
          </p:cNvPr>
          <p:cNvSpPr>
            <a:spLocks xmlns:a="http://schemas.openxmlformats.org/drawingml/2006/main" noGrp="1"/>
          </p:cNvSpPr>
          <p:nvPr/>
        </p:nvSpPr>
        <p:spPr>
          <a:xfrm xmlns:a="http://schemas.openxmlformats.org/drawingml/2006/main">
            <a:off x="6705600" y="5695950"/>
            <a:ext cx="95250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1" i="0">
                <a:solidFill>
                  <a:srgbClr val="2B3540"/>
                </a:solidFill>
                <a:latin typeface="Times New Roman"/>
                <a:ea typeface="Times New Roman"/>
                <a:cs typeface="Times New Roman"/>
              </a:defRPr>
            </a:pPr>
            <a:r>
              <a:rPr sz="2025" b="1" i="0">
                <a:solidFill>
                  <a:srgbClr val="2B3540"/>
                </a:solidFill>
                <a:latin typeface="Times New Roman"/>
                <a:ea typeface="Times New Roman"/>
                <a:cs typeface="Times New Roman"/>
              </a:rPr>
              <a:t>Text</a:t>
            </a:r>
          </a:p>
        </p:txBody>
      </p:sp>
      <p:sp>
        <p:nvSpPr>
          <p:cNvPr id="288" name="text-encoder-kind">
            <a:extLst xmlns:a="http://schemas.openxmlformats.org/drawingml/2006/main">
              <a:ext uri="{FF2B5EF4-FFF2-40B4-BE49-F238E27FC236}">
                <a16:creationId xmlns:a16="http://schemas.microsoft.com/office/drawing/2014/main" id="{7C22F7DE-A7CC-409A-A1B8-0EC3C277FF95}"/>
              </a:ext>
            </a:extLst>
          </p:cNvPr>
          <p:cNvSpPr>
            <a:spLocks xmlns:a="http://schemas.openxmlformats.org/drawingml/2006/main" noGrp="1"/>
          </p:cNvSpPr>
          <p:nvPr/>
        </p:nvSpPr>
        <p:spPr>
          <a:xfrm xmlns:a="http://schemas.openxmlformats.org/drawingml/2006/main">
            <a:off x="6705600" y="5934075"/>
            <a:ext cx="95250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1" i="0">
                <a:solidFill>
                  <a:srgbClr val="2B3540"/>
                </a:solidFill>
                <a:latin typeface="Times New Roman"/>
                <a:ea typeface="Times New Roman"/>
                <a:cs typeface="Times New Roman"/>
              </a:defRPr>
            </a:pPr>
            <a:r>
              <a:rPr sz="2025" b="1" i="0">
                <a:solidFill>
                  <a:srgbClr val="2B3540"/>
                </a:solidFill>
                <a:latin typeface="Times New Roman"/>
                <a:ea typeface="Times New Roman"/>
                <a:cs typeface="Times New Roman"/>
              </a:rPr>
              <a:t>encoder</a:t>
            </a:r>
          </a:p>
        </p:txBody>
      </p:sp>
      <p:sp>
        <p:nvSpPr>
          <p:cNvPr id="289" name="text-frozen-disc">
            <a:extLst xmlns:a="http://schemas.openxmlformats.org/drawingml/2006/main">
              <a:ext uri="{FF2B5EF4-FFF2-40B4-BE49-F238E27FC236}">
                <a16:creationId xmlns:a16="http://schemas.microsoft.com/office/drawing/2014/main" id="{A1DB8BC4-16F8-462D-8C10-5D2A499516E8}"/>
              </a:ext>
            </a:extLst>
          </p:cNvPr>
          <p:cNvSpPr>
            <a:spLocks xmlns:a="http://schemas.openxmlformats.org/drawingml/2006/main" noGrp="1"/>
          </p:cNvSpPr>
          <p:nvPr/>
        </p:nvSpPr>
        <p:spPr>
          <a:xfrm xmlns:a="http://schemas.openxmlformats.org/drawingml/2006/main">
            <a:off x="7810500" y="5705475"/>
            <a:ext cx="209550" cy="209550"/>
          </a:xfrm>
          <a:prstGeom xmlns:a="http://schemas.openxmlformats.org/drawingml/2006/main" prst="ellipse">
            <a:avLst/>
          </a:prstGeom>
          <a:solidFill xmlns:a="http://schemas.openxmlformats.org/drawingml/2006/main">
            <a:srgbClr val="F6FBFF"/>
          </a:solidFill>
          <a:ln xmlns:a="http://schemas.openxmlformats.org/drawingml/2006/main" w="7620">
            <a:solidFill>
              <a:srgbClr val="ACC8DC"/>
            </a:solidFill>
          </a:ln>
        </p:spPr>
      </p:sp>
      <p:sp>
        <p:nvSpPr>
          <p:cNvPr id="290" name="text-frozen-arm-0-1">
            <a:extLst xmlns:a="http://schemas.openxmlformats.org/drawingml/2006/main">
              <a:ext uri="{FF2B5EF4-FFF2-40B4-BE49-F238E27FC236}">
                <a16:creationId xmlns:a16="http://schemas.microsoft.com/office/drawing/2014/main" id="{12B810C0-F041-4FBE-A6EB-01D1358D0ADA}"/>
              </a:ext>
            </a:extLst>
          </p:cNvPr>
          <p:cNvSpPr>
            <a:spLocks xmlns:a="http://schemas.openxmlformats.org/drawingml/2006/main" noGrp="1"/>
          </p:cNvSpPr>
          <p:nvPr/>
        </p:nvSpPr>
        <p:spPr>
          <a:xfrm xmlns:a="http://schemas.openxmlformats.org/drawingml/2006/main" flipV="0">
            <a:off x="7915275" y="5810250"/>
            <a:ext cx="70485" cy="95"/>
          </a:xfrm>
          <a:prstGeom xmlns:a="http://schemas.openxmlformats.org/drawingml/2006/main" prst="line">
            <a:avLst/>
          </a:prstGeom>
          <a:noFill xmlns:a="http://schemas.openxmlformats.org/drawingml/2006/main"/>
          <a:ln xmlns:a="http://schemas.openxmlformats.org/drawingml/2006/main" w="11906">
            <a:solidFill>
              <a:srgbClr val="6D9BBC"/>
            </a:solidFill>
            <a:prstDash val="solid"/>
          </a:ln>
        </p:spPr>
      </p:sp>
      <p:sp>
        <p:nvSpPr>
          <p:cNvPr id="291" name="text-frozen-tip-0-1">
            <a:extLst xmlns:a="http://schemas.openxmlformats.org/drawingml/2006/main">
              <a:ext uri="{FF2B5EF4-FFF2-40B4-BE49-F238E27FC236}">
                <a16:creationId xmlns:a16="http://schemas.microsoft.com/office/drawing/2014/main" id="{E068CBBE-323E-4E3E-A3F0-BF7B7D3EC12B}"/>
              </a:ext>
            </a:extLst>
          </p:cNvPr>
          <p:cNvSpPr>
            <a:spLocks xmlns:a="http://schemas.openxmlformats.org/drawingml/2006/main" noGrp="1"/>
          </p:cNvSpPr>
          <p:nvPr/>
        </p:nvSpPr>
        <p:spPr>
          <a:xfrm xmlns:a="http://schemas.openxmlformats.org/drawingml/2006/main" flipV="1">
            <a:off x="7955280" y="5810250"/>
            <a:ext cx="17145" cy="20003"/>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292" name="text-frozen-tip-0-2">
            <a:extLst xmlns:a="http://schemas.openxmlformats.org/drawingml/2006/main">
              <a:ext uri="{FF2B5EF4-FFF2-40B4-BE49-F238E27FC236}">
                <a16:creationId xmlns:a16="http://schemas.microsoft.com/office/drawing/2014/main" id="{B21AE4AB-FC1B-4C6C-8B03-E96446CCBA68}"/>
              </a:ext>
            </a:extLst>
          </p:cNvPr>
          <p:cNvSpPr>
            <a:spLocks xmlns:a="http://schemas.openxmlformats.org/drawingml/2006/main" noGrp="1"/>
          </p:cNvSpPr>
          <p:nvPr/>
        </p:nvSpPr>
        <p:spPr>
          <a:xfrm xmlns:a="http://schemas.openxmlformats.org/drawingml/2006/main" flipV="0">
            <a:off x="7955280" y="5790248"/>
            <a:ext cx="17145" cy="20003"/>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293" name="text-frozen-arm-1-1">
            <a:extLst xmlns:a="http://schemas.openxmlformats.org/drawingml/2006/main">
              <a:ext uri="{FF2B5EF4-FFF2-40B4-BE49-F238E27FC236}">
                <a16:creationId xmlns:a16="http://schemas.microsoft.com/office/drawing/2014/main" id="{1DA593C5-6A08-41B8-A36E-4D0D6362B7E0}"/>
              </a:ext>
            </a:extLst>
          </p:cNvPr>
          <p:cNvSpPr>
            <a:spLocks xmlns:a="http://schemas.openxmlformats.org/drawingml/2006/main" noGrp="1"/>
          </p:cNvSpPr>
          <p:nvPr/>
        </p:nvSpPr>
        <p:spPr>
          <a:xfrm xmlns:a="http://schemas.openxmlformats.org/drawingml/2006/main" flipV="0">
            <a:off x="7915275" y="5810250"/>
            <a:ext cx="35243" cy="61042"/>
          </a:xfrm>
          <a:prstGeom xmlns:a="http://schemas.openxmlformats.org/drawingml/2006/main" prst="line">
            <a:avLst/>
          </a:prstGeom>
          <a:noFill xmlns:a="http://schemas.openxmlformats.org/drawingml/2006/main"/>
          <a:ln xmlns:a="http://schemas.openxmlformats.org/drawingml/2006/main" w="11906">
            <a:solidFill>
              <a:srgbClr val="6D9BBC"/>
            </a:solidFill>
            <a:prstDash val="solid"/>
          </a:ln>
        </p:spPr>
      </p:sp>
      <p:sp>
        <p:nvSpPr>
          <p:cNvPr id="294" name="text-frozen-tip-1-1">
            <a:extLst xmlns:a="http://schemas.openxmlformats.org/drawingml/2006/main">
              <a:ext uri="{FF2B5EF4-FFF2-40B4-BE49-F238E27FC236}">
                <a16:creationId xmlns:a16="http://schemas.microsoft.com/office/drawing/2014/main" id="{A6FEAF96-FA82-4B67-9E7B-C9DD6536FA05}"/>
              </a:ext>
            </a:extLst>
          </p:cNvPr>
          <p:cNvSpPr>
            <a:spLocks xmlns:a="http://schemas.openxmlformats.org/drawingml/2006/main" noGrp="1"/>
          </p:cNvSpPr>
          <p:nvPr/>
        </p:nvSpPr>
        <p:spPr>
          <a:xfrm xmlns:a="http://schemas.openxmlformats.org/drawingml/2006/main" flipV="0">
            <a:off x="7917955" y="5854897"/>
            <a:ext cx="25895" cy="4847"/>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295" name="text-frozen-tip-1-2">
            <a:extLst xmlns:a="http://schemas.openxmlformats.org/drawingml/2006/main">
              <a:ext uri="{FF2B5EF4-FFF2-40B4-BE49-F238E27FC236}">
                <a16:creationId xmlns:a16="http://schemas.microsoft.com/office/drawing/2014/main" id="{D8F211EA-21F5-46B2-AF1B-516905343C41}"/>
              </a:ext>
            </a:extLst>
          </p:cNvPr>
          <p:cNvSpPr>
            <a:spLocks xmlns:a="http://schemas.openxmlformats.org/drawingml/2006/main" noGrp="1"/>
          </p:cNvSpPr>
          <p:nvPr/>
        </p:nvSpPr>
        <p:spPr>
          <a:xfrm xmlns:a="http://schemas.openxmlformats.org/drawingml/2006/main" flipV="1">
            <a:off x="7943850" y="5834894"/>
            <a:ext cx="8750" cy="24849"/>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296" name="text-frozen-arm-2-1">
            <a:extLst xmlns:a="http://schemas.openxmlformats.org/drawingml/2006/main">
              <a:ext uri="{FF2B5EF4-FFF2-40B4-BE49-F238E27FC236}">
                <a16:creationId xmlns:a16="http://schemas.microsoft.com/office/drawing/2014/main" id="{0AEE53DB-F312-4AF1-BA63-EB4D74382EBC}"/>
              </a:ext>
            </a:extLst>
          </p:cNvPr>
          <p:cNvSpPr>
            <a:spLocks xmlns:a="http://schemas.openxmlformats.org/drawingml/2006/main" noGrp="1"/>
          </p:cNvSpPr>
          <p:nvPr/>
        </p:nvSpPr>
        <p:spPr>
          <a:xfrm xmlns:a="http://schemas.openxmlformats.org/drawingml/2006/main" flipV="1">
            <a:off x="7880033" y="5810250"/>
            <a:ext cx="35243" cy="61042"/>
          </a:xfrm>
          <a:prstGeom xmlns:a="http://schemas.openxmlformats.org/drawingml/2006/main" prst="line">
            <a:avLst/>
          </a:prstGeom>
          <a:noFill xmlns:a="http://schemas.openxmlformats.org/drawingml/2006/main"/>
          <a:ln xmlns:a="http://schemas.openxmlformats.org/drawingml/2006/main" w="11906">
            <a:solidFill>
              <a:srgbClr val="6D9BBC"/>
            </a:solidFill>
            <a:prstDash val="solid"/>
          </a:ln>
        </p:spPr>
      </p:sp>
      <p:sp>
        <p:nvSpPr>
          <p:cNvPr id="297" name="text-frozen-tip-2-1">
            <a:extLst xmlns:a="http://schemas.openxmlformats.org/drawingml/2006/main">
              <a:ext uri="{FF2B5EF4-FFF2-40B4-BE49-F238E27FC236}">
                <a16:creationId xmlns:a16="http://schemas.microsoft.com/office/drawing/2014/main" id="{93A0F37F-CAC6-4E76-9C49-05E6EB6FC23C}"/>
              </a:ext>
            </a:extLst>
          </p:cNvPr>
          <p:cNvSpPr>
            <a:spLocks xmlns:a="http://schemas.openxmlformats.org/drawingml/2006/main" noGrp="1"/>
          </p:cNvSpPr>
          <p:nvPr/>
        </p:nvSpPr>
        <p:spPr>
          <a:xfrm xmlns:a="http://schemas.openxmlformats.org/drawingml/2006/main" flipV="0">
            <a:off x="7877950" y="5834894"/>
            <a:ext cx="8750" cy="24849"/>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298" name="text-frozen-tip-2-2">
            <a:extLst xmlns:a="http://schemas.openxmlformats.org/drawingml/2006/main">
              <a:ext uri="{FF2B5EF4-FFF2-40B4-BE49-F238E27FC236}">
                <a16:creationId xmlns:a16="http://schemas.microsoft.com/office/drawing/2014/main" id="{FCD2343E-7CD8-493A-8D57-FD38FA76A85B}"/>
              </a:ext>
            </a:extLst>
          </p:cNvPr>
          <p:cNvSpPr>
            <a:spLocks xmlns:a="http://schemas.openxmlformats.org/drawingml/2006/main" noGrp="1"/>
          </p:cNvSpPr>
          <p:nvPr/>
        </p:nvSpPr>
        <p:spPr>
          <a:xfrm xmlns:a="http://schemas.openxmlformats.org/drawingml/2006/main" flipV="1">
            <a:off x="7886700" y="5854897"/>
            <a:ext cx="25895" cy="4847"/>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299" name="text-frozen-arm-3-1">
            <a:extLst xmlns:a="http://schemas.openxmlformats.org/drawingml/2006/main">
              <a:ext uri="{FF2B5EF4-FFF2-40B4-BE49-F238E27FC236}">
                <a16:creationId xmlns:a16="http://schemas.microsoft.com/office/drawing/2014/main" id="{7ECE268D-2E37-4054-A8E5-7D73CA1E29D5}"/>
              </a:ext>
            </a:extLst>
          </p:cNvPr>
          <p:cNvSpPr>
            <a:spLocks xmlns:a="http://schemas.openxmlformats.org/drawingml/2006/main" noGrp="1"/>
          </p:cNvSpPr>
          <p:nvPr/>
        </p:nvSpPr>
        <p:spPr>
          <a:xfrm xmlns:a="http://schemas.openxmlformats.org/drawingml/2006/main" flipV="0">
            <a:off x="7844790" y="5810250"/>
            <a:ext cx="70485" cy="95"/>
          </a:xfrm>
          <a:prstGeom xmlns:a="http://schemas.openxmlformats.org/drawingml/2006/main" prst="line">
            <a:avLst/>
          </a:prstGeom>
          <a:noFill xmlns:a="http://schemas.openxmlformats.org/drawingml/2006/main"/>
          <a:ln xmlns:a="http://schemas.openxmlformats.org/drawingml/2006/main" w="11906">
            <a:solidFill>
              <a:srgbClr val="6D9BBC"/>
            </a:solidFill>
            <a:prstDash val="solid"/>
          </a:ln>
        </p:spPr>
      </p:sp>
      <p:sp>
        <p:nvSpPr>
          <p:cNvPr id="300" name="text-frozen-tip-3-1">
            <a:extLst xmlns:a="http://schemas.openxmlformats.org/drawingml/2006/main">
              <a:ext uri="{FF2B5EF4-FFF2-40B4-BE49-F238E27FC236}">
                <a16:creationId xmlns:a16="http://schemas.microsoft.com/office/drawing/2014/main" id="{93F2DAD3-CC6F-4902-9B52-22AE2E9D3FDA}"/>
              </a:ext>
            </a:extLst>
          </p:cNvPr>
          <p:cNvSpPr>
            <a:spLocks xmlns:a="http://schemas.openxmlformats.org/drawingml/2006/main" noGrp="1"/>
          </p:cNvSpPr>
          <p:nvPr/>
        </p:nvSpPr>
        <p:spPr>
          <a:xfrm xmlns:a="http://schemas.openxmlformats.org/drawingml/2006/main" flipV="1">
            <a:off x="7858125" y="5790248"/>
            <a:ext cx="17145" cy="20003"/>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301" name="text-frozen-tip-3-2">
            <a:extLst xmlns:a="http://schemas.openxmlformats.org/drawingml/2006/main">
              <a:ext uri="{FF2B5EF4-FFF2-40B4-BE49-F238E27FC236}">
                <a16:creationId xmlns:a16="http://schemas.microsoft.com/office/drawing/2014/main" id="{151A342A-FA2E-4BF9-8906-517DDDD486A7}"/>
              </a:ext>
            </a:extLst>
          </p:cNvPr>
          <p:cNvSpPr>
            <a:spLocks xmlns:a="http://schemas.openxmlformats.org/drawingml/2006/main" noGrp="1"/>
          </p:cNvSpPr>
          <p:nvPr/>
        </p:nvSpPr>
        <p:spPr>
          <a:xfrm xmlns:a="http://schemas.openxmlformats.org/drawingml/2006/main" flipV="0">
            <a:off x="7858125" y="5810250"/>
            <a:ext cx="17145" cy="20003"/>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302" name="text-frozen-arm-4-1">
            <a:extLst xmlns:a="http://schemas.openxmlformats.org/drawingml/2006/main">
              <a:ext uri="{FF2B5EF4-FFF2-40B4-BE49-F238E27FC236}">
                <a16:creationId xmlns:a16="http://schemas.microsoft.com/office/drawing/2014/main" id="{0B16CCD7-F784-4A90-BB2D-4196273C4079}"/>
              </a:ext>
            </a:extLst>
          </p:cNvPr>
          <p:cNvSpPr>
            <a:spLocks xmlns:a="http://schemas.openxmlformats.org/drawingml/2006/main" noGrp="1"/>
          </p:cNvSpPr>
          <p:nvPr/>
        </p:nvSpPr>
        <p:spPr>
          <a:xfrm xmlns:a="http://schemas.openxmlformats.org/drawingml/2006/main" flipV="0">
            <a:off x="7880033" y="5749208"/>
            <a:ext cx="35243" cy="61042"/>
          </a:xfrm>
          <a:prstGeom xmlns:a="http://schemas.openxmlformats.org/drawingml/2006/main" prst="line">
            <a:avLst/>
          </a:prstGeom>
          <a:noFill xmlns:a="http://schemas.openxmlformats.org/drawingml/2006/main"/>
          <a:ln xmlns:a="http://schemas.openxmlformats.org/drawingml/2006/main" w="11906">
            <a:solidFill>
              <a:srgbClr val="6D9BBC"/>
            </a:solidFill>
            <a:prstDash val="solid"/>
          </a:ln>
        </p:spPr>
      </p:sp>
      <p:sp>
        <p:nvSpPr>
          <p:cNvPr id="303" name="text-frozen-tip-4-1">
            <a:extLst xmlns:a="http://schemas.openxmlformats.org/drawingml/2006/main">
              <a:ext uri="{FF2B5EF4-FFF2-40B4-BE49-F238E27FC236}">
                <a16:creationId xmlns:a16="http://schemas.microsoft.com/office/drawing/2014/main" id="{C45280E9-B7D4-4228-8702-5EF149C005D6}"/>
              </a:ext>
            </a:extLst>
          </p:cNvPr>
          <p:cNvSpPr>
            <a:spLocks xmlns:a="http://schemas.openxmlformats.org/drawingml/2006/main" noGrp="1"/>
          </p:cNvSpPr>
          <p:nvPr/>
        </p:nvSpPr>
        <p:spPr>
          <a:xfrm xmlns:a="http://schemas.openxmlformats.org/drawingml/2006/main" flipV="0">
            <a:off x="7886700" y="5760757"/>
            <a:ext cx="25895" cy="4847"/>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304" name="text-frozen-tip-4-2">
            <a:extLst xmlns:a="http://schemas.openxmlformats.org/drawingml/2006/main">
              <a:ext uri="{FF2B5EF4-FFF2-40B4-BE49-F238E27FC236}">
                <a16:creationId xmlns:a16="http://schemas.microsoft.com/office/drawing/2014/main" id="{03849B20-ED10-429F-81F6-9FEB327FBF3F}"/>
              </a:ext>
            </a:extLst>
          </p:cNvPr>
          <p:cNvSpPr>
            <a:spLocks xmlns:a="http://schemas.openxmlformats.org/drawingml/2006/main" noGrp="1"/>
          </p:cNvSpPr>
          <p:nvPr/>
        </p:nvSpPr>
        <p:spPr>
          <a:xfrm xmlns:a="http://schemas.openxmlformats.org/drawingml/2006/main" flipV="1">
            <a:off x="7877950" y="5760757"/>
            <a:ext cx="8750" cy="24849"/>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305" name="text-frozen-arm-5-1">
            <a:extLst xmlns:a="http://schemas.openxmlformats.org/drawingml/2006/main">
              <a:ext uri="{FF2B5EF4-FFF2-40B4-BE49-F238E27FC236}">
                <a16:creationId xmlns:a16="http://schemas.microsoft.com/office/drawing/2014/main" id="{5F0BF578-0D9E-47AD-8170-A7ACF3F1517E}"/>
              </a:ext>
            </a:extLst>
          </p:cNvPr>
          <p:cNvSpPr>
            <a:spLocks xmlns:a="http://schemas.openxmlformats.org/drawingml/2006/main" noGrp="1"/>
          </p:cNvSpPr>
          <p:nvPr/>
        </p:nvSpPr>
        <p:spPr>
          <a:xfrm xmlns:a="http://schemas.openxmlformats.org/drawingml/2006/main" flipV="1">
            <a:off x="7915275" y="5749208"/>
            <a:ext cx="35243" cy="61042"/>
          </a:xfrm>
          <a:prstGeom xmlns:a="http://schemas.openxmlformats.org/drawingml/2006/main" prst="line">
            <a:avLst/>
          </a:prstGeom>
          <a:noFill xmlns:a="http://schemas.openxmlformats.org/drawingml/2006/main"/>
          <a:ln xmlns:a="http://schemas.openxmlformats.org/drawingml/2006/main" w="11906">
            <a:solidFill>
              <a:srgbClr val="6D9BBC"/>
            </a:solidFill>
            <a:prstDash val="solid"/>
          </a:ln>
        </p:spPr>
      </p:sp>
      <p:sp>
        <p:nvSpPr>
          <p:cNvPr id="306" name="text-frozen-tip-5-1">
            <a:extLst xmlns:a="http://schemas.openxmlformats.org/drawingml/2006/main">
              <a:ext uri="{FF2B5EF4-FFF2-40B4-BE49-F238E27FC236}">
                <a16:creationId xmlns:a16="http://schemas.microsoft.com/office/drawing/2014/main" id="{08CCD5A5-419B-47BE-A010-1E252B1F7559}"/>
              </a:ext>
            </a:extLst>
          </p:cNvPr>
          <p:cNvSpPr>
            <a:spLocks xmlns:a="http://schemas.openxmlformats.org/drawingml/2006/main" noGrp="1"/>
          </p:cNvSpPr>
          <p:nvPr/>
        </p:nvSpPr>
        <p:spPr>
          <a:xfrm xmlns:a="http://schemas.openxmlformats.org/drawingml/2006/main" flipV="0">
            <a:off x="7943850" y="5760757"/>
            <a:ext cx="8750" cy="24849"/>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307" name="text-frozen-tip-5-2">
            <a:extLst xmlns:a="http://schemas.openxmlformats.org/drawingml/2006/main">
              <a:ext uri="{FF2B5EF4-FFF2-40B4-BE49-F238E27FC236}">
                <a16:creationId xmlns:a16="http://schemas.microsoft.com/office/drawing/2014/main" id="{7E8C0E3B-F42E-4C4D-96DF-F8E69A07C0B2}"/>
              </a:ext>
            </a:extLst>
          </p:cNvPr>
          <p:cNvSpPr>
            <a:spLocks xmlns:a="http://schemas.openxmlformats.org/drawingml/2006/main" noGrp="1"/>
          </p:cNvSpPr>
          <p:nvPr/>
        </p:nvSpPr>
        <p:spPr>
          <a:xfrm xmlns:a="http://schemas.openxmlformats.org/drawingml/2006/main" flipV="1">
            <a:off x="7917955" y="5760757"/>
            <a:ext cx="25895" cy="4847"/>
          </a:xfrm>
          <a:prstGeom xmlns:a="http://schemas.openxmlformats.org/drawingml/2006/main" prst="line">
            <a:avLst/>
          </a:prstGeom>
          <a:noFill xmlns:a="http://schemas.openxmlformats.org/drawingml/2006/main"/>
          <a:ln xmlns:a="http://schemas.openxmlformats.org/drawingml/2006/main" w="10001">
            <a:solidFill>
              <a:srgbClr val="6D9BBC"/>
            </a:solidFill>
            <a:prstDash val="solid"/>
          </a:ln>
        </p:spPr>
      </p:sp>
      <p:sp>
        <p:nvSpPr>
          <p:cNvPr id="308" name="text-embedding-arrow-1">
            <a:extLst xmlns:a="http://schemas.openxmlformats.org/drawingml/2006/main">
              <a:ext uri="{FF2B5EF4-FFF2-40B4-BE49-F238E27FC236}">
                <a16:creationId xmlns:a16="http://schemas.microsoft.com/office/drawing/2014/main" id="{23147F4C-0F03-4360-9C3E-6961303EAD1A}"/>
              </a:ext>
            </a:extLst>
          </p:cNvPr>
          <p:cNvSpPr>
            <a:spLocks xmlns:a="http://schemas.openxmlformats.org/drawingml/2006/main" noGrp="1"/>
          </p:cNvSpPr>
          <p:nvPr/>
        </p:nvSpPr>
        <p:spPr>
          <a:xfrm xmlns:a="http://schemas.openxmlformats.org/drawingml/2006/main" flipV="0">
            <a:off x="8115300" y="5953125"/>
            <a:ext cx="152400" cy="95"/>
          </a:xfrm>
          <a:prstGeom xmlns:a="http://schemas.openxmlformats.org/drawingml/2006/main" prst="line">
            <a:avLst/>
          </a:prstGeom>
          <a:noFill xmlns:a="http://schemas.openxmlformats.org/drawingml/2006/main"/>
          <a:ln xmlns:a="http://schemas.openxmlformats.org/drawingml/2006/main" w="20955">
            <a:solidFill>
              <a:srgbClr val="779ABB"/>
            </a:solidFill>
            <a:prstDash val="solid"/>
          </a:ln>
        </p:spPr>
      </p:sp>
      <p:sp>
        <p:nvSpPr>
          <p:cNvPr id="309" name="text-embedding-arrow-head">
            <a:extLst xmlns:a="http://schemas.openxmlformats.org/drawingml/2006/main">
              <a:ext uri="{FF2B5EF4-FFF2-40B4-BE49-F238E27FC236}">
                <a16:creationId xmlns:a16="http://schemas.microsoft.com/office/drawing/2014/main" id="{8CE2F112-DD04-4422-9B0E-5E71FF2E2A73}"/>
              </a:ext>
            </a:extLst>
          </p:cNvPr>
          <p:cNvSpPr>
            <a:spLocks xmlns:a="http://schemas.openxmlformats.org/drawingml/2006/main" noGrp="1"/>
          </p:cNvSpPr>
          <p:nvPr/>
        </p:nvSpPr>
        <p:spPr>
          <a:xfrm xmlns:a="http://schemas.openxmlformats.org/drawingml/2006/main">
            <a:off x="8143875" y="590550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779ABB"/>
          </a:solidFill>
          <a:ln xmlns:a="http://schemas.openxmlformats.org/drawingml/2006/main" w="15240">
            <a:noFill/>
          </a:ln>
        </p:spPr>
      </p:sp>
      <p:sp>
        <p:nvSpPr>
          <p:cNvPr id="310" name="text-vector-0">
            <a:extLst xmlns:a="http://schemas.openxmlformats.org/drawingml/2006/main">
              <a:ext uri="{FF2B5EF4-FFF2-40B4-BE49-F238E27FC236}">
                <a16:creationId xmlns:a16="http://schemas.microsoft.com/office/drawing/2014/main" id="{444A3D56-7A0A-439A-ABD5-07AF52AFBECF}"/>
              </a:ext>
            </a:extLst>
          </p:cNvPr>
          <p:cNvSpPr>
            <a:spLocks xmlns:a="http://schemas.openxmlformats.org/drawingml/2006/main" noGrp="1"/>
          </p:cNvSpPr>
          <p:nvPr/>
        </p:nvSpPr>
        <p:spPr>
          <a:xfrm xmlns:a="http://schemas.openxmlformats.org/drawingml/2006/main">
            <a:off x="8315325" y="5829300"/>
            <a:ext cx="114300" cy="257175"/>
          </a:xfrm>
          <a:prstGeom xmlns:a="http://schemas.openxmlformats.org/drawingml/2006/main" prst="roundRect">
            <a:avLst>
              <a:gd name="adj" fmla="val 8333"/>
            </a:avLst>
          </a:prstGeom>
          <a:solidFill xmlns:a="http://schemas.openxmlformats.org/drawingml/2006/main">
            <a:srgbClr val="C5D6E4"/>
          </a:solidFill>
          <a:ln xmlns:a="http://schemas.openxmlformats.org/drawingml/2006/main" w="9525">
            <a:solidFill>
              <a:srgbClr val="FFFFFF"/>
            </a:solidFill>
          </a:ln>
        </p:spPr>
      </p:sp>
      <p:sp>
        <p:nvSpPr>
          <p:cNvPr id="311" name="text-vector-1">
            <a:extLst xmlns:a="http://schemas.openxmlformats.org/drawingml/2006/main">
              <a:ext uri="{FF2B5EF4-FFF2-40B4-BE49-F238E27FC236}">
                <a16:creationId xmlns:a16="http://schemas.microsoft.com/office/drawing/2014/main" id="{C1DA4BEF-ECC5-4B18-9B0D-AC2E7AC358D1}"/>
              </a:ext>
            </a:extLst>
          </p:cNvPr>
          <p:cNvSpPr>
            <a:spLocks xmlns:a="http://schemas.openxmlformats.org/drawingml/2006/main" noGrp="1"/>
          </p:cNvSpPr>
          <p:nvPr/>
        </p:nvSpPr>
        <p:spPr>
          <a:xfrm xmlns:a="http://schemas.openxmlformats.org/drawingml/2006/main">
            <a:off x="8448675" y="5829300"/>
            <a:ext cx="114300" cy="257175"/>
          </a:xfrm>
          <a:prstGeom xmlns:a="http://schemas.openxmlformats.org/drawingml/2006/main" prst="roundRect">
            <a:avLst>
              <a:gd name="adj" fmla="val 8333"/>
            </a:avLst>
          </a:prstGeom>
          <a:solidFill xmlns:a="http://schemas.openxmlformats.org/drawingml/2006/main">
            <a:srgbClr val="8FAEC8"/>
          </a:solidFill>
          <a:ln xmlns:a="http://schemas.openxmlformats.org/drawingml/2006/main" w="9525">
            <a:solidFill>
              <a:srgbClr val="FFFFFF"/>
            </a:solidFill>
          </a:ln>
        </p:spPr>
      </p:sp>
      <p:sp>
        <p:nvSpPr>
          <p:cNvPr id="312" name="text-vector-2">
            <a:extLst xmlns:a="http://schemas.openxmlformats.org/drawingml/2006/main">
              <a:ext uri="{FF2B5EF4-FFF2-40B4-BE49-F238E27FC236}">
                <a16:creationId xmlns:a16="http://schemas.microsoft.com/office/drawing/2014/main" id="{18F7F2D4-7DCD-4E35-AB62-6E4327D12C2E}"/>
              </a:ext>
            </a:extLst>
          </p:cNvPr>
          <p:cNvSpPr>
            <a:spLocks xmlns:a="http://schemas.openxmlformats.org/drawingml/2006/main" noGrp="1"/>
          </p:cNvSpPr>
          <p:nvPr/>
        </p:nvSpPr>
        <p:spPr>
          <a:xfrm xmlns:a="http://schemas.openxmlformats.org/drawingml/2006/main">
            <a:off x="8582025" y="5829300"/>
            <a:ext cx="114300" cy="257175"/>
          </a:xfrm>
          <a:prstGeom xmlns:a="http://schemas.openxmlformats.org/drawingml/2006/main" prst="roundRect">
            <a:avLst>
              <a:gd name="adj" fmla="val 8333"/>
            </a:avLst>
          </a:prstGeom>
          <a:solidFill xmlns:a="http://schemas.openxmlformats.org/drawingml/2006/main">
            <a:srgbClr val="DDE8F0"/>
          </a:solidFill>
          <a:ln xmlns:a="http://schemas.openxmlformats.org/drawingml/2006/main" w="9525">
            <a:solidFill>
              <a:srgbClr val="FFFFFF"/>
            </a:solidFill>
          </a:ln>
        </p:spPr>
      </p:sp>
      <p:sp>
        <p:nvSpPr>
          <p:cNvPr id="313" name="text-vector-3">
            <a:extLst xmlns:a="http://schemas.openxmlformats.org/drawingml/2006/main">
              <a:ext uri="{FF2B5EF4-FFF2-40B4-BE49-F238E27FC236}">
                <a16:creationId xmlns:a16="http://schemas.microsoft.com/office/drawing/2014/main" id="{D16FFF13-80AB-4FD4-92CB-275299BC783B}"/>
              </a:ext>
            </a:extLst>
          </p:cNvPr>
          <p:cNvSpPr>
            <a:spLocks xmlns:a="http://schemas.openxmlformats.org/drawingml/2006/main" noGrp="1"/>
          </p:cNvSpPr>
          <p:nvPr/>
        </p:nvSpPr>
        <p:spPr>
          <a:xfrm xmlns:a="http://schemas.openxmlformats.org/drawingml/2006/main">
            <a:off x="8715375" y="5829300"/>
            <a:ext cx="114300" cy="257175"/>
          </a:xfrm>
          <a:prstGeom xmlns:a="http://schemas.openxmlformats.org/drawingml/2006/main" prst="roundRect">
            <a:avLst>
              <a:gd name="adj" fmla="val 8333"/>
            </a:avLst>
          </a:prstGeom>
          <a:solidFill xmlns:a="http://schemas.openxmlformats.org/drawingml/2006/main">
            <a:srgbClr val="B2C9DC"/>
          </a:solidFill>
          <a:ln xmlns:a="http://schemas.openxmlformats.org/drawingml/2006/main" w="9525">
            <a:solidFill>
              <a:srgbClr val="FFFFFF"/>
            </a:solidFill>
          </a:ln>
        </p:spPr>
      </p:sp>
      <p:sp>
        <p:nvSpPr>
          <p:cNvPr id="314" name="text-vector-4">
            <a:extLst xmlns:a="http://schemas.openxmlformats.org/drawingml/2006/main">
              <a:ext uri="{FF2B5EF4-FFF2-40B4-BE49-F238E27FC236}">
                <a16:creationId xmlns:a16="http://schemas.microsoft.com/office/drawing/2014/main" id="{4FB81121-D9E0-457D-A9AE-D0E6715F4338}"/>
              </a:ext>
            </a:extLst>
          </p:cNvPr>
          <p:cNvSpPr>
            <a:spLocks xmlns:a="http://schemas.openxmlformats.org/drawingml/2006/main" noGrp="1"/>
          </p:cNvSpPr>
          <p:nvPr/>
        </p:nvSpPr>
        <p:spPr>
          <a:xfrm xmlns:a="http://schemas.openxmlformats.org/drawingml/2006/main">
            <a:off x="8848725" y="5829300"/>
            <a:ext cx="114300" cy="257175"/>
          </a:xfrm>
          <a:prstGeom xmlns:a="http://schemas.openxmlformats.org/drawingml/2006/main" prst="roundRect">
            <a:avLst>
              <a:gd name="adj" fmla="val 8333"/>
            </a:avLst>
          </a:prstGeom>
          <a:solidFill xmlns:a="http://schemas.openxmlformats.org/drawingml/2006/main">
            <a:srgbClr val="E7F0F6"/>
          </a:solidFill>
          <a:ln xmlns:a="http://schemas.openxmlformats.org/drawingml/2006/main" w="9525">
            <a:solidFill>
              <a:srgbClr val="FFFFFF"/>
            </a:solidFill>
          </a:ln>
        </p:spPr>
      </p:sp>
      <p:sp>
        <p:nvSpPr>
          <p:cNvPr id="315" name="concatenated-vector-gradient-shadow">
            <a:extLst xmlns:a="http://schemas.openxmlformats.org/drawingml/2006/main">
              <a:ext uri="{FF2B5EF4-FFF2-40B4-BE49-F238E27FC236}">
                <a16:creationId xmlns:a16="http://schemas.microsoft.com/office/drawing/2014/main" id="{F6FCE732-7D2F-4964-A4A4-E2D03D0FAF1D}"/>
              </a:ext>
            </a:extLst>
          </p:cNvPr>
          <p:cNvSpPr>
            <a:spLocks xmlns:a="http://schemas.openxmlformats.org/drawingml/2006/main" noGrp="1"/>
          </p:cNvSpPr>
          <p:nvPr/>
        </p:nvSpPr>
        <p:spPr>
          <a:xfrm xmlns:a="http://schemas.openxmlformats.org/drawingml/2006/main">
            <a:off x="12077700" y="4953000"/>
            <a:ext cx="685800" cy="257175"/>
          </a:xfrm>
          <a:prstGeom xmlns:a="http://schemas.openxmlformats.org/drawingml/2006/main" prst="ellipse">
            <a:avLst/>
          </a:prstGeom>
          <a:gradFill xmlns:a="http://schemas.openxmlformats.org/drawingml/2006/main">
            <a:gsLst>
              <a:gs pos="0">
                <a:srgbClr val="233545">
                  <a:alpha val="10000"/>
                </a:srgbClr>
              </a:gs>
              <a:gs pos="48000">
                <a:srgbClr val="233545">
                  <a:alpha val="3500"/>
                </a:srgbClr>
              </a:gs>
              <a:gs pos="100000">
                <a:srgbClr val="233545">
                  <a:alpha val="0"/>
                </a:srgbClr>
              </a:gs>
            </a:gsLst>
            <a:path path="shape"/>
          </a:gradFill>
          <a:ln xmlns:a="http://schemas.openxmlformats.org/drawingml/2006/main" w="0">
            <a:noFill/>
          </a:ln>
        </p:spPr>
      </p:sp>
      <p:sp>
        <p:nvSpPr>
          <p:cNvPr id="316" name="concatenated-vector-depth">
            <a:extLst xmlns:a="http://schemas.openxmlformats.org/drawingml/2006/main">
              <a:ext uri="{FF2B5EF4-FFF2-40B4-BE49-F238E27FC236}">
                <a16:creationId xmlns:a16="http://schemas.microsoft.com/office/drawing/2014/main" id="{6F3EAA8E-8247-4A74-8B73-C4853CCBFB19}"/>
              </a:ext>
            </a:extLst>
          </p:cNvPr>
          <p:cNvSpPr>
            <a:spLocks xmlns:a="http://schemas.openxmlformats.org/drawingml/2006/main" noGrp="1"/>
          </p:cNvSpPr>
          <p:nvPr/>
        </p:nvSpPr>
        <p:spPr>
          <a:xfrm xmlns:a="http://schemas.openxmlformats.org/drawingml/2006/main">
            <a:off x="12573000" y="2838450"/>
            <a:ext cx="66675" cy="2181225"/>
          </a:xfrm>
          <a:custGeom xmlns:a="http://schemas.openxmlformats.org/drawingml/2006/main">
            <a:pathLst>
              <a:path w="66675" h="2181225">
                <a:moveTo>
                  <a:pt x="0" y="47625"/>
                </a:moveTo>
                <a:lnTo>
                  <a:pt x="66675" y="0"/>
                </a:lnTo>
                <a:lnTo>
                  <a:pt x="66675" y="2133600"/>
                </a:lnTo>
                <a:lnTo>
                  <a:pt x="0" y="2181225"/>
                </a:lnTo>
                <a:close/>
              </a:path>
            </a:pathLst>
          </a:custGeom>
          <a:solidFill xmlns:a="http://schemas.openxmlformats.org/drawingml/2006/main">
            <a:srgbClr val="D7D1C2"/>
          </a:solidFill>
          <a:ln xmlns:a="http://schemas.openxmlformats.org/drawingml/2006/main" w="9525">
            <a:solidFill>
              <a:srgbClr val="B8AE95"/>
            </a:solidFill>
          </a:ln>
        </p:spPr>
      </p:sp>
      <p:sp>
        <p:nvSpPr>
          <p:cNvPr id="317" name="concatenated-vector-top">
            <a:extLst xmlns:a="http://schemas.openxmlformats.org/drawingml/2006/main">
              <a:ext uri="{FF2B5EF4-FFF2-40B4-BE49-F238E27FC236}">
                <a16:creationId xmlns:a16="http://schemas.microsoft.com/office/drawing/2014/main" id="{80CAA4B6-14F4-435F-B4B3-487962858E5E}"/>
              </a:ext>
            </a:extLst>
          </p:cNvPr>
          <p:cNvSpPr>
            <a:spLocks xmlns:a="http://schemas.openxmlformats.org/drawingml/2006/main" noGrp="1"/>
          </p:cNvSpPr>
          <p:nvPr/>
        </p:nvSpPr>
        <p:spPr>
          <a:xfrm xmlns:a="http://schemas.openxmlformats.org/drawingml/2006/main">
            <a:off x="12192000" y="2838450"/>
            <a:ext cx="447675" cy="47625"/>
          </a:xfrm>
          <a:custGeom xmlns:a="http://schemas.openxmlformats.org/drawingml/2006/main">
            <a:pathLst>
              <a:path w="447675" h="47625">
                <a:moveTo>
                  <a:pt x="0" y="47625"/>
                </a:moveTo>
                <a:lnTo>
                  <a:pt x="66675" y="0"/>
                </a:lnTo>
                <a:lnTo>
                  <a:pt x="447675" y="0"/>
                </a:lnTo>
                <a:lnTo>
                  <a:pt x="381000" y="47625"/>
                </a:lnTo>
                <a:close/>
              </a:path>
            </a:pathLst>
          </a:custGeom>
          <a:solidFill xmlns:a="http://schemas.openxmlformats.org/drawingml/2006/main">
            <a:srgbClr val="E6EBE6"/>
          </a:solidFill>
          <a:ln xmlns:a="http://schemas.openxmlformats.org/drawingml/2006/main" w="9525">
            <a:solidFill>
              <a:srgbClr val="B8AE95"/>
            </a:solidFill>
          </a:ln>
        </p:spPr>
      </p:sp>
      <p:sp>
        <p:nvSpPr>
          <p:cNvPr id="318" name="concatenated-vector-outline">
            <a:extLst xmlns:a="http://schemas.openxmlformats.org/drawingml/2006/main">
              <a:ext uri="{FF2B5EF4-FFF2-40B4-BE49-F238E27FC236}">
                <a16:creationId xmlns:a16="http://schemas.microsoft.com/office/drawing/2014/main" id="{43191ED4-8ED7-45E0-BBC3-A691CCEEE58D}"/>
              </a:ext>
            </a:extLst>
          </p:cNvPr>
          <p:cNvSpPr>
            <a:spLocks xmlns:a="http://schemas.openxmlformats.org/drawingml/2006/main" noGrp="1"/>
          </p:cNvSpPr>
          <p:nvPr/>
        </p:nvSpPr>
        <p:spPr>
          <a:xfrm xmlns:a="http://schemas.openxmlformats.org/drawingml/2006/main">
            <a:off x="12192000" y="2886075"/>
            <a:ext cx="381000" cy="2133600"/>
          </a:xfrm>
          <a:prstGeom xmlns:a="http://schemas.openxmlformats.org/drawingml/2006/main" prst="rect">
            <a:avLst/>
          </a:prstGeom>
          <a:solidFill xmlns:a="http://schemas.openxmlformats.org/drawingml/2006/main">
            <a:srgbClr val="FFFFFF"/>
          </a:solidFill>
          <a:ln xmlns:a="http://schemas.openxmlformats.org/drawingml/2006/main" w="12383">
            <a:solidFill>
              <a:srgbClr val="B8AE95"/>
            </a:solidFill>
          </a:ln>
        </p:spPr>
      </p:sp>
      <p:sp>
        <p:nvSpPr>
          <p:cNvPr id="319" name="features-to-project-0-1">
            <a:extLst xmlns:a="http://schemas.openxmlformats.org/drawingml/2006/main">
              <a:ext uri="{FF2B5EF4-FFF2-40B4-BE49-F238E27FC236}">
                <a16:creationId xmlns:a16="http://schemas.microsoft.com/office/drawing/2014/main" id="{EB7250BA-6828-41A9-BEED-7FEC3D9A6728}"/>
              </a:ext>
            </a:extLst>
          </p:cNvPr>
          <p:cNvSpPr>
            <a:spLocks xmlns:a="http://schemas.openxmlformats.org/drawingml/2006/main" noGrp="1"/>
          </p:cNvSpPr>
          <p:nvPr/>
        </p:nvSpPr>
        <p:spPr>
          <a:xfrm xmlns:a="http://schemas.openxmlformats.org/drawingml/2006/main" flipV="0">
            <a:off x="8982075" y="1952625"/>
            <a:ext cx="390525" cy="95"/>
          </a:xfrm>
          <a:prstGeom xmlns:a="http://schemas.openxmlformats.org/drawingml/2006/main" prst="line">
            <a:avLst/>
          </a:prstGeom>
          <a:noFill xmlns:a="http://schemas.openxmlformats.org/drawingml/2006/main"/>
          <a:ln xmlns:a="http://schemas.openxmlformats.org/drawingml/2006/main" w="20955">
            <a:solidFill>
              <a:srgbClr val="779ABB"/>
            </a:solidFill>
            <a:prstDash val="solid"/>
          </a:ln>
        </p:spPr>
      </p:sp>
      <p:sp>
        <p:nvSpPr>
          <p:cNvPr id="320" name="features-to-project-0-head">
            <a:extLst xmlns:a="http://schemas.openxmlformats.org/drawingml/2006/main">
              <a:ext uri="{FF2B5EF4-FFF2-40B4-BE49-F238E27FC236}">
                <a16:creationId xmlns:a16="http://schemas.microsoft.com/office/drawing/2014/main" id="{58857850-E409-45F4-8B68-A9EC803C8ABD}"/>
              </a:ext>
            </a:extLst>
          </p:cNvPr>
          <p:cNvSpPr>
            <a:spLocks xmlns:a="http://schemas.openxmlformats.org/drawingml/2006/main" noGrp="1"/>
          </p:cNvSpPr>
          <p:nvPr/>
        </p:nvSpPr>
        <p:spPr>
          <a:xfrm xmlns:a="http://schemas.openxmlformats.org/drawingml/2006/main">
            <a:off x="9248775" y="190500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779ABB"/>
          </a:solidFill>
          <a:ln xmlns:a="http://schemas.openxmlformats.org/drawingml/2006/main" w="15240">
            <a:noFill/>
          </a:ln>
        </p:spPr>
      </p:sp>
      <p:sp>
        <p:nvSpPr>
          <p:cNvPr id="321" name="projection-0-gradient-shadow">
            <a:extLst xmlns:a="http://schemas.openxmlformats.org/drawingml/2006/main">
              <a:ext uri="{FF2B5EF4-FFF2-40B4-BE49-F238E27FC236}">
                <a16:creationId xmlns:a16="http://schemas.microsoft.com/office/drawing/2014/main" id="{FEBE58B0-5700-4878-9F47-43B16BA9B38B}"/>
              </a:ext>
            </a:extLst>
          </p:cNvPr>
          <p:cNvSpPr>
            <a:spLocks xmlns:a="http://schemas.openxmlformats.org/drawingml/2006/main" noGrp="1"/>
          </p:cNvSpPr>
          <p:nvPr/>
        </p:nvSpPr>
        <p:spPr>
          <a:xfrm xmlns:a="http://schemas.openxmlformats.org/drawingml/2006/main">
            <a:off x="9315450" y="2124075"/>
            <a:ext cx="1866900" cy="257175"/>
          </a:xfrm>
          <a:prstGeom xmlns:a="http://schemas.openxmlformats.org/drawingml/2006/main" prst="ellipse">
            <a:avLst/>
          </a:prstGeom>
          <a:gradFill xmlns:a="http://schemas.openxmlformats.org/drawingml/2006/main">
            <a:gsLst>
              <a:gs pos="0">
                <a:srgbClr val="233545">
                  <a:alpha val="10000"/>
                </a:srgbClr>
              </a:gs>
              <a:gs pos="48000">
                <a:srgbClr val="233545">
                  <a:alpha val="3500"/>
                </a:srgbClr>
              </a:gs>
              <a:gs pos="100000">
                <a:srgbClr val="233545">
                  <a:alpha val="0"/>
                </a:srgbClr>
              </a:gs>
            </a:gsLst>
            <a:path path="shape"/>
          </a:gradFill>
          <a:ln xmlns:a="http://schemas.openxmlformats.org/drawingml/2006/main" w="0">
            <a:noFill/>
          </a:ln>
        </p:spPr>
      </p:sp>
      <p:sp>
        <p:nvSpPr>
          <p:cNvPr id="322" name="projection-0">
            <a:extLst xmlns:a="http://schemas.openxmlformats.org/drawingml/2006/main">
              <a:ext uri="{FF2B5EF4-FFF2-40B4-BE49-F238E27FC236}">
                <a16:creationId xmlns:a16="http://schemas.microsoft.com/office/drawing/2014/main" id="{5975CC8F-3672-43C1-88EE-6C3B4D51D824}"/>
              </a:ext>
            </a:extLst>
          </p:cNvPr>
          <p:cNvSpPr>
            <a:spLocks xmlns:a="http://schemas.openxmlformats.org/drawingml/2006/main" noGrp="1"/>
          </p:cNvSpPr>
          <p:nvPr/>
        </p:nvSpPr>
        <p:spPr>
          <a:xfrm xmlns:a="http://schemas.openxmlformats.org/drawingml/2006/main">
            <a:off x="9429750" y="1714500"/>
            <a:ext cx="1562100" cy="476250"/>
          </a:xfrm>
          <a:prstGeom xmlns:a="http://schemas.openxmlformats.org/drawingml/2006/main" prst="roundRect">
            <a:avLst>
              <a:gd name="adj" fmla="val 8000"/>
            </a:avLst>
          </a:prstGeom>
          <a:solidFill xmlns:a="http://schemas.openxmlformats.org/drawingml/2006/main">
            <a:srgbClr val="FAF0DE"/>
          </a:solidFill>
          <a:ln xmlns:a="http://schemas.openxmlformats.org/drawingml/2006/main" w="15240">
            <a:solidFill>
              <a:srgbClr val="C7B185"/>
            </a:solidFill>
          </a:ln>
        </p:spPr>
      </p:sp>
      <p:sp>
        <p:nvSpPr>
          <p:cNvPr id="323" name="projection-name-0">
            <a:extLst xmlns:a="http://schemas.openxmlformats.org/drawingml/2006/main">
              <a:ext uri="{FF2B5EF4-FFF2-40B4-BE49-F238E27FC236}">
                <a16:creationId xmlns:a16="http://schemas.microsoft.com/office/drawing/2014/main" id="{019AC276-B51B-44B5-A9CA-CA3F06EB347D}"/>
              </a:ext>
            </a:extLst>
          </p:cNvPr>
          <p:cNvSpPr>
            <a:spLocks xmlns:a="http://schemas.openxmlformats.org/drawingml/2006/main" noGrp="1"/>
          </p:cNvSpPr>
          <p:nvPr/>
        </p:nvSpPr>
        <p:spPr>
          <a:xfrm xmlns:a="http://schemas.openxmlformats.org/drawingml/2006/main">
            <a:off x="9553575" y="1790700"/>
            <a:ext cx="1314450" cy="3238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i="0">
                <a:solidFill>
                  <a:srgbClr val="2B3540"/>
                </a:solidFill>
                <a:latin typeface="Times New Roman"/>
                <a:ea typeface="Times New Roman"/>
                <a:cs typeface="Times New Roman"/>
              </a:defRPr>
            </a:pPr>
            <a:r>
              <a:rPr sz="2025" b="0" i="0">
                <a:solidFill>
                  <a:srgbClr val="2B3540"/>
                </a:solidFill>
                <a:latin typeface="Times New Roman"/>
                <a:ea typeface="Times New Roman"/>
                <a:cs typeface="Times New Roman"/>
              </a:rPr>
              <a:t>Linear + LN</a:t>
            </a:r>
          </a:p>
        </p:txBody>
      </p:sp>
      <p:sp>
        <p:nvSpPr>
          <p:cNvPr id="324" name="project-to-vector-0-1">
            <a:extLst xmlns:a="http://schemas.openxmlformats.org/drawingml/2006/main">
              <a:ext uri="{FF2B5EF4-FFF2-40B4-BE49-F238E27FC236}">
                <a16:creationId xmlns:a16="http://schemas.microsoft.com/office/drawing/2014/main" id="{7CFEA7FD-6A3F-4452-A6DC-558CD08D2827}"/>
              </a:ext>
            </a:extLst>
          </p:cNvPr>
          <p:cNvSpPr>
            <a:spLocks xmlns:a="http://schemas.openxmlformats.org/drawingml/2006/main" noGrp="1"/>
          </p:cNvSpPr>
          <p:nvPr/>
        </p:nvSpPr>
        <p:spPr>
          <a:xfrm xmlns:a="http://schemas.openxmlformats.org/drawingml/2006/main" flipV="0">
            <a:off x="10991850" y="1952625"/>
            <a:ext cx="295275" cy="95"/>
          </a:xfrm>
          <a:prstGeom xmlns:a="http://schemas.openxmlformats.org/drawingml/2006/main" prst="line">
            <a:avLst/>
          </a:prstGeom>
          <a:noFill xmlns:a="http://schemas.openxmlformats.org/drawingml/2006/main"/>
          <a:ln xmlns:a="http://schemas.openxmlformats.org/drawingml/2006/main" w="20955">
            <a:solidFill>
              <a:srgbClr val="B79555"/>
            </a:solidFill>
            <a:prstDash val="solid"/>
          </a:ln>
        </p:spPr>
      </p:sp>
      <p:sp>
        <p:nvSpPr>
          <p:cNvPr id="325" name="project-to-vector-0-head">
            <a:extLst xmlns:a="http://schemas.openxmlformats.org/drawingml/2006/main">
              <a:ext uri="{FF2B5EF4-FFF2-40B4-BE49-F238E27FC236}">
                <a16:creationId xmlns:a16="http://schemas.microsoft.com/office/drawing/2014/main" id="{C0550222-ACFB-401F-B287-15349961A75D}"/>
              </a:ext>
            </a:extLst>
          </p:cNvPr>
          <p:cNvSpPr>
            <a:spLocks xmlns:a="http://schemas.openxmlformats.org/drawingml/2006/main" noGrp="1"/>
          </p:cNvSpPr>
          <p:nvPr/>
        </p:nvSpPr>
        <p:spPr>
          <a:xfrm xmlns:a="http://schemas.openxmlformats.org/drawingml/2006/main">
            <a:off x="11163300" y="190500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B79555"/>
          </a:solidFill>
          <a:ln xmlns:a="http://schemas.openxmlformats.org/drawingml/2006/main" w="15240">
            <a:noFill/>
          </a:ln>
        </p:spPr>
      </p:sp>
      <p:sp>
        <p:nvSpPr>
          <p:cNvPr id="326" name="projected-vector-0-0">
            <a:extLst xmlns:a="http://schemas.openxmlformats.org/drawingml/2006/main">
              <a:ext uri="{FF2B5EF4-FFF2-40B4-BE49-F238E27FC236}">
                <a16:creationId xmlns:a16="http://schemas.microsoft.com/office/drawing/2014/main" id="{C1419E4C-ECB1-4C06-8039-55F1858C6451}"/>
              </a:ext>
            </a:extLst>
          </p:cNvPr>
          <p:cNvSpPr>
            <a:spLocks xmlns:a="http://schemas.openxmlformats.org/drawingml/2006/main" noGrp="1"/>
          </p:cNvSpPr>
          <p:nvPr/>
        </p:nvSpPr>
        <p:spPr>
          <a:xfrm xmlns:a="http://schemas.openxmlformats.org/drawingml/2006/main">
            <a:off x="11306175" y="1828800"/>
            <a:ext cx="104775" cy="257175"/>
          </a:xfrm>
          <a:prstGeom xmlns:a="http://schemas.openxmlformats.org/drawingml/2006/main" prst="roundRect">
            <a:avLst>
              <a:gd name="adj" fmla="val 9091"/>
            </a:avLst>
          </a:prstGeom>
          <a:solidFill xmlns:a="http://schemas.openxmlformats.org/drawingml/2006/main">
            <a:srgbClr val="A6BDCD"/>
          </a:solidFill>
          <a:ln xmlns:a="http://schemas.openxmlformats.org/drawingml/2006/main" w="9525">
            <a:solidFill>
              <a:srgbClr val="FFFFFF"/>
            </a:solidFill>
          </a:ln>
        </p:spPr>
      </p:sp>
      <p:sp>
        <p:nvSpPr>
          <p:cNvPr id="327" name="projected-vector-0-1">
            <a:extLst xmlns:a="http://schemas.openxmlformats.org/drawingml/2006/main">
              <a:ext uri="{FF2B5EF4-FFF2-40B4-BE49-F238E27FC236}">
                <a16:creationId xmlns:a16="http://schemas.microsoft.com/office/drawing/2014/main" id="{7D5D1B3D-AF3E-462D-BAFC-9C792CD65460}"/>
              </a:ext>
            </a:extLst>
          </p:cNvPr>
          <p:cNvSpPr>
            <a:spLocks xmlns:a="http://schemas.openxmlformats.org/drawingml/2006/main" noGrp="1"/>
          </p:cNvSpPr>
          <p:nvPr/>
        </p:nvSpPr>
        <p:spPr>
          <a:xfrm xmlns:a="http://schemas.openxmlformats.org/drawingml/2006/main">
            <a:off x="11430000" y="1828800"/>
            <a:ext cx="104775" cy="257175"/>
          </a:xfrm>
          <a:prstGeom xmlns:a="http://schemas.openxmlformats.org/drawingml/2006/main" prst="roundRect">
            <a:avLst>
              <a:gd name="adj" fmla="val 9091"/>
            </a:avLst>
          </a:prstGeom>
          <a:solidFill xmlns:a="http://schemas.openxmlformats.org/drawingml/2006/main">
            <a:srgbClr val="C0D1DE"/>
          </a:solidFill>
          <a:ln xmlns:a="http://schemas.openxmlformats.org/drawingml/2006/main" w="9525">
            <a:solidFill>
              <a:srgbClr val="FFFFFF"/>
            </a:solidFill>
          </a:ln>
        </p:spPr>
      </p:sp>
      <p:sp>
        <p:nvSpPr>
          <p:cNvPr id="328" name="projected-vector-0-2">
            <a:extLst xmlns:a="http://schemas.openxmlformats.org/drawingml/2006/main">
              <a:ext uri="{FF2B5EF4-FFF2-40B4-BE49-F238E27FC236}">
                <a16:creationId xmlns:a16="http://schemas.microsoft.com/office/drawing/2014/main" id="{615D8C7F-7799-4F49-A887-3A6F79DA58D4}"/>
              </a:ext>
            </a:extLst>
          </p:cNvPr>
          <p:cNvSpPr>
            <a:spLocks xmlns:a="http://schemas.openxmlformats.org/drawingml/2006/main" noGrp="1"/>
          </p:cNvSpPr>
          <p:nvPr/>
        </p:nvSpPr>
        <p:spPr>
          <a:xfrm xmlns:a="http://schemas.openxmlformats.org/drawingml/2006/main">
            <a:off x="11553825" y="1828800"/>
            <a:ext cx="104775" cy="257175"/>
          </a:xfrm>
          <a:prstGeom xmlns:a="http://schemas.openxmlformats.org/drawingml/2006/main" prst="roundRect">
            <a:avLst>
              <a:gd name="adj" fmla="val 9091"/>
            </a:avLst>
          </a:prstGeom>
          <a:solidFill xmlns:a="http://schemas.openxmlformats.org/drawingml/2006/main">
            <a:srgbClr val="DCE7EE"/>
          </a:solidFill>
          <a:ln xmlns:a="http://schemas.openxmlformats.org/drawingml/2006/main" w="9525">
            <a:solidFill>
              <a:srgbClr val="FFFFFF"/>
            </a:solidFill>
          </a:ln>
        </p:spPr>
      </p:sp>
      <p:sp>
        <p:nvSpPr>
          <p:cNvPr id="329" name="vector-to-concat-0-1">
            <a:extLst xmlns:a="http://schemas.openxmlformats.org/drawingml/2006/main">
              <a:ext uri="{FF2B5EF4-FFF2-40B4-BE49-F238E27FC236}">
                <a16:creationId xmlns:a16="http://schemas.microsoft.com/office/drawing/2014/main" id="{CFB5A420-6E81-4824-8CF7-1841E3D966B1}"/>
              </a:ext>
            </a:extLst>
          </p:cNvPr>
          <p:cNvSpPr>
            <a:spLocks xmlns:a="http://schemas.openxmlformats.org/drawingml/2006/main" noGrp="1"/>
          </p:cNvSpPr>
          <p:nvPr/>
        </p:nvSpPr>
        <p:spPr>
          <a:xfrm xmlns:a="http://schemas.openxmlformats.org/drawingml/2006/main" flipV="0">
            <a:off x="11677650" y="1952625"/>
            <a:ext cx="457200" cy="1152525"/>
          </a:xfrm>
          <a:prstGeom xmlns:a="http://schemas.openxmlformats.org/drawingml/2006/main" prst="line">
            <a:avLst/>
          </a:prstGeom>
          <a:noFill xmlns:a="http://schemas.openxmlformats.org/drawingml/2006/main"/>
          <a:ln xmlns:a="http://schemas.openxmlformats.org/drawingml/2006/main" w="20003">
            <a:solidFill>
              <a:srgbClr val="B79555"/>
            </a:solidFill>
            <a:prstDash val="solid"/>
          </a:ln>
        </p:spPr>
      </p:sp>
      <p:sp>
        <p:nvSpPr>
          <p:cNvPr id="330" name="vector-to-concat-0-head">
            <a:extLst xmlns:a="http://schemas.openxmlformats.org/drawingml/2006/main">
              <a:ext uri="{FF2B5EF4-FFF2-40B4-BE49-F238E27FC236}">
                <a16:creationId xmlns:a16="http://schemas.microsoft.com/office/drawing/2014/main" id="{5498DC1B-66BA-46D3-B2E3-4D5DB5634F77}"/>
              </a:ext>
            </a:extLst>
          </p:cNvPr>
          <p:cNvSpPr>
            <a:spLocks xmlns:a="http://schemas.openxmlformats.org/drawingml/2006/main" noGrp="1"/>
          </p:cNvSpPr>
          <p:nvPr/>
        </p:nvSpPr>
        <p:spPr>
          <a:xfrm xmlns:a="http://schemas.openxmlformats.org/drawingml/2006/main">
            <a:off x="12044922" y="2972489"/>
            <a:ext cx="89928" cy="132661"/>
          </a:xfrm>
          <a:custGeom xmlns:a="http://schemas.openxmlformats.org/drawingml/2006/main">
            <a:pathLst>
              <a:path w="89928" h="132661">
                <a:moveTo>
                  <a:pt x="89928" y="132661"/>
                </a:moveTo>
                <a:lnTo>
                  <a:pt x="88538" y="0"/>
                </a:lnTo>
                <a:lnTo>
                  <a:pt x="58318" y="52976"/>
                </a:lnTo>
                <a:lnTo>
                  <a:pt x="0" y="35123"/>
                </a:lnTo>
                <a:close/>
              </a:path>
            </a:pathLst>
          </a:custGeom>
          <a:solidFill xmlns:a="http://schemas.openxmlformats.org/drawingml/2006/main">
            <a:srgbClr val="B79555"/>
          </a:solidFill>
          <a:ln xmlns:a="http://schemas.openxmlformats.org/drawingml/2006/main" w="15240">
            <a:noFill/>
          </a:ln>
        </p:spPr>
      </p:sp>
      <p:sp>
        <p:nvSpPr>
          <p:cNvPr id="331" name="concat-segment-0-0">
            <a:extLst xmlns:a="http://schemas.openxmlformats.org/drawingml/2006/main">
              <a:ext uri="{FF2B5EF4-FFF2-40B4-BE49-F238E27FC236}">
                <a16:creationId xmlns:a16="http://schemas.microsoft.com/office/drawing/2014/main" id="{906A0E92-6EC5-44D8-B2E2-8103DA9D4324}"/>
              </a:ext>
            </a:extLst>
          </p:cNvPr>
          <p:cNvSpPr>
            <a:spLocks xmlns:a="http://schemas.openxmlformats.org/drawingml/2006/main" noGrp="1"/>
          </p:cNvSpPr>
          <p:nvPr/>
        </p:nvSpPr>
        <p:spPr>
          <a:xfrm xmlns:a="http://schemas.openxmlformats.org/drawingml/2006/main">
            <a:off x="12211050" y="2905125"/>
            <a:ext cx="342900" cy="123825"/>
          </a:xfrm>
          <a:prstGeom xmlns:a="http://schemas.openxmlformats.org/drawingml/2006/main" prst="rect">
            <a:avLst/>
          </a:prstGeom>
          <a:solidFill xmlns:a="http://schemas.openxmlformats.org/drawingml/2006/main">
            <a:srgbClr val="B6CDDC"/>
          </a:solidFill>
          <a:ln xmlns:a="http://schemas.openxmlformats.org/drawingml/2006/main" w="15240">
            <a:noFill/>
          </a:ln>
        </p:spPr>
      </p:sp>
      <p:sp>
        <p:nvSpPr>
          <p:cNvPr id="332" name="concat-segment-0-1">
            <a:extLst xmlns:a="http://schemas.openxmlformats.org/drawingml/2006/main">
              <a:ext uri="{FF2B5EF4-FFF2-40B4-BE49-F238E27FC236}">
                <a16:creationId xmlns:a16="http://schemas.microsoft.com/office/drawing/2014/main" id="{D4E7C7B3-0896-4FF6-A866-982FDCC93A79}"/>
              </a:ext>
            </a:extLst>
          </p:cNvPr>
          <p:cNvSpPr>
            <a:spLocks xmlns:a="http://schemas.openxmlformats.org/drawingml/2006/main" noGrp="1"/>
          </p:cNvSpPr>
          <p:nvPr/>
        </p:nvSpPr>
        <p:spPr>
          <a:xfrm xmlns:a="http://schemas.openxmlformats.org/drawingml/2006/main">
            <a:off x="12211050" y="3038475"/>
            <a:ext cx="342900" cy="123825"/>
          </a:xfrm>
          <a:prstGeom xmlns:a="http://schemas.openxmlformats.org/drawingml/2006/main" prst="rect">
            <a:avLst/>
          </a:prstGeom>
          <a:solidFill xmlns:a="http://schemas.openxmlformats.org/drawingml/2006/main">
            <a:srgbClr val="B6CDDC"/>
          </a:solidFill>
          <a:ln xmlns:a="http://schemas.openxmlformats.org/drawingml/2006/main" w="15240">
            <a:noFill/>
          </a:ln>
        </p:spPr>
      </p:sp>
      <p:sp>
        <p:nvSpPr>
          <p:cNvPr id="333" name="concat-segment-0-2">
            <a:extLst xmlns:a="http://schemas.openxmlformats.org/drawingml/2006/main">
              <a:ext uri="{FF2B5EF4-FFF2-40B4-BE49-F238E27FC236}">
                <a16:creationId xmlns:a16="http://schemas.microsoft.com/office/drawing/2014/main" id="{4C80165E-75D6-4A16-84BC-18434E332849}"/>
              </a:ext>
            </a:extLst>
          </p:cNvPr>
          <p:cNvSpPr>
            <a:spLocks xmlns:a="http://schemas.openxmlformats.org/drawingml/2006/main" noGrp="1"/>
          </p:cNvSpPr>
          <p:nvPr/>
        </p:nvSpPr>
        <p:spPr>
          <a:xfrm xmlns:a="http://schemas.openxmlformats.org/drawingml/2006/main">
            <a:off x="12211050" y="3171825"/>
            <a:ext cx="342900" cy="123825"/>
          </a:xfrm>
          <a:prstGeom xmlns:a="http://schemas.openxmlformats.org/drawingml/2006/main" prst="rect">
            <a:avLst/>
          </a:prstGeom>
          <a:solidFill xmlns:a="http://schemas.openxmlformats.org/drawingml/2006/main">
            <a:srgbClr val="B6CDDC"/>
          </a:solidFill>
          <a:ln xmlns:a="http://schemas.openxmlformats.org/drawingml/2006/main" w="15240">
            <a:noFill/>
          </a:ln>
        </p:spPr>
      </p:sp>
      <p:sp>
        <p:nvSpPr>
          <p:cNvPr id="334" name="features-to-project-1-1">
            <a:extLst xmlns:a="http://schemas.openxmlformats.org/drawingml/2006/main">
              <a:ext uri="{FF2B5EF4-FFF2-40B4-BE49-F238E27FC236}">
                <a16:creationId xmlns:a16="http://schemas.microsoft.com/office/drawing/2014/main" id="{D511213F-EF55-4BED-87DF-2AD73FBA1E62}"/>
              </a:ext>
            </a:extLst>
          </p:cNvPr>
          <p:cNvSpPr>
            <a:spLocks xmlns:a="http://schemas.openxmlformats.org/drawingml/2006/main" noGrp="1"/>
          </p:cNvSpPr>
          <p:nvPr/>
        </p:nvSpPr>
        <p:spPr>
          <a:xfrm xmlns:a="http://schemas.openxmlformats.org/drawingml/2006/main" flipV="0">
            <a:off x="8982075" y="2952750"/>
            <a:ext cx="390525" cy="95"/>
          </a:xfrm>
          <a:prstGeom xmlns:a="http://schemas.openxmlformats.org/drawingml/2006/main" prst="line">
            <a:avLst/>
          </a:prstGeom>
          <a:noFill xmlns:a="http://schemas.openxmlformats.org/drawingml/2006/main"/>
          <a:ln xmlns:a="http://schemas.openxmlformats.org/drawingml/2006/main" w="20955">
            <a:solidFill>
              <a:srgbClr val="7F9B6A"/>
            </a:solidFill>
            <a:prstDash val="solid"/>
          </a:ln>
        </p:spPr>
      </p:sp>
      <p:sp>
        <p:nvSpPr>
          <p:cNvPr id="335" name="features-to-project-1-head">
            <a:extLst xmlns:a="http://schemas.openxmlformats.org/drawingml/2006/main">
              <a:ext uri="{FF2B5EF4-FFF2-40B4-BE49-F238E27FC236}">
                <a16:creationId xmlns:a16="http://schemas.microsoft.com/office/drawing/2014/main" id="{C05834E9-B499-4299-AF3E-92F5BA28BB13}"/>
              </a:ext>
            </a:extLst>
          </p:cNvPr>
          <p:cNvSpPr>
            <a:spLocks xmlns:a="http://schemas.openxmlformats.org/drawingml/2006/main" noGrp="1"/>
          </p:cNvSpPr>
          <p:nvPr/>
        </p:nvSpPr>
        <p:spPr>
          <a:xfrm xmlns:a="http://schemas.openxmlformats.org/drawingml/2006/main">
            <a:off x="9248775" y="2905125"/>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7F9B6A"/>
          </a:solidFill>
          <a:ln xmlns:a="http://schemas.openxmlformats.org/drawingml/2006/main" w="15240">
            <a:noFill/>
          </a:ln>
        </p:spPr>
      </p:sp>
      <p:sp>
        <p:nvSpPr>
          <p:cNvPr id="336" name="projection-1-gradient-shadow">
            <a:extLst xmlns:a="http://schemas.openxmlformats.org/drawingml/2006/main">
              <a:ext uri="{FF2B5EF4-FFF2-40B4-BE49-F238E27FC236}">
                <a16:creationId xmlns:a16="http://schemas.microsoft.com/office/drawing/2014/main" id="{A31736E2-1430-4C92-9DBF-C1D09BBF4949}"/>
              </a:ext>
            </a:extLst>
          </p:cNvPr>
          <p:cNvSpPr>
            <a:spLocks xmlns:a="http://schemas.openxmlformats.org/drawingml/2006/main" noGrp="1"/>
          </p:cNvSpPr>
          <p:nvPr/>
        </p:nvSpPr>
        <p:spPr>
          <a:xfrm xmlns:a="http://schemas.openxmlformats.org/drawingml/2006/main">
            <a:off x="9315450" y="3124200"/>
            <a:ext cx="1866900" cy="257175"/>
          </a:xfrm>
          <a:prstGeom xmlns:a="http://schemas.openxmlformats.org/drawingml/2006/main" prst="ellipse">
            <a:avLst/>
          </a:prstGeom>
          <a:gradFill xmlns:a="http://schemas.openxmlformats.org/drawingml/2006/main">
            <a:gsLst>
              <a:gs pos="0">
                <a:srgbClr val="233545">
                  <a:alpha val="10000"/>
                </a:srgbClr>
              </a:gs>
              <a:gs pos="48000">
                <a:srgbClr val="233545">
                  <a:alpha val="3500"/>
                </a:srgbClr>
              </a:gs>
              <a:gs pos="100000">
                <a:srgbClr val="233545">
                  <a:alpha val="0"/>
                </a:srgbClr>
              </a:gs>
            </a:gsLst>
            <a:path path="shape"/>
          </a:gradFill>
          <a:ln xmlns:a="http://schemas.openxmlformats.org/drawingml/2006/main" w="0">
            <a:noFill/>
          </a:ln>
        </p:spPr>
      </p:sp>
      <p:sp>
        <p:nvSpPr>
          <p:cNvPr id="337" name="projection-1">
            <a:extLst xmlns:a="http://schemas.openxmlformats.org/drawingml/2006/main">
              <a:ext uri="{FF2B5EF4-FFF2-40B4-BE49-F238E27FC236}">
                <a16:creationId xmlns:a16="http://schemas.microsoft.com/office/drawing/2014/main" id="{3BAC0489-E4B2-4260-AD39-F0CB1BD61CA6}"/>
              </a:ext>
            </a:extLst>
          </p:cNvPr>
          <p:cNvSpPr>
            <a:spLocks xmlns:a="http://schemas.openxmlformats.org/drawingml/2006/main" noGrp="1"/>
          </p:cNvSpPr>
          <p:nvPr/>
        </p:nvSpPr>
        <p:spPr>
          <a:xfrm xmlns:a="http://schemas.openxmlformats.org/drawingml/2006/main">
            <a:off x="9429750" y="2714625"/>
            <a:ext cx="1562100" cy="476250"/>
          </a:xfrm>
          <a:prstGeom xmlns:a="http://schemas.openxmlformats.org/drawingml/2006/main" prst="roundRect">
            <a:avLst>
              <a:gd name="adj" fmla="val 8000"/>
            </a:avLst>
          </a:prstGeom>
          <a:solidFill xmlns:a="http://schemas.openxmlformats.org/drawingml/2006/main">
            <a:srgbClr val="FAF0DE"/>
          </a:solidFill>
          <a:ln xmlns:a="http://schemas.openxmlformats.org/drawingml/2006/main" w="15240">
            <a:solidFill>
              <a:srgbClr val="C7B185"/>
            </a:solidFill>
          </a:ln>
        </p:spPr>
      </p:sp>
      <p:sp>
        <p:nvSpPr>
          <p:cNvPr id="338" name="projection-name-1">
            <a:extLst xmlns:a="http://schemas.openxmlformats.org/drawingml/2006/main">
              <a:ext uri="{FF2B5EF4-FFF2-40B4-BE49-F238E27FC236}">
                <a16:creationId xmlns:a16="http://schemas.microsoft.com/office/drawing/2014/main" id="{31E8771C-72F6-4C9C-8B90-5F2B104E28F2}"/>
              </a:ext>
            </a:extLst>
          </p:cNvPr>
          <p:cNvSpPr>
            <a:spLocks xmlns:a="http://schemas.openxmlformats.org/drawingml/2006/main" noGrp="1"/>
          </p:cNvSpPr>
          <p:nvPr/>
        </p:nvSpPr>
        <p:spPr>
          <a:xfrm xmlns:a="http://schemas.openxmlformats.org/drawingml/2006/main">
            <a:off x="9553575" y="2790825"/>
            <a:ext cx="1314450" cy="3238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i="0">
                <a:solidFill>
                  <a:srgbClr val="2B3540"/>
                </a:solidFill>
                <a:latin typeface="Times New Roman"/>
                <a:ea typeface="Times New Roman"/>
                <a:cs typeface="Times New Roman"/>
              </a:defRPr>
            </a:pPr>
            <a:r>
              <a:rPr sz="2025" b="0" i="0">
                <a:solidFill>
                  <a:srgbClr val="2B3540"/>
                </a:solidFill>
                <a:latin typeface="Times New Roman"/>
                <a:ea typeface="Times New Roman"/>
                <a:cs typeface="Times New Roman"/>
              </a:rPr>
              <a:t>Linear + LN</a:t>
            </a:r>
          </a:p>
        </p:txBody>
      </p:sp>
      <p:sp>
        <p:nvSpPr>
          <p:cNvPr id="339" name="project-to-vector-1-1">
            <a:extLst xmlns:a="http://schemas.openxmlformats.org/drawingml/2006/main">
              <a:ext uri="{FF2B5EF4-FFF2-40B4-BE49-F238E27FC236}">
                <a16:creationId xmlns:a16="http://schemas.microsoft.com/office/drawing/2014/main" id="{4AB55C15-5B88-4D0C-8E33-40FAFE301FA7}"/>
              </a:ext>
            </a:extLst>
          </p:cNvPr>
          <p:cNvSpPr>
            <a:spLocks xmlns:a="http://schemas.openxmlformats.org/drawingml/2006/main" noGrp="1"/>
          </p:cNvSpPr>
          <p:nvPr/>
        </p:nvSpPr>
        <p:spPr>
          <a:xfrm xmlns:a="http://schemas.openxmlformats.org/drawingml/2006/main" flipV="0">
            <a:off x="10991850" y="2952750"/>
            <a:ext cx="295275" cy="95"/>
          </a:xfrm>
          <a:prstGeom xmlns:a="http://schemas.openxmlformats.org/drawingml/2006/main" prst="line">
            <a:avLst/>
          </a:prstGeom>
          <a:noFill xmlns:a="http://schemas.openxmlformats.org/drawingml/2006/main"/>
          <a:ln xmlns:a="http://schemas.openxmlformats.org/drawingml/2006/main" w="20955">
            <a:solidFill>
              <a:srgbClr val="B79555"/>
            </a:solidFill>
            <a:prstDash val="solid"/>
          </a:ln>
        </p:spPr>
      </p:sp>
      <p:sp>
        <p:nvSpPr>
          <p:cNvPr id="340" name="project-to-vector-1-head">
            <a:extLst xmlns:a="http://schemas.openxmlformats.org/drawingml/2006/main">
              <a:ext uri="{FF2B5EF4-FFF2-40B4-BE49-F238E27FC236}">
                <a16:creationId xmlns:a16="http://schemas.microsoft.com/office/drawing/2014/main" id="{F95A1F76-E524-461B-A928-064249DA8016}"/>
              </a:ext>
            </a:extLst>
          </p:cNvPr>
          <p:cNvSpPr>
            <a:spLocks xmlns:a="http://schemas.openxmlformats.org/drawingml/2006/main" noGrp="1"/>
          </p:cNvSpPr>
          <p:nvPr/>
        </p:nvSpPr>
        <p:spPr>
          <a:xfrm xmlns:a="http://schemas.openxmlformats.org/drawingml/2006/main">
            <a:off x="11163300" y="2905125"/>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B79555"/>
          </a:solidFill>
          <a:ln xmlns:a="http://schemas.openxmlformats.org/drawingml/2006/main" w="15240">
            <a:noFill/>
          </a:ln>
        </p:spPr>
      </p:sp>
      <p:sp>
        <p:nvSpPr>
          <p:cNvPr id="341" name="projected-vector-1-0">
            <a:extLst xmlns:a="http://schemas.openxmlformats.org/drawingml/2006/main">
              <a:ext uri="{FF2B5EF4-FFF2-40B4-BE49-F238E27FC236}">
                <a16:creationId xmlns:a16="http://schemas.microsoft.com/office/drawing/2014/main" id="{85259CD4-36F9-4A4D-A8BF-A5662A29810F}"/>
              </a:ext>
            </a:extLst>
          </p:cNvPr>
          <p:cNvSpPr>
            <a:spLocks xmlns:a="http://schemas.openxmlformats.org/drawingml/2006/main" noGrp="1"/>
          </p:cNvSpPr>
          <p:nvPr/>
        </p:nvSpPr>
        <p:spPr>
          <a:xfrm xmlns:a="http://schemas.openxmlformats.org/drawingml/2006/main">
            <a:off x="11306175" y="2828925"/>
            <a:ext cx="104775" cy="257175"/>
          </a:xfrm>
          <a:prstGeom xmlns:a="http://schemas.openxmlformats.org/drawingml/2006/main" prst="roundRect">
            <a:avLst>
              <a:gd name="adj" fmla="val 9091"/>
            </a:avLst>
          </a:prstGeom>
          <a:solidFill xmlns:a="http://schemas.openxmlformats.org/drawingml/2006/main">
            <a:srgbClr val="ACC195"/>
          </a:solidFill>
          <a:ln xmlns:a="http://schemas.openxmlformats.org/drawingml/2006/main" w="9525">
            <a:solidFill>
              <a:srgbClr val="FFFFFF"/>
            </a:solidFill>
          </a:ln>
        </p:spPr>
      </p:sp>
      <p:sp>
        <p:nvSpPr>
          <p:cNvPr id="342" name="projected-vector-1-1">
            <a:extLst xmlns:a="http://schemas.openxmlformats.org/drawingml/2006/main">
              <a:ext uri="{FF2B5EF4-FFF2-40B4-BE49-F238E27FC236}">
                <a16:creationId xmlns:a16="http://schemas.microsoft.com/office/drawing/2014/main" id="{2DA2A629-D697-4E38-805A-23507AEBD3E8}"/>
              </a:ext>
            </a:extLst>
          </p:cNvPr>
          <p:cNvSpPr>
            <a:spLocks xmlns:a="http://schemas.openxmlformats.org/drawingml/2006/main" noGrp="1"/>
          </p:cNvSpPr>
          <p:nvPr/>
        </p:nvSpPr>
        <p:spPr>
          <a:xfrm xmlns:a="http://schemas.openxmlformats.org/drawingml/2006/main">
            <a:off x="11430000" y="2828925"/>
            <a:ext cx="104775" cy="257175"/>
          </a:xfrm>
          <a:prstGeom xmlns:a="http://schemas.openxmlformats.org/drawingml/2006/main" prst="roundRect">
            <a:avLst>
              <a:gd name="adj" fmla="val 9091"/>
            </a:avLst>
          </a:prstGeom>
          <a:solidFill xmlns:a="http://schemas.openxmlformats.org/drawingml/2006/main">
            <a:srgbClr val="CCDABD"/>
          </a:solidFill>
          <a:ln xmlns:a="http://schemas.openxmlformats.org/drawingml/2006/main" w="9525">
            <a:solidFill>
              <a:srgbClr val="FFFFFF"/>
            </a:solidFill>
          </a:ln>
        </p:spPr>
      </p:sp>
      <p:sp>
        <p:nvSpPr>
          <p:cNvPr id="343" name="projected-vector-1-2">
            <a:extLst xmlns:a="http://schemas.openxmlformats.org/drawingml/2006/main">
              <a:ext uri="{FF2B5EF4-FFF2-40B4-BE49-F238E27FC236}">
                <a16:creationId xmlns:a16="http://schemas.microsoft.com/office/drawing/2014/main" id="{E0183B98-52B8-49E5-8732-572594D9139E}"/>
              </a:ext>
            </a:extLst>
          </p:cNvPr>
          <p:cNvSpPr>
            <a:spLocks xmlns:a="http://schemas.openxmlformats.org/drawingml/2006/main" noGrp="1"/>
          </p:cNvSpPr>
          <p:nvPr/>
        </p:nvSpPr>
        <p:spPr>
          <a:xfrm xmlns:a="http://schemas.openxmlformats.org/drawingml/2006/main">
            <a:off x="11553825" y="2828925"/>
            <a:ext cx="104775" cy="257175"/>
          </a:xfrm>
          <a:prstGeom xmlns:a="http://schemas.openxmlformats.org/drawingml/2006/main" prst="roundRect">
            <a:avLst>
              <a:gd name="adj" fmla="val 9091"/>
            </a:avLst>
          </a:prstGeom>
          <a:solidFill xmlns:a="http://schemas.openxmlformats.org/drawingml/2006/main">
            <a:srgbClr val="E1EBD5"/>
          </a:solidFill>
          <a:ln xmlns:a="http://schemas.openxmlformats.org/drawingml/2006/main" w="9525">
            <a:solidFill>
              <a:srgbClr val="FFFFFF"/>
            </a:solidFill>
          </a:ln>
        </p:spPr>
      </p:sp>
      <p:sp>
        <p:nvSpPr>
          <p:cNvPr id="344" name="vector-to-concat-1-1">
            <a:extLst xmlns:a="http://schemas.openxmlformats.org/drawingml/2006/main">
              <a:ext uri="{FF2B5EF4-FFF2-40B4-BE49-F238E27FC236}">
                <a16:creationId xmlns:a16="http://schemas.microsoft.com/office/drawing/2014/main" id="{D6C4EA0F-494B-4EAB-9C12-22918F7EF511}"/>
              </a:ext>
            </a:extLst>
          </p:cNvPr>
          <p:cNvSpPr>
            <a:spLocks xmlns:a="http://schemas.openxmlformats.org/drawingml/2006/main" noGrp="1"/>
          </p:cNvSpPr>
          <p:nvPr/>
        </p:nvSpPr>
        <p:spPr>
          <a:xfrm xmlns:a="http://schemas.openxmlformats.org/drawingml/2006/main" flipV="0">
            <a:off x="11677650" y="2952750"/>
            <a:ext cx="457200" cy="576263"/>
          </a:xfrm>
          <a:prstGeom xmlns:a="http://schemas.openxmlformats.org/drawingml/2006/main" prst="line">
            <a:avLst/>
          </a:prstGeom>
          <a:noFill xmlns:a="http://schemas.openxmlformats.org/drawingml/2006/main"/>
          <a:ln xmlns:a="http://schemas.openxmlformats.org/drawingml/2006/main" w="20003">
            <a:solidFill>
              <a:srgbClr val="B79555"/>
            </a:solidFill>
            <a:prstDash val="solid"/>
          </a:ln>
        </p:spPr>
      </p:sp>
      <p:sp>
        <p:nvSpPr>
          <p:cNvPr id="345" name="vector-to-concat-1-head">
            <a:extLst xmlns:a="http://schemas.openxmlformats.org/drawingml/2006/main">
              <a:ext uri="{FF2B5EF4-FFF2-40B4-BE49-F238E27FC236}">
                <a16:creationId xmlns:a16="http://schemas.microsoft.com/office/drawing/2014/main" id="{41BDDB7F-ACAB-4AE7-9094-0EA569896763}"/>
              </a:ext>
            </a:extLst>
          </p:cNvPr>
          <p:cNvSpPr>
            <a:spLocks xmlns:a="http://schemas.openxmlformats.org/drawingml/2006/main" noGrp="1"/>
          </p:cNvSpPr>
          <p:nvPr/>
        </p:nvSpPr>
        <p:spPr>
          <a:xfrm xmlns:a="http://schemas.openxmlformats.org/drawingml/2006/main">
            <a:off x="12020580" y="3402409"/>
            <a:ext cx="114270" cy="126604"/>
          </a:xfrm>
          <a:custGeom xmlns:a="http://schemas.openxmlformats.org/drawingml/2006/main">
            <a:pathLst>
              <a:path w="114270" h="126604">
                <a:moveTo>
                  <a:pt x="114270" y="126604"/>
                </a:moveTo>
                <a:lnTo>
                  <a:pt x="74618" y="0"/>
                </a:lnTo>
                <a:lnTo>
                  <a:pt x="60989" y="59448"/>
                </a:lnTo>
                <a:lnTo>
                  <a:pt x="0" y="59201"/>
                </a:lnTo>
                <a:close/>
              </a:path>
            </a:pathLst>
          </a:custGeom>
          <a:solidFill xmlns:a="http://schemas.openxmlformats.org/drawingml/2006/main">
            <a:srgbClr val="B79555"/>
          </a:solidFill>
          <a:ln xmlns:a="http://schemas.openxmlformats.org/drawingml/2006/main" w="15240">
            <a:noFill/>
          </a:ln>
        </p:spPr>
      </p:sp>
      <p:sp>
        <p:nvSpPr>
          <p:cNvPr id="346" name="concat-segment-1-0">
            <a:extLst xmlns:a="http://schemas.openxmlformats.org/drawingml/2006/main">
              <a:ext uri="{FF2B5EF4-FFF2-40B4-BE49-F238E27FC236}">
                <a16:creationId xmlns:a16="http://schemas.microsoft.com/office/drawing/2014/main" id="{962788EA-8695-41BA-85D1-E09FF03A4EF6}"/>
              </a:ext>
            </a:extLst>
          </p:cNvPr>
          <p:cNvSpPr>
            <a:spLocks xmlns:a="http://schemas.openxmlformats.org/drawingml/2006/main" noGrp="1"/>
          </p:cNvSpPr>
          <p:nvPr/>
        </p:nvSpPr>
        <p:spPr>
          <a:xfrm xmlns:a="http://schemas.openxmlformats.org/drawingml/2006/main">
            <a:off x="12211050" y="3328988"/>
            <a:ext cx="342900" cy="123825"/>
          </a:xfrm>
          <a:prstGeom xmlns:a="http://schemas.openxmlformats.org/drawingml/2006/main" prst="rect">
            <a:avLst/>
          </a:prstGeom>
          <a:solidFill xmlns:a="http://schemas.openxmlformats.org/drawingml/2006/main">
            <a:srgbClr val="CADBBB"/>
          </a:solidFill>
          <a:ln xmlns:a="http://schemas.openxmlformats.org/drawingml/2006/main" w="15240">
            <a:noFill/>
          </a:ln>
        </p:spPr>
      </p:sp>
      <p:sp>
        <p:nvSpPr>
          <p:cNvPr id="347" name="concat-segment-1-1">
            <a:extLst xmlns:a="http://schemas.openxmlformats.org/drawingml/2006/main">
              <a:ext uri="{FF2B5EF4-FFF2-40B4-BE49-F238E27FC236}">
                <a16:creationId xmlns:a16="http://schemas.microsoft.com/office/drawing/2014/main" id="{7346442C-A014-44DD-B3CE-CCFE84BCDD5D}"/>
              </a:ext>
            </a:extLst>
          </p:cNvPr>
          <p:cNvSpPr>
            <a:spLocks xmlns:a="http://schemas.openxmlformats.org/drawingml/2006/main" noGrp="1"/>
          </p:cNvSpPr>
          <p:nvPr/>
        </p:nvSpPr>
        <p:spPr>
          <a:xfrm xmlns:a="http://schemas.openxmlformats.org/drawingml/2006/main">
            <a:off x="12211050" y="3462338"/>
            <a:ext cx="342900" cy="123825"/>
          </a:xfrm>
          <a:prstGeom xmlns:a="http://schemas.openxmlformats.org/drawingml/2006/main" prst="rect">
            <a:avLst/>
          </a:prstGeom>
          <a:solidFill xmlns:a="http://schemas.openxmlformats.org/drawingml/2006/main">
            <a:srgbClr val="CADBBB"/>
          </a:solidFill>
          <a:ln xmlns:a="http://schemas.openxmlformats.org/drawingml/2006/main" w="15240">
            <a:noFill/>
          </a:ln>
        </p:spPr>
      </p:sp>
      <p:sp>
        <p:nvSpPr>
          <p:cNvPr id="348" name="concat-segment-1-2">
            <a:extLst xmlns:a="http://schemas.openxmlformats.org/drawingml/2006/main">
              <a:ext uri="{FF2B5EF4-FFF2-40B4-BE49-F238E27FC236}">
                <a16:creationId xmlns:a16="http://schemas.microsoft.com/office/drawing/2014/main" id="{DE070012-B37C-478C-A599-0D3BFEE0B8F5}"/>
              </a:ext>
            </a:extLst>
          </p:cNvPr>
          <p:cNvSpPr>
            <a:spLocks xmlns:a="http://schemas.openxmlformats.org/drawingml/2006/main" noGrp="1"/>
          </p:cNvSpPr>
          <p:nvPr/>
        </p:nvSpPr>
        <p:spPr>
          <a:xfrm xmlns:a="http://schemas.openxmlformats.org/drawingml/2006/main">
            <a:off x="12211050" y="3595688"/>
            <a:ext cx="342900" cy="123825"/>
          </a:xfrm>
          <a:prstGeom xmlns:a="http://schemas.openxmlformats.org/drawingml/2006/main" prst="rect">
            <a:avLst/>
          </a:prstGeom>
          <a:solidFill xmlns:a="http://schemas.openxmlformats.org/drawingml/2006/main">
            <a:srgbClr val="CADBBB"/>
          </a:solidFill>
          <a:ln xmlns:a="http://schemas.openxmlformats.org/drawingml/2006/main" w="15240">
            <a:noFill/>
          </a:ln>
        </p:spPr>
      </p:sp>
      <p:sp>
        <p:nvSpPr>
          <p:cNvPr id="349" name="features-to-project-2-1">
            <a:extLst xmlns:a="http://schemas.openxmlformats.org/drawingml/2006/main">
              <a:ext uri="{FF2B5EF4-FFF2-40B4-BE49-F238E27FC236}">
                <a16:creationId xmlns:a16="http://schemas.microsoft.com/office/drawing/2014/main" id="{7549D6C1-16FB-4A68-B4E5-86EB4C50C613}"/>
              </a:ext>
            </a:extLst>
          </p:cNvPr>
          <p:cNvSpPr>
            <a:spLocks xmlns:a="http://schemas.openxmlformats.org/drawingml/2006/main" noGrp="1"/>
          </p:cNvSpPr>
          <p:nvPr/>
        </p:nvSpPr>
        <p:spPr>
          <a:xfrm xmlns:a="http://schemas.openxmlformats.org/drawingml/2006/main" flipV="0">
            <a:off x="8982075" y="3952875"/>
            <a:ext cx="390525" cy="95"/>
          </a:xfrm>
          <a:prstGeom xmlns:a="http://schemas.openxmlformats.org/drawingml/2006/main" prst="line">
            <a:avLst/>
          </a:prstGeom>
          <a:noFill xmlns:a="http://schemas.openxmlformats.org/drawingml/2006/main"/>
          <a:ln xmlns:a="http://schemas.openxmlformats.org/drawingml/2006/main" w="20955">
            <a:solidFill>
              <a:srgbClr val="7F9B6A"/>
            </a:solidFill>
            <a:prstDash val="solid"/>
          </a:ln>
        </p:spPr>
      </p:sp>
      <p:sp>
        <p:nvSpPr>
          <p:cNvPr id="350" name="features-to-project-2-head">
            <a:extLst xmlns:a="http://schemas.openxmlformats.org/drawingml/2006/main">
              <a:ext uri="{FF2B5EF4-FFF2-40B4-BE49-F238E27FC236}">
                <a16:creationId xmlns:a16="http://schemas.microsoft.com/office/drawing/2014/main" id="{D4D356E4-89F3-4474-8C45-903B04EBAC48}"/>
              </a:ext>
            </a:extLst>
          </p:cNvPr>
          <p:cNvSpPr>
            <a:spLocks xmlns:a="http://schemas.openxmlformats.org/drawingml/2006/main" noGrp="1"/>
          </p:cNvSpPr>
          <p:nvPr/>
        </p:nvSpPr>
        <p:spPr>
          <a:xfrm xmlns:a="http://schemas.openxmlformats.org/drawingml/2006/main">
            <a:off x="9248775" y="390525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7F9B6A"/>
          </a:solidFill>
          <a:ln xmlns:a="http://schemas.openxmlformats.org/drawingml/2006/main" w="15240">
            <a:noFill/>
          </a:ln>
        </p:spPr>
      </p:sp>
      <p:sp>
        <p:nvSpPr>
          <p:cNvPr id="351" name="projection-2-gradient-shadow">
            <a:extLst xmlns:a="http://schemas.openxmlformats.org/drawingml/2006/main">
              <a:ext uri="{FF2B5EF4-FFF2-40B4-BE49-F238E27FC236}">
                <a16:creationId xmlns:a16="http://schemas.microsoft.com/office/drawing/2014/main" id="{3F40D592-1B6F-46EC-B83E-E1BD06AF38F8}"/>
              </a:ext>
            </a:extLst>
          </p:cNvPr>
          <p:cNvSpPr>
            <a:spLocks xmlns:a="http://schemas.openxmlformats.org/drawingml/2006/main" noGrp="1"/>
          </p:cNvSpPr>
          <p:nvPr/>
        </p:nvSpPr>
        <p:spPr>
          <a:xfrm xmlns:a="http://schemas.openxmlformats.org/drawingml/2006/main">
            <a:off x="9315450" y="4124325"/>
            <a:ext cx="1866900" cy="257175"/>
          </a:xfrm>
          <a:prstGeom xmlns:a="http://schemas.openxmlformats.org/drawingml/2006/main" prst="ellipse">
            <a:avLst/>
          </a:prstGeom>
          <a:gradFill xmlns:a="http://schemas.openxmlformats.org/drawingml/2006/main">
            <a:gsLst>
              <a:gs pos="0">
                <a:srgbClr val="233545">
                  <a:alpha val="10000"/>
                </a:srgbClr>
              </a:gs>
              <a:gs pos="48000">
                <a:srgbClr val="233545">
                  <a:alpha val="3500"/>
                </a:srgbClr>
              </a:gs>
              <a:gs pos="100000">
                <a:srgbClr val="233545">
                  <a:alpha val="0"/>
                </a:srgbClr>
              </a:gs>
            </a:gsLst>
            <a:path path="shape"/>
          </a:gradFill>
          <a:ln xmlns:a="http://schemas.openxmlformats.org/drawingml/2006/main" w="0">
            <a:noFill/>
          </a:ln>
        </p:spPr>
      </p:sp>
      <p:sp>
        <p:nvSpPr>
          <p:cNvPr id="352" name="projection-2">
            <a:extLst xmlns:a="http://schemas.openxmlformats.org/drawingml/2006/main">
              <a:ext uri="{FF2B5EF4-FFF2-40B4-BE49-F238E27FC236}">
                <a16:creationId xmlns:a16="http://schemas.microsoft.com/office/drawing/2014/main" id="{19D28004-F0A8-456B-9D40-DF1849FEA73C}"/>
              </a:ext>
            </a:extLst>
          </p:cNvPr>
          <p:cNvSpPr>
            <a:spLocks xmlns:a="http://schemas.openxmlformats.org/drawingml/2006/main" noGrp="1"/>
          </p:cNvSpPr>
          <p:nvPr/>
        </p:nvSpPr>
        <p:spPr>
          <a:xfrm xmlns:a="http://schemas.openxmlformats.org/drawingml/2006/main">
            <a:off x="9429750" y="3714750"/>
            <a:ext cx="1562100" cy="476250"/>
          </a:xfrm>
          <a:prstGeom xmlns:a="http://schemas.openxmlformats.org/drawingml/2006/main" prst="roundRect">
            <a:avLst>
              <a:gd name="adj" fmla="val 8000"/>
            </a:avLst>
          </a:prstGeom>
          <a:solidFill xmlns:a="http://schemas.openxmlformats.org/drawingml/2006/main">
            <a:srgbClr val="FAF0DE"/>
          </a:solidFill>
          <a:ln xmlns:a="http://schemas.openxmlformats.org/drawingml/2006/main" w="15240">
            <a:solidFill>
              <a:srgbClr val="C7B185"/>
            </a:solidFill>
          </a:ln>
        </p:spPr>
      </p:sp>
      <p:sp>
        <p:nvSpPr>
          <p:cNvPr id="353" name="projection-name-2">
            <a:extLst xmlns:a="http://schemas.openxmlformats.org/drawingml/2006/main">
              <a:ext uri="{FF2B5EF4-FFF2-40B4-BE49-F238E27FC236}">
                <a16:creationId xmlns:a16="http://schemas.microsoft.com/office/drawing/2014/main" id="{65514095-8EE0-463A-B737-C4A003C4F92C}"/>
              </a:ext>
            </a:extLst>
          </p:cNvPr>
          <p:cNvSpPr>
            <a:spLocks xmlns:a="http://schemas.openxmlformats.org/drawingml/2006/main" noGrp="1"/>
          </p:cNvSpPr>
          <p:nvPr/>
        </p:nvSpPr>
        <p:spPr>
          <a:xfrm xmlns:a="http://schemas.openxmlformats.org/drawingml/2006/main">
            <a:off x="9553575" y="3790950"/>
            <a:ext cx="1314450" cy="3238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i="0">
                <a:solidFill>
                  <a:srgbClr val="2B3540"/>
                </a:solidFill>
                <a:latin typeface="Times New Roman"/>
                <a:ea typeface="Times New Roman"/>
                <a:cs typeface="Times New Roman"/>
              </a:defRPr>
            </a:pPr>
            <a:r>
              <a:rPr sz="2025" b="0" i="0">
                <a:solidFill>
                  <a:srgbClr val="2B3540"/>
                </a:solidFill>
                <a:latin typeface="Times New Roman"/>
                <a:ea typeface="Times New Roman"/>
                <a:cs typeface="Times New Roman"/>
              </a:rPr>
              <a:t>Linear + LN</a:t>
            </a:r>
          </a:p>
        </p:txBody>
      </p:sp>
      <p:sp>
        <p:nvSpPr>
          <p:cNvPr id="354" name="project-to-vector-2-1">
            <a:extLst xmlns:a="http://schemas.openxmlformats.org/drawingml/2006/main">
              <a:ext uri="{FF2B5EF4-FFF2-40B4-BE49-F238E27FC236}">
                <a16:creationId xmlns:a16="http://schemas.microsoft.com/office/drawing/2014/main" id="{4308F3CD-2C70-4865-8F7B-DD1835B7834A}"/>
              </a:ext>
            </a:extLst>
          </p:cNvPr>
          <p:cNvSpPr>
            <a:spLocks xmlns:a="http://schemas.openxmlformats.org/drawingml/2006/main" noGrp="1"/>
          </p:cNvSpPr>
          <p:nvPr/>
        </p:nvSpPr>
        <p:spPr>
          <a:xfrm xmlns:a="http://schemas.openxmlformats.org/drawingml/2006/main" flipV="0">
            <a:off x="10991850" y="3952875"/>
            <a:ext cx="295275" cy="95"/>
          </a:xfrm>
          <a:prstGeom xmlns:a="http://schemas.openxmlformats.org/drawingml/2006/main" prst="line">
            <a:avLst/>
          </a:prstGeom>
          <a:noFill xmlns:a="http://schemas.openxmlformats.org/drawingml/2006/main"/>
          <a:ln xmlns:a="http://schemas.openxmlformats.org/drawingml/2006/main" w="20955">
            <a:solidFill>
              <a:srgbClr val="B79555"/>
            </a:solidFill>
            <a:prstDash val="solid"/>
          </a:ln>
        </p:spPr>
      </p:sp>
      <p:sp>
        <p:nvSpPr>
          <p:cNvPr id="355" name="project-to-vector-2-head">
            <a:extLst xmlns:a="http://schemas.openxmlformats.org/drawingml/2006/main">
              <a:ext uri="{FF2B5EF4-FFF2-40B4-BE49-F238E27FC236}">
                <a16:creationId xmlns:a16="http://schemas.microsoft.com/office/drawing/2014/main" id="{D99A114E-D4B2-4A82-AD36-2990DA64ACF8}"/>
              </a:ext>
            </a:extLst>
          </p:cNvPr>
          <p:cNvSpPr>
            <a:spLocks xmlns:a="http://schemas.openxmlformats.org/drawingml/2006/main" noGrp="1"/>
          </p:cNvSpPr>
          <p:nvPr/>
        </p:nvSpPr>
        <p:spPr>
          <a:xfrm xmlns:a="http://schemas.openxmlformats.org/drawingml/2006/main">
            <a:off x="11163300" y="390525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B79555"/>
          </a:solidFill>
          <a:ln xmlns:a="http://schemas.openxmlformats.org/drawingml/2006/main" w="15240">
            <a:noFill/>
          </a:ln>
        </p:spPr>
      </p:sp>
      <p:sp>
        <p:nvSpPr>
          <p:cNvPr id="356" name="projected-vector-2-0">
            <a:extLst xmlns:a="http://schemas.openxmlformats.org/drawingml/2006/main">
              <a:ext uri="{FF2B5EF4-FFF2-40B4-BE49-F238E27FC236}">
                <a16:creationId xmlns:a16="http://schemas.microsoft.com/office/drawing/2014/main" id="{4A0717AC-B4BB-4AD2-82CC-FE878580C7A4}"/>
              </a:ext>
            </a:extLst>
          </p:cNvPr>
          <p:cNvSpPr>
            <a:spLocks xmlns:a="http://schemas.openxmlformats.org/drawingml/2006/main" noGrp="1"/>
          </p:cNvSpPr>
          <p:nvPr/>
        </p:nvSpPr>
        <p:spPr>
          <a:xfrm xmlns:a="http://schemas.openxmlformats.org/drawingml/2006/main">
            <a:off x="11306175" y="3829050"/>
            <a:ext cx="104775" cy="257175"/>
          </a:xfrm>
          <a:prstGeom xmlns:a="http://schemas.openxmlformats.org/drawingml/2006/main" prst="roundRect">
            <a:avLst>
              <a:gd name="adj" fmla="val 9091"/>
            </a:avLst>
          </a:prstGeom>
          <a:solidFill xmlns:a="http://schemas.openxmlformats.org/drawingml/2006/main">
            <a:srgbClr val="B0C5A0"/>
          </a:solidFill>
          <a:ln xmlns:a="http://schemas.openxmlformats.org/drawingml/2006/main" w="9525">
            <a:solidFill>
              <a:srgbClr val="FFFFFF"/>
            </a:solidFill>
          </a:ln>
        </p:spPr>
      </p:sp>
      <p:sp>
        <p:nvSpPr>
          <p:cNvPr id="357" name="projected-vector-2-1">
            <a:extLst xmlns:a="http://schemas.openxmlformats.org/drawingml/2006/main">
              <a:ext uri="{FF2B5EF4-FFF2-40B4-BE49-F238E27FC236}">
                <a16:creationId xmlns:a16="http://schemas.microsoft.com/office/drawing/2014/main" id="{CD7D9AA6-52D0-4220-856B-5F0733FEC58C}"/>
              </a:ext>
            </a:extLst>
          </p:cNvPr>
          <p:cNvSpPr>
            <a:spLocks xmlns:a="http://schemas.openxmlformats.org/drawingml/2006/main" noGrp="1"/>
          </p:cNvSpPr>
          <p:nvPr/>
        </p:nvSpPr>
        <p:spPr>
          <a:xfrm xmlns:a="http://schemas.openxmlformats.org/drawingml/2006/main">
            <a:off x="11430000" y="3829050"/>
            <a:ext cx="104775" cy="257175"/>
          </a:xfrm>
          <a:prstGeom xmlns:a="http://schemas.openxmlformats.org/drawingml/2006/main" prst="roundRect">
            <a:avLst>
              <a:gd name="adj" fmla="val 9091"/>
            </a:avLst>
          </a:prstGeom>
          <a:solidFill xmlns:a="http://schemas.openxmlformats.org/drawingml/2006/main">
            <a:srgbClr val="DCE6D4"/>
          </a:solidFill>
          <a:ln xmlns:a="http://schemas.openxmlformats.org/drawingml/2006/main" w="9525">
            <a:solidFill>
              <a:srgbClr val="FFFFFF"/>
            </a:solidFill>
          </a:ln>
        </p:spPr>
      </p:sp>
      <p:sp>
        <p:nvSpPr>
          <p:cNvPr id="358" name="projected-vector-2-2">
            <a:extLst xmlns:a="http://schemas.openxmlformats.org/drawingml/2006/main">
              <a:ext uri="{FF2B5EF4-FFF2-40B4-BE49-F238E27FC236}">
                <a16:creationId xmlns:a16="http://schemas.microsoft.com/office/drawing/2014/main" id="{ADE791C0-65C1-45AB-9EEE-8A0F35BA5AB3}"/>
              </a:ext>
            </a:extLst>
          </p:cNvPr>
          <p:cNvSpPr>
            <a:spLocks xmlns:a="http://schemas.openxmlformats.org/drawingml/2006/main" noGrp="1"/>
          </p:cNvSpPr>
          <p:nvPr/>
        </p:nvSpPr>
        <p:spPr>
          <a:xfrm xmlns:a="http://schemas.openxmlformats.org/drawingml/2006/main">
            <a:off x="11553825" y="3829050"/>
            <a:ext cx="104775" cy="257175"/>
          </a:xfrm>
          <a:prstGeom xmlns:a="http://schemas.openxmlformats.org/drawingml/2006/main" prst="roundRect">
            <a:avLst>
              <a:gd name="adj" fmla="val 9091"/>
            </a:avLst>
          </a:prstGeom>
          <a:solidFill xmlns:a="http://schemas.openxmlformats.org/drawingml/2006/main">
            <a:srgbClr val="93AE81"/>
          </a:solidFill>
          <a:ln xmlns:a="http://schemas.openxmlformats.org/drawingml/2006/main" w="9525">
            <a:solidFill>
              <a:srgbClr val="FFFFFF"/>
            </a:solidFill>
          </a:ln>
        </p:spPr>
      </p:sp>
      <p:sp>
        <p:nvSpPr>
          <p:cNvPr id="359" name="vector-to-concat-2-1">
            <a:extLst xmlns:a="http://schemas.openxmlformats.org/drawingml/2006/main">
              <a:ext uri="{FF2B5EF4-FFF2-40B4-BE49-F238E27FC236}">
                <a16:creationId xmlns:a16="http://schemas.microsoft.com/office/drawing/2014/main" id="{CFD749B0-5FC0-49EA-8524-2762096208FC}"/>
              </a:ext>
            </a:extLst>
          </p:cNvPr>
          <p:cNvSpPr>
            <a:spLocks xmlns:a="http://schemas.openxmlformats.org/drawingml/2006/main" noGrp="1"/>
          </p:cNvSpPr>
          <p:nvPr/>
        </p:nvSpPr>
        <p:spPr>
          <a:xfrm xmlns:a="http://schemas.openxmlformats.org/drawingml/2006/main" flipV="0">
            <a:off x="11677650" y="3952875"/>
            <a:ext cx="457200" cy="95"/>
          </a:xfrm>
          <a:prstGeom xmlns:a="http://schemas.openxmlformats.org/drawingml/2006/main" prst="line">
            <a:avLst/>
          </a:prstGeom>
          <a:noFill xmlns:a="http://schemas.openxmlformats.org/drawingml/2006/main"/>
          <a:ln xmlns:a="http://schemas.openxmlformats.org/drawingml/2006/main" w="20003">
            <a:solidFill>
              <a:srgbClr val="B79555"/>
            </a:solidFill>
            <a:prstDash val="solid"/>
          </a:ln>
        </p:spPr>
      </p:sp>
      <p:sp>
        <p:nvSpPr>
          <p:cNvPr id="360" name="vector-to-concat-2-head">
            <a:extLst xmlns:a="http://schemas.openxmlformats.org/drawingml/2006/main">
              <a:ext uri="{FF2B5EF4-FFF2-40B4-BE49-F238E27FC236}">
                <a16:creationId xmlns:a16="http://schemas.microsoft.com/office/drawing/2014/main" id="{08EE18B0-6E0F-482E-A961-AE471FCF262D}"/>
              </a:ext>
            </a:extLst>
          </p:cNvPr>
          <p:cNvSpPr>
            <a:spLocks xmlns:a="http://schemas.openxmlformats.org/drawingml/2006/main" noGrp="1"/>
          </p:cNvSpPr>
          <p:nvPr/>
        </p:nvSpPr>
        <p:spPr>
          <a:xfrm xmlns:a="http://schemas.openxmlformats.org/drawingml/2006/main">
            <a:off x="12011025" y="390525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B79555"/>
          </a:solidFill>
          <a:ln xmlns:a="http://schemas.openxmlformats.org/drawingml/2006/main" w="15240">
            <a:noFill/>
          </a:ln>
        </p:spPr>
      </p:sp>
      <p:sp>
        <p:nvSpPr>
          <p:cNvPr id="361" name="concat-segment-2-0">
            <a:extLst xmlns:a="http://schemas.openxmlformats.org/drawingml/2006/main">
              <a:ext uri="{FF2B5EF4-FFF2-40B4-BE49-F238E27FC236}">
                <a16:creationId xmlns:a16="http://schemas.microsoft.com/office/drawing/2014/main" id="{4D505153-09A6-4608-8BCF-457FABFC8A65}"/>
              </a:ext>
            </a:extLst>
          </p:cNvPr>
          <p:cNvSpPr>
            <a:spLocks xmlns:a="http://schemas.openxmlformats.org/drawingml/2006/main" noGrp="1"/>
          </p:cNvSpPr>
          <p:nvPr/>
        </p:nvSpPr>
        <p:spPr>
          <a:xfrm xmlns:a="http://schemas.openxmlformats.org/drawingml/2006/main">
            <a:off x="12211050" y="3752850"/>
            <a:ext cx="342900" cy="123825"/>
          </a:xfrm>
          <a:prstGeom xmlns:a="http://schemas.openxmlformats.org/drawingml/2006/main" prst="rect">
            <a:avLst/>
          </a:prstGeom>
          <a:solidFill xmlns:a="http://schemas.openxmlformats.org/drawingml/2006/main">
            <a:srgbClr val="A9C296"/>
          </a:solidFill>
          <a:ln xmlns:a="http://schemas.openxmlformats.org/drawingml/2006/main" w="15240">
            <a:noFill/>
          </a:ln>
        </p:spPr>
      </p:sp>
      <p:sp>
        <p:nvSpPr>
          <p:cNvPr id="362" name="concat-segment-2-1">
            <a:extLst xmlns:a="http://schemas.openxmlformats.org/drawingml/2006/main">
              <a:ext uri="{FF2B5EF4-FFF2-40B4-BE49-F238E27FC236}">
                <a16:creationId xmlns:a16="http://schemas.microsoft.com/office/drawing/2014/main" id="{2B946F73-88D4-4925-B36C-7A97827D7979}"/>
              </a:ext>
            </a:extLst>
          </p:cNvPr>
          <p:cNvSpPr>
            <a:spLocks xmlns:a="http://schemas.openxmlformats.org/drawingml/2006/main" noGrp="1"/>
          </p:cNvSpPr>
          <p:nvPr/>
        </p:nvSpPr>
        <p:spPr>
          <a:xfrm xmlns:a="http://schemas.openxmlformats.org/drawingml/2006/main">
            <a:off x="12211050" y="3886200"/>
            <a:ext cx="342900" cy="123825"/>
          </a:xfrm>
          <a:prstGeom xmlns:a="http://schemas.openxmlformats.org/drawingml/2006/main" prst="rect">
            <a:avLst/>
          </a:prstGeom>
          <a:solidFill xmlns:a="http://schemas.openxmlformats.org/drawingml/2006/main">
            <a:srgbClr val="A9C296"/>
          </a:solidFill>
          <a:ln xmlns:a="http://schemas.openxmlformats.org/drawingml/2006/main" w="15240">
            <a:noFill/>
          </a:ln>
        </p:spPr>
      </p:sp>
      <p:sp>
        <p:nvSpPr>
          <p:cNvPr id="363" name="concat-segment-2-2">
            <a:extLst xmlns:a="http://schemas.openxmlformats.org/drawingml/2006/main">
              <a:ext uri="{FF2B5EF4-FFF2-40B4-BE49-F238E27FC236}">
                <a16:creationId xmlns:a16="http://schemas.microsoft.com/office/drawing/2014/main" id="{AC25922E-3CF5-4973-9CAC-BE36A7D8A0A3}"/>
              </a:ext>
            </a:extLst>
          </p:cNvPr>
          <p:cNvSpPr>
            <a:spLocks xmlns:a="http://schemas.openxmlformats.org/drawingml/2006/main" noGrp="1"/>
          </p:cNvSpPr>
          <p:nvPr/>
        </p:nvSpPr>
        <p:spPr>
          <a:xfrm xmlns:a="http://schemas.openxmlformats.org/drawingml/2006/main">
            <a:off x="12211050" y="4019550"/>
            <a:ext cx="342900" cy="123825"/>
          </a:xfrm>
          <a:prstGeom xmlns:a="http://schemas.openxmlformats.org/drawingml/2006/main" prst="rect">
            <a:avLst/>
          </a:prstGeom>
          <a:solidFill xmlns:a="http://schemas.openxmlformats.org/drawingml/2006/main">
            <a:srgbClr val="A9C296"/>
          </a:solidFill>
          <a:ln xmlns:a="http://schemas.openxmlformats.org/drawingml/2006/main" w="15240">
            <a:noFill/>
          </a:ln>
        </p:spPr>
      </p:sp>
      <p:sp>
        <p:nvSpPr>
          <p:cNvPr id="364" name="features-to-project-3-1">
            <a:extLst xmlns:a="http://schemas.openxmlformats.org/drawingml/2006/main">
              <a:ext uri="{FF2B5EF4-FFF2-40B4-BE49-F238E27FC236}">
                <a16:creationId xmlns:a16="http://schemas.microsoft.com/office/drawing/2014/main" id="{406E179A-43D5-47EF-BEAB-4089FEEBFD20}"/>
              </a:ext>
            </a:extLst>
          </p:cNvPr>
          <p:cNvSpPr>
            <a:spLocks xmlns:a="http://schemas.openxmlformats.org/drawingml/2006/main" noGrp="1"/>
          </p:cNvSpPr>
          <p:nvPr/>
        </p:nvSpPr>
        <p:spPr>
          <a:xfrm xmlns:a="http://schemas.openxmlformats.org/drawingml/2006/main" flipV="0">
            <a:off x="8982075" y="4953000"/>
            <a:ext cx="390525" cy="95"/>
          </a:xfrm>
          <a:prstGeom xmlns:a="http://schemas.openxmlformats.org/drawingml/2006/main" prst="line">
            <a:avLst/>
          </a:prstGeom>
          <a:noFill xmlns:a="http://schemas.openxmlformats.org/drawingml/2006/main"/>
          <a:ln xmlns:a="http://schemas.openxmlformats.org/drawingml/2006/main" w="20955">
            <a:solidFill>
              <a:srgbClr val="7F9B6A"/>
            </a:solidFill>
            <a:prstDash val="solid"/>
          </a:ln>
        </p:spPr>
      </p:sp>
      <p:sp>
        <p:nvSpPr>
          <p:cNvPr id="365" name="features-to-project-3-head">
            <a:extLst xmlns:a="http://schemas.openxmlformats.org/drawingml/2006/main">
              <a:ext uri="{FF2B5EF4-FFF2-40B4-BE49-F238E27FC236}">
                <a16:creationId xmlns:a16="http://schemas.microsoft.com/office/drawing/2014/main" id="{7CA2610F-DE1D-492C-92BB-4AFFF540D290}"/>
              </a:ext>
            </a:extLst>
          </p:cNvPr>
          <p:cNvSpPr>
            <a:spLocks xmlns:a="http://schemas.openxmlformats.org/drawingml/2006/main" noGrp="1"/>
          </p:cNvSpPr>
          <p:nvPr/>
        </p:nvSpPr>
        <p:spPr>
          <a:xfrm xmlns:a="http://schemas.openxmlformats.org/drawingml/2006/main">
            <a:off x="9248775" y="4905375"/>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7F9B6A"/>
          </a:solidFill>
          <a:ln xmlns:a="http://schemas.openxmlformats.org/drawingml/2006/main" w="15240">
            <a:noFill/>
          </a:ln>
        </p:spPr>
      </p:sp>
      <p:sp>
        <p:nvSpPr>
          <p:cNvPr id="366" name="projection-3-gradient-shadow">
            <a:extLst xmlns:a="http://schemas.openxmlformats.org/drawingml/2006/main">
              <a:ext uri="{FF2B5EF4-FFF2-40B4-BE49-F238E27FC236}">
                <a16:creationId xmlns:a16="http://schemas.microsoft.com/office/drawing/2014/main" id="{B1295373-6836-4B26-94D1-055BFEFAF58D}"/>
              </a:ext>
            </a:extLst>
          </p:cNvPr>
          <p:cNvSpPr>
            <a:spLocks xmlns:a="http://schemas.openxmlformats.org/drawingml/2006/main" noGrp="1"/>
          </p:cNvSpPr>
          <p:nvPr/>
        </p:nvSpPr>
        <p:spPr>
          <a:xfrm xmlns:a="http://schemas.openxmlformats.org/drawingml/2006/main">
            <a:off x="9315450" y="5124450"/>
            <a:ext cx="1866900" cy="257175"/>
          </a:xfrm>
          <a:prstGeom xmlns:a="http://schemas.openxmlformats.org/drawingml/2006/main" prst="ellipse">
            <a:avLst/>
          </a:prstGeom>
          <a:gradFill xmlns:a="http://schemas.openxmlformats.org/drawingml/2006/main">
            <a:gsLst>
              <a:gs pos="0">
                <a:srgbClr val="233545">
                  <a:alpha val="10000"/>
                </a:srgbClr>
              </a:gs>
              <a:gs pos="48000">
                <a:srgbClr val="233545">
                  <a:alpha val="3500"/>
                </a:srgbClr>
              </a:gs>
              <a:gs pos="100000">
                <a:srgbClr val="233545">
                  <a:alpha val="0"/>
                </a:srgbClr>
              </a:gs>
            </a:gsLst>
            <a:path path="shape"/>
          </a:gradFill>
          <a:ln xmlns:a="http://schemas.openxmlformats.org/drawingml/2006/main" w="0">
            <a:noFill/>
          </a:ln>
        </p:spPr>
      </p:sp>
      <p:sp>
        <p:nvSpPr>
          <p:cNvPr id="367" name="projection-3">
            <a:extLst xmlns:a="http://schemas.openxmlformats.org/drawingml/2006/main">
              <a:ext uri="{FF2B5EF4-FFF2-40B4-BE49-F238E27FC236}">
                <a16:creationId xmlns:a16="http://schemas.microsoft.com/office/drawing/2014/main" id="{3BE238BD-C40E-489A-A485-BDC23430AF76}"/>
              </a:ext>
            </a:extLst>
          </p:cNvPr>
          <p:cNvSpPr>
            <a:spLocks xmlns:a="http://schemas.openxmlformats.org/drawingml/2006/main" noGrp="1"/>
          </p:cNvSpPr>
          <p:nvPr/>
        </p:nvSpPr>
        <p:spPr>
          <a:xfrm xmlns:a="http://schemas.openxmlformats.org/drawingml/2006/main">
            <a:off x="9429750" y="4714875"/>
            <a:ext cx="1562100" cy="476250"/>
          </a:xfrm>
          <a:prstGeom xmlns:a="http://schemas.openxmlformats.org/drawingml/2006/main" prst="roundRect">
            <a:avLst>
              <a:gd name="adj" fmla="val 8000"/>
            </a:avLst>
          </a:prstGeom>
          <a:solidFill xmlns:a="http://schemas.openxmlformats.org/drawingml/2006/main">
            <a:srgbClr val="FAF0DE"/>
          </a:solidFill>
          <a:ln xmlns:a="http://schemas.openxmlformats.org/drawingml/2006/main" w="15240">
            <a:solidFill>
              <a:srgbClr val="C7B185"/>
            </a:solidFill>
          </a:ln>
        </p:spPr>
      </p:sp>
      <p:sp>
        <p:nvSpPr>
          <p:cNvPr id="368" name="projection-name-3">
            <a:extLst xmlns:a="http://schemas.openxmlformats.org/drawingml/2006/main">
              <a:ext uri="{FF2B5EF4-FFF2-40B4-BE49-F238E27FC236}">
                <a16:creationId xmlns:a16="http://schemas.microsoft.com/office/drawing/2014/main" id="{388FCD62-81BB-4B4A-8C7F-80F90494AD7C}"/>
              </a:ext>
            </a:extLst>
          </p:cNvPr>
          <p:cNvSpPr>
            <a:spLocks xmlns:a="http://schemas.openxmlformats.org/drawingml/2006/main" noGrp="1"/>
          </p:cNvSpPr>
          <p:nvPr/>
        </p:nvSpPr>
        <p:spPr>
          <a:xfrm xmlns:a="http://schemas.openxmlformats.org/drawingml/2006/main">
            <a:off x="9553575" y="4791075"/>
            <a:ext cx="1314450" cy="3238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i="0">
                <a:solidFill>
                  <a:srgbClr val="2B3540"/>
                </a:solidFill>
                <a:latin typeface="Times New Roman"/>
                <a:ea typeface="Times New Roman"/>
                <a:cs typeface="Times New Roman"/>
              </a:defRPr>
            </a:pPr>
            <a:r>
              <a:rPr sz="2025" b="0" i="0">
                <a:solidFill>
                  <a:srgbClr val="2B3540"/>
                </a:solidFill>
                <a:latin typeface="Times New Roman"/>
                <a:ea typeface="Times New Roman"/>
                <a:cs typeface="Times New Roman"/>
              </a:rPr>
              <a:t>Linear + LN</a:t>
            </a:r>
          </a:p>
        </p:txBody>
      </p:sp>
      <p:sp>
        <p:nvSpPr>
          <p:cNvPr id="369" name="project-to-vector-3-1">
            <a:extLst xmlns:a="http://schemas.openxmlformats.org/drawingml/2006/main">
              <a:ext uri="{FF2B5EF4-FFF2-40B4-BE49-F238E27FC236}">
                <a16:creationId xmlns:a16="http://schemas.microsoft.com/office/drawing/2014/main" id="{48B82EB3-5139-4837-B568-2BCD306597AD}"/>
              </a:ext>
            </a:extLst>
          </p:cNvPr>
          <p:cNvSpPr>
            <a:spLocks xmlns:a="http://schemas.openxmlformats.org/drawingml/2006/main" noGrp="1"/>
          </p:cNvSpPr>
          <p:nvPr/>
        </p:nvSpPr>
        <p:spPr>
          <a:xfrm xmlns:a="http://schemas.openxmlformats.org/drawingml/2006/main" flipV="0">
            <a:off x="10991850" y="4953000"/>
            <a:ext cx="295275" cy="95"/>
          </a:xfrm>
          <a:prstGeom xmlns:a="http://schemas.openxmlformats.org/drawingml/2006/main" prst="line">
            <a:avLst/>
          </a:prstGeom>
          <a:noFill xmlns:a="http://schemas.openxmlformats.org/drawingml/2006/main"/>
          <a:ln xmlns:a="http://schemas.openxmlformats.org/drawingml/2006/main" w="20955">
            <a:solidFill>
              <a:srgbClr val="B79555"/>
            </a:solidFill>
            <a:prstDash val="solid"/>
          </a:ln>
        </p:spPr>
      </p:sp>
      <p:sp>
        <p:nvSpPr>
          <p:cNvPr id="370" name="project-to-vector-3-head">
            <a:extLst xmlns:a="http://schemas.openxmlformats.org/drawingml/2006/main">
              <a:ext uri="{FF2B5EF4-FFF2-40B4-BE49-F238E27FC236}">
                <a16:creationId xmlns:a16="http://schemas.microsoft.com/office/drawing/2014/main" id="{08916340-24DE-44B8-8624-8C85F663DB77}"/>
              </a:ext>
            </a:extLst>
          </p:cNvPr>
          <p:cNvSpPr>
            <a:spLocks xmlns:a="http://schemas.openxmlformats.org/drawingml/2006/main" noGrp="1"/>
          </p:cNvSpPr>
          <p:nvPr/>
        </p:nvSpPr>
        <p:spPr>
          <a:xfrm xmlns:a="http://schemas.openxmlformats.org/drawingml/2006/main">
            <a:off x="11163300" y="4905375"/>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B79555"/>
          </a:solidFill>
          <a:ln xmlns:a="http://schemas.openxmlformats.org/drawingml/2006/main" w="15240">
            <a:noFill/>
          </a:ln>
        </p:spPr>
      </p:sp>
      <p:sp>
        <p:nvSpPr>
          <p:cNvPr id="371" name="projected-vector-3-0">
            <a:extLst xmlns:a="http://schemas.openxmlformats.org/drawingml/2006/main">
              <a:ext uri="{FF2B5EF4-FFF2-40B4-BE49-F238E27FC236}">
                <a16:creationId xmlns:a16="http://schemas.microsoft.com/office/drawing/2014/main" id="{5E411EF4-8D87-4F56-B4D9-208FE2355874}"/>
              </a:ext>
            </a:extLst>
          </p:cNvPr>
          <p:cNvSpPr>
            <a:spLocks xmlns:a="http://schemas.openxmlformats.org/drawingml/2006/main" noGrp="1"/>
          </p:cNvSpPr>
          <p:nvPr/>
        </p:nvSpPr>
        <p:spPr>
          <a:xfrm xmlns:a="http://schemas.openxmlformats.org/drawingml/2006/main">
            <a:off x="11306175" y="4829175"/>
            <a:ext cx="104775" cy="257175"/>
          </a:xfrm>
          <a:prstGeom xmlns:a="http://schemas.openxmlformats.org/drawingml/2006/main" prst="roundRect">
            <a:avLst>
              <a:gd name="adj" fmla="val 9091"/>
            </a:avLst>
          </a:prstGeom>
          <a:solidFill xmlns:a="http://schemas.openxmlformats.org/drawingml/2006/main">
            <a:srgbClr val="AAB8C4"/>
          </a:solidFill>
          <a:ln xmlns:a="http://schemas.openxmlformats.org/drawingml/2006/main" w="9525">
            <a:solidFill>
              <a:srgbClr val="FFFFFF"/>
            </a:solidFill>
          </a:ln>
        </p:spPr>
      </p:sp>
      <p:sp>
        <p:nvSpPr>
          <p:cNvPr id="372" name="projected-vector-3-1">
            <a:extLst xmlns:a="http://schemas.openxmlformats.org/drawingml/2006/main">
              <a:ext uri="{FF2B5EF4-FFF2-40B4-BE49-F238E27FC236}">
                <a16:creationId xmlns:a16="http://schemas.microsoft.com/office/drawing/2014/main" id="{DBFBDE67-111E-443B-8796-54C4CAEBFE45}"/>
              </a:ext>
            </a:extLst>
          </p:cNvPr>
          <p:cNvSpPr>
            <a:spLocks xmlns:a="http://schemas.openxmlformats.org/drawingml/2006/main" noGrp="1"/>
          </p:cNvSpPr>
          <p:nvPr/>
        </p:nvSpPr>
        <p:spPr>
          <a:xfrm xmlns:a="http://schemas.openxmlformats.org/drawingml/2006/main">
            <a:off x="11430000" y="4829175"/>
            <a:ext cx="104775" cy="257175"/>
          </a:xfrm>
          <a:prstGeom xmlns:a="http://schemas.openxmlformats.org/drawingml/2006/main" prst="roundRect">
            <a:avLst>
              <a:gd name="adj" fmla="val 9091"/>
            </a:avLst>
          </a:prstGeom>
          <a:solidFill xmlns:a="http://schemas.openxmlformats.org/drawingml/2006/main">
            <a:srgbClr val="D9E0E5"/>
          </a:solidFill>
          <a:ln xmlns:a="http://schemas.openxmlformats.org/drawingml/2006/main" w="9525">
            <a:solidFill>
              <a:srgbClr val="FFFFFF"/>
            </a:solidFill>
          </a:ln>
        </p:spPr>
      </p:sp>
      <p:sp>
        <p:nvSpPr>
          <p:cNvPr id="373" name="projected-vector-3-2">
            <a:extLst xmlns:a="http://schemas.openxmlformats.org/drawingml/2006/main">
              <a:ext uri="{FF2B5EF4-FFF2-40B4-BE49-F238E27FC236}">
                <a16:creationId xmlns:a16="http://schemas.microsoft.com/office/drawing/2014/main" id="{26C23264-5499-49F8-9622-2218985D99C4}"/>
              </a:ext>
            </a:extLst>
          </p:cNvPr>
          <p:cNvSpPr>
            <a:spLocks xmlns:a="http://schemas.openxmlformats.org/drawingml/2006/main" noGrp="1"/>
          </p:cNvSpPr>
          <p:nvPr/>
        </p:nvSpPr>
        <p:spPr>
          <a:xfrm xmlns:a="http://schemas.openxmlformats.org/drawingml/2006/main">
            <a:off x="11553825" y="4829175"/>
            <a:ext cx="104775" cy="257175"/>
          </a:xfrm>
          <a:prstGeom xmlns:a="http://schemas.openxmlformats.org/drawingml/2006/main" prst="roundRect">
            <a:avLst>
              <a:gd name="adj" fmla="val 9091"/>
            </a:avLst>
          </a:prstGeom>
          <a:solidFill xmlns:a="http://schemas.openxmlformats.org/drawingml/2006/main">
            <a:srgbClr val="BECAD3"/>
          </a:solidFill>
          <a:ln xmlns:a="http://schemas.openxmlformats.org/drawingml/2006/main" w="9525">
            <a:solidFill>
              <a:srgbClr val="FFFFFF"/>
            </a:solidFill>
          </a:ln>
        </p:spPr>
      </p:sp>
      <p:sp>
        <p:nvSpPr>
          <p:cNvPr id="374" name="vector-to-concat-3-1">
            <a:extLst xmlns:a="http://schemas.openxmlformats.org/drawingml/2006/main">
              <a:ext uri="{FF2B5EF4-FFF2-40B4-BE49-F238E27FC236}">
                <a16:creationId xmlns:a16="http://schemas.microsoft.com/office/drawing/2014/main" id="{131F6A5C-84F7-4057-B7E7-306589002D10}"/>
              </a:ext>
            </a:extLst>
          </p:cNvPr>
          <p:cNvSpPr>
            <a:spLocks xmlns:a="http://schemas.openxmlformats.org/drawingml/2006/main" noGrp="1"/>
          </p:cNvSpPr>
          <p:nvPr/>
        </p:nvSpPr>
        <p:spPr>
          <a:xfrm xmlns:a="http://schemas.openxmlformats.org/drawingml/2006/main" flipV="1">
            <a:off x="11677650" y="4376738"/>
            <a:ext cx="457200" cy="576263"/>
          </a:xfrm>
          <a:prstGeom xmlns:a="http://schemas.openxmlformats.org/drawingml/2006/main" prst="line">
            <a:avLst/>
          </a:prstGeom>
          <a:noFill xmlns:a="http://schemas.openxmlformats.org/drawingml/2006/main"/>
          <a:ln xmlns:a="http://schemas.openxmlformats.org/drawingml/2006/main" w="20003">
            <a:solidFill>
              <a:srgbClr val="B79555"/>
            </a:solidFill>
            <a:prstDash val="solid"/>
          </a:ln>
        </p:spPr>
      </p:sp>
      <p:sp>
        <p:nvSpPr>
          <p:cNvPr id="375" name="vector-to-concat-3-head">
            <a:extLst xmlns:a="http://schemas.openxmlformats.org/drawingml/2006/main">
              <a:ext uri="{FF2B5EF4-FFF2-40B4-BE49-F238E27FC236}">
                <a16:creationId xmlns:a16="http://schemas.microsoft.com/office/drawing/2014/main" id="{205665B1-F8E2-4861-81EE-326A90CE9CB5}"/>
              </a:ext>
            </a:extLst>
          </p:cNvPr>
          <p:cNvSpPr>
            <a:spLocks xmlns:a="http://schemas.openxmlformats.org/drawingml/2006/main" noGrp="1"/>
          </p:cNvSpPr>
          <p:nvPr/>
        </p:nvSpPr>
        <p:spPr>
          <a:xfrm xmlns:a="http://schemas.openxmlformats.org/drawingml/2006/main">
            <a:off x="12020580" y="4376738"/>
            <a:ext cx="114270" cy="126604"/>
          </a:xfrm>
          <a:custGeom xmlns:a="http://schemas.openxmlformats.org/drawingml/2006/main">
            <a:pathLst>
              <a:path w="114270" h="126604">
                <a:moveTo>
                  <a:pt x="114270" y="0"/>
                </a:moveTo>
                <a:lnTo>
                  <a:pt x="0" y="67403"/>
                </a:lnTo>
                <a:lnTo>
                  <a:pt x="60989" y="67156"/>
                </a:lnTo>
                <a:lnTo>
                  <a:pt x="74618" y="126604"/>
                </a:lnTo>
                <a:close/>
              </a:path>
            </a:pathLst>
          </a:custGeom>
          <a:solidFill xmlns:a="http://schemas.openxmlformats.org/drawingml/2006/main">
            <a:srgbClr val="B79555"/>
          </a:solidFill>
          <a:ln xmlns:a="http://schemas.openxmlformats.org/drawingml/2006/main" w="15240">
            <a:noFill/>
          </a:ln>
        </p:spPr>
      </p:sp>
      <p:sp>
        <p:nvSpPr>
          <p:cNvPr id="376" name="concat-segment-3-0">
            <a:extLst xmlns:a="http://schemas.openxmlformats.org/drawingml/2006/main">
              <a:ext uri="{FF2B5EF4-FFF2-40B4-BE49-F238E27FC236}">
                <a16:creationId xmlns:a16="http://schemas.microsoft.com/office/drawing/2014/main" id="{6AD7D55A-E631-411A-96AE-D7BC013770FF}"/>
              </a:ext>
            </a:extLst>
          </p:cNvPr>
          <p:cNvSpPr>
            <a:spLocks xmlns:a="http://schemas.openxmlformats.org/drawingml/2006/main" noGrp="1"/>
          </p:cNvSpPr>
          <p:nvPr/>
        </p:nvSpPr>
        <p:spPr>
          <a:xfrm xmlns:a="http://schemas.openxmlformats.org/drawingml/2006/main">
            <a:off x="12211050" y="4176713"/>
            <a:ext cx="342900" cy="123825"/>
          </a:xfrm>
          <a:prstGeom xmlns:a="http://schemas.openxmlformats.org/drawingml/2006/main" prst="rect">
            <a:avLst/>
          </a:prstGeom>
          <a:solidFill xmlns:a="http://schemas.openxmlformats.org/drawingml/2006/main">
            <a:srgbClr val="C8D3DD"/>
          </a:solidFill>
          <a:ln xmlns:a="http://schemas.openxmlformats.org/drawingml/2006/main" w="15240">
            <a:noFill/>
          </a:ln>
        </p:spPr>
      </p:sp>
      <p:sp>
        <p:nvSpPr>
          <p:cNvPr id="377" name="concat-segment-3-1">
            <a:extLst xmlns:a="http://schemas.openxmlformats.org/drawingml/2006/main">
              <a:ext uri="{FF2B5EF4-FFF2-40B4-BE49-F238E27FC236}">
                <a16:creationId xmlns:a16="http://schemas.microsoft.com/office/drawing/2014/main" id="{38EF3065-1310-4DB3-8AF6-FE5D3B46FFD7}"/>
              </a:ext>
            </a:extLst>
          </p:cNvPr>
          <p:cNvSpPr>
            <a:spLocks xmlns:a="http://schemas.openxmlformats.org/drawingml/2006/main" noGrp="1"/>
          </p:cNvSpPr>
          <p:nvPr/>
        </p:nvSpPr>
        <p:spPr>
          <a:xfrm xmlns:a="http://schemas.openxmlformats.org/drawingml/2006/main">
            <a:off x="12211050" y="4310063"/>
            <a:ext cx="342900" cy="123825"/>
          </a:xfrm>
          <a:prstGeom xmlns:a="http://schemas.openxmlformats.org/drawingml/2006/main" prst="rect">
            <a:avLst/>
          </a:prstGeom>
          <a:solidFill xmlns:a="http://schemas.openxmlformats.org/drawingml/2006/main">
            <a:srgbClr val="C8D3DD"/>
          </a:solidFill>
          <a:ln xmlns:a="http://schemas.openxmlformats.org/drawingml/2006/main" w="15240">
            <a:noFill/>
          </a:ln>
        </p:spPr>
      </p:sp>
      <p:sp>
        <p:nvSpPr>
          <p:cNvPr id="378" name="concat-segment-3-2">
            <a:extLst xmlns:a="http://schemas.openxmlformats.org/drawingml/2006/main">
              <a:ext uri="{FF2B5EF4-FFF2-40B4-BE49-F238E27FC236}">
                <a16:creationId xmlns:a16="http://schemas.microsoft.com/office/drawing/2014/main" id="{DA60B6C1-A200-4D55-A32B-C64CA63426CE}"/>
              </a:ext>
            </a:extLst>
          </p:cNvPr>
          <p:cNvSpPr>
            <a:spLocks xmlns:a="http://schemas.openxmlformats.org/drawingml/2006/main" noGrp="1"/>
          </p:cNvSpPr>
          <p:nvPr/>
        </p:nvSpPr>
        <p:spPr>
          <a:xfrm xmlns:a="http://schemas.openxmlformats.org/drawingml/2006/main">
            <a:off x="12211050" y="4443413"/>
            <a:ext cx="342900" cy="123825"/>
          </a:xfrm>
          <a:prstGeom xmlns:a="http://schemas.openxmlformats.org/drawingml/2006/main" prst="rect">
            <a:avLst/>
          </a:prstGeom>
          <a:solidFill xmlns:a="http://schemas.openxmlformats.org/drawingml/2006/main">
            <a:srgbClr val="C8D3DD"/>
          </a:solidFill>
          <a:ln xmlns:a="http://schemas.openxmlformats.org/drawingml/2006/main" w="15240">
            <a:noFill/>
          </a:ln>
        </p:spPr>
      </p:sp>
      <p:sp>
        <p:nvSpPr>
          <p:cNvPr id="379" name="features-to-project-4-1">
            <a:extLst xmlns:a="http://schemas.openxmlformats.org/drawingml/2006/main">
              <a:ext uri="{FF2B5EF4-FFF2-40B4-BE49-F238E27FC236}">
                <a16:creationId xmlns:a16="http://schemas.microsoft.com/office/drawing/2014/main" id="{7773C553-8A87-472E-8834-46B8B81353D3}"/>
              </a:ext>
            </a:extLst>
          </p:cNvPr>
          <p:cNvSpPr>
            <a:spLocks xmlns:a="http://schemas.openxmlformats.org/drawingml/2006/main" noGrp="1"/>
          </p:cNvSpPr>
          <p:nvPr/>
        </p:nvSpPr>
        <p:spPr>
          <a:xfrm xmlns:a="http://schemas.openxmlformats.org/drawingml/2006/main" flipV="0">
            <a:off x="8982075" y="5953125"/>
            <a:ext cx="390525" cy="95"/>
          </a:xfrm>
          <a:prstGeom xmlns:a="http://schemas.openxmlformats.org/drawingml/2006/main" prst="line">
            <a:avLst/>
          </a:prstGeom>
          <a:noFill xmlns:a="http://schemas.openxmlformats.org/drawingml/2006/main"/>
          <a:ln xmlns:a="http://schemas.openxmlformats.org/drawingml/2006/main" w="20955">
            <a:solidFill>
              <a:srgbClr val="779ABB"/>
            </a:solidFill>
            <a:prstDash val="solid"/>
          </a:ln>
        </p:spPr>
      </p:sp>
      <p:sp>
        <p:nvSpPr>
          <p:cNvPr id="380" name="features-to-project-4-head">
            <a:extLst xmlns:a="http://schemas.openxmlformats.org/drawingml/2006/main">
              <a:ext uri="{FF2B5EF4-FFF2-40B4-BE49-F238E27FC236}">
                <a16:creationId xmlns:a16="http://schemas.microsoft.com/office/drawing/2014/main" id="{2687EADC-F1CF-4793-8B68-8B7F5366DDC8}"/>
              </a:ext>
            </a:extLst>
          </p:cNvPr>
          <p:cNvSpPr>
            <a:spLocks xmlns:a="http://schemas.openxmlformats.org/drawingml/2006/main" noGrp="1"/>
          </p:cNvSpPr>
          <p:nvPr/>
        </p:nvSpPr>
        <p:spPr>
          <a:xfrm xmlns:a="http://schemas.openxmlformats.org/drawingml/2006/main">
            <a:off x="9248775" y="590550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779ABB"/>
          </a:solidFill>
          <a:ln xmlns:a="http://schemas.openxmlformats.org/drawingml/2006/main" w="15240">
            <a:noFill/>
          </a:ln>
        </p:spPr>
      </p:sp>
      <p:sp>
        <p:nvSpPr>
          <p:cNvPr id="381" name="projection-4-gradient-shadow">
            <a:extLst xmlns:a="http://schemas.openxmlformats.org/drawingml/2006/main">
              <a:ext uri="{FF2B5EF4-FFF2-40B4-BE49-F238E27FC236}">
                <a16:creationId xmlns:a16="http://schemas.microsoft.com/office/drawing/2014/main" id="{131FFD61-E13F-4BEE-85B2-D90BB7676574}"/>
              </a:ext>
            </a:extLst>
          </p:cNvPr>
          <p:cNvSpPr>
            <a:spLocks xmlns:a="http://schemas.openxmlformats.org/drawingml/2006/main" noGrp="1"/>
          </p:cNvSpPr>
          <p:nvPr/>
        </p:nvSpPr>
        <p:spPr>
          <a:xfrm xmlns:a="http://schemas.openxmlformats.org/drawingml/2006/main">
            <a:off x="9315450" y="6124575"/>
            <a:ext cx="1866900" cy="257175"/>
          </a:xfrm>
          <a:prstGeom xmlns:a="http://schemas.openxmlformats.org/drawingml/2006/main" prst="ellipse">
            <a:avLst/>
          </a:prstGeom>
          <a:gradFill xmlns:a="http://schemas.openxmlformats.org/drawingml/2006/main">
            <a:gsLst>
              <a:gs pos="0">
                <a:srgbClr val="233545">
                  <a:alpha val="10000"/>
                </a:srgbClr>
              </a:gs>
              <a:gs pos="48000">
                <a:srgbClr val="233545">
                  <a:alpha val="3500"/>
                </a:srgbClr>
              </a:gs>
              <a:gs pos="100000">
                <a:srgbClr val="233545">
                  <a:alpha val="0"/>
                </a:srgbClr>
              </a:gs>
            </a:gsLst>
            <a:path path="shape"/>
          </a:gradFill>
          <a:ln xmlns:a="http://schemas.openxmlformats.org/drawingml/2006/main" w="0">
            <a:noFill/>
          </a:ln>
        </p:spPr>
      </p:sp>
      <p:sp>
        <p:nvSpPr>
          <p:cNvPr id="382" name="projection-4">
            <a:extLst xmlns:a="http://schemas.openxmlformats.org/drawingml/2006/main">
              <a:ext uri="{FF2B5EF4-FFF2-40B4-BE49-F238E27FC236}">
                <a16:creationId xmlns:a16="http://schemas.microsoft.com/office/drawing/2014/main" id="{98B28771-2FE1-4522-8308-62D732A585E2}"/>
              </a:ext>
            </a:extLst>
          </p:cNvPr>
          <p:cNvSpPr>
            <a:spLocks xmlns:a="http://schemas.openxmlformats.org/drawingml/2006/main" noGrp="1"/>
          </p:cNvSpPr>
          <p:nvPr/>
        </p:nvSpPr>
        <p:spPr>
          <a:xfrm xmlns:a="http://schemas.openxmlformats.org/drawingml/2006/main">
            <a:off x="9429750" y="5715000"/>
            <a:ext cx="1562100" cy="476250"/>
          </a:xfrm>
          <a:prstGeom xmlns:a="http://schemas.openxmlformats.org/drawingml/2006/main" prst="roundRect">
            <a:avLst>
              <a:gd name="adj" fmla="val 8000"/>
            </a:avLst>
          </a:prstGeom>
          <a:solidFill xmlns:a="http://schemas.openxmlformats.org/drawingml/2006/main">
            <a:srgbClr val="FAF0DE"/>
          </a:solidFill>
          <a:ln xmlns:a="http://schemas.openxmlformats.org/drawingml/2006/main" w="15240">
            <a:solidFill>
              <a:srgbClr val="C7B185"/>
            </a:solidFill>
          </a:ln>
        </p:spPr>
      </p:sp>
      <p:sp>
        <p:nvSpPr>
          <p:cNvPr id="383" name="projection-name-4">
            <a:extLst xmlns:a="http://schemas.openxmlformats.org/drawingml/2006/main">
              <a:ext uri="{FF2B5EF4-FFF2-40B4-BE49-F238E27FC236}">
                <a16:creationId xmlns:a16="http://schemas.microsoft.com/office/drawing/2014/main" id="{D64F0E05-9B84-403E-BE89-D659DE94BF49}"/>
              </a:ext>
            </a:extLst>
          </p:cNvPr>
          <p:cNvSpPr>
            <a:spLocks xmlns:a="http://schemas.openxmlformats.org/drawingml/2006/main" noGrp="1"/>
          </p:cNvSpPr>
          <p:nvPr/>
        </p:nvSpPr>
        <p:spPr>
          <a:xfrm xmlns:a="http://schemas.openxmlformats.org/drawingml/2006/main">
            <a:off x="9553575" y="5791200"/>
            <a:ext cx="1314450" cy="3238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i="0">
                <a:solidFill>
                  <a:srgbClr val="2B3540"/>
                </a:solidFill>
                <a:latin typeface="Times New Roman"/>
                <a:ea typeface="Times New Roman"/>
                <a:cs typeface="Times New Roman"/>
              </a:defRPr>
            </a:pPr>
            <a:r>
              <a:rPr sz="2025" b="0" i="0">
                <a:solidFill>
                  <a:srgbClr val="2B3540"/>
                </a:solidFill>
                <a:latin typeface="Times New Roman"/>
                <a:ea typeface="Times New Roman"/>
                <a:cs typeface="Times New Roman"/>
              </a:rPr>
              <a:t>Linear + LN</a:t>
            </a:r>
          </a:p>
        </p:txBody>
      </p:sp>
      <p:sp>
        <p:nvSpPr>
          <p:cNvPr id="384" name="project-to-vector-4-1">
            <a:extLst xmlns:a="http://schemas.openxmlformats.org/drawingml/2006/main">
              <a:ext uri="{FF2B5EF4-FFF2-40B4-BE49-F238E27FC236}">
                <a16:creationId xmlns:a16="http://schemas.microsoft.com/office/drawing/2014/main" id="{6A8B1C0A-4724-4F52-A677-8822B1DDBFC0}"/>
              </a:ext>
            </a:extLst>
          </p:cNvPr>
          <p:cNvSpPr>
            <a:spLocks xmlns:a="http://schemas.openxmlformats.org/drawingml/2006/main" noGrp="1"/>
          </p:cNvSpPr>
          <p:nvPr/>
        </p:nvSpPr>
        <p:spPr>
          <a:xfrm xmlns:a="http://schemas.openxmlformats.org/drawingml/2006/main" flipV="0">
            <a:off x="10991850" y="5953125"/>
            <a:ext cx="295275" cy="95"/>
          </a:xfrm>
          <a:prstGeom xmlns:a="http://schemas.openxmlformats.org/drawingml/2006/main" prst="line">
            <a:avLst/>
          </a:prstGeom>
          <a:noFill xmlns:a="http://schemas.openxmlformats.org/drawingml/2006/main"/>
          <a:ln xmlns:a="http://schemas.openxmlformats.org/drawingml/2006/main" w="20955">
            <a:solidFill>
              <a:srgbClr val="B79555"/>
            </a:solidFill>
            <a:prstDash val="solid"/>
          </a:ln>
        </p:spPr>
      </p:sp>
      <p:sp>
        <p:nvSpPr>
          <p:cNvPr id="385" name="project-to-vector-4-head">
            <a:extLst xmlns:a="http://schemas.openxmlformats.org/drawingml/2006/main">
              <a:ext uri="{FF2B5EF4-FFF2-40B4-BE49-F238E27FC236}">
                <a16:creationId xmlns:a16="http://schemas.microsoft.com/office/drawing/2014/main" id="{F3F2D1A2-4C75-43E6-B1C7-5BFB99EE86A6}"/>
              </a:ext>
            </a:extLst>
          </p:cNvPr>
          <p:cNvSpPr>
            <a:spLocks xmlns:a="http://schemas.openxmlformats.org/drawingml/2006/main" noGrp="1"/>
          </p:cNvSpPr>
          <p:nvPr/>
        </p:nvSpPr>
        <p:spPr>
          <a:xfrm xmlns:a="http://schemas.openxmlformats.org/drawingml/2006/main">
            <a:off x="11163300" y="590550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B79555"/>
          </a:solidFill>
          <a:ln xmlns:a="http://schemas.openxmlformats.org/drawingml/2006/main" w="15240">
            <a:noFill/>
          </a:ln>
        </p:spPr>
      </p:sp>
      <p:sp>
        <p:nvSpPr>
          <p:cNvPr id="386" name="projected-vector-4-0">
            <a:extLst xmlns:a="http://schemas.openxmlformats.org/drawingml/2006/main">
              <a:ext uri="{FF2B5EF4-FFF2-40B4-BE49-F238E27FC236}">
                <a16:creationId xmlns:a16="http://schemas.microsoft.com/office/drawing/2014/main" id="{7950BF02-DE29-4830-B65D-68CF881D883B}"/>
              </a:ext>
            </a:extLst>
          </p:cNvPr>
          <p:cNvSpPr>
            <a:spLocks xmlns:a="http://schemas.openxmlformats.org/drawingml/2006/main" noGrp="1"/>
          </p:cNvSpPr>
          <p:nvPr/>
        </p:nvSpPr>
        <p:spPr>
          <a:xfrm xmlns:a="http://schemas.openxmlformats.org/drawingml/2006/main">
            <a:off x="11306175" y="5829300"/>
            <a:ext cx="104775" cy="257175"/>
          </a:xfrm>
          <a:prstGeom xmlns:a="http://schemas.openxmlformats.org/drawingml/2006/main" prst="roundRect">
            <a:avLst>
              <a:gd name="adj" fmla="val 9091"/>
            </a:avLst>
          </a:prstGeom>
          <a:solidFill xmlns:a="http://schemas.openxmlformats.org/drawingml/2006/main">
            <a:srgbClr val="B3C9DA"/>
          </a:solidFill>
          <a:ln xmlns:a="http://schemas.openxmlformats.org/drawingml/2006/main" w="9525">
            <a:solidFill>
              <a:srgbClr val="FFFFFF"/>
            </a:solidFill>
          </a:ln>
        </p:spPr>
      </p:sp>
      <p:sp>
        <p:nvSpPr>
          <p:cNvPr id="387" name="projected-vector-4-1">
            <a:extLst xmlns:a="http://schemas.openxmlformats.org/drawingml/2006/main">
              <a:ext uri="{FF2B5EF4-FFF2-40B4-BE49-F238E27FC236}">
                <a16:creationId xmlns:a16="http://schemas.microsoft.com/office/drawing/2014/main" id="{A334EFFB-1CB2-4B2B-AAB4-7C4D704A815D}"/>
              </a:ext>
            </a:extLst>
          </p:cNvPr>
          <p:cNvSpPr>
            <a:spLocks xmlns:a="http://schemas.openxmlformats.org/drawingml/2006/main" noGrp="1"/>
          </p:cNvSpPr>
          <p:nvPr/>
        </p:nvSpPr>
        <p:spPr>
          <a:xfrm xmlns:a="http://schemas.openxmlformats.org/drawingml/2006/main">
            <a:off x="11430000" y="5829300"/>
            <a:ext cx="104775" cy="257175"/>
          </a:xfrm>
          <a:prstGeom xmlns:a="http://schemas.openxmlformats.org/drawingml/2006/main" prst="roundRect">
            <a:avLst>
              <a:gd name="adj" fmla="val 9091"/>
            </a:avLst>
          </a:prstGeom>
          <a:solidFill xmlns:a="http://schemas.openxmlformats.org/drawingml/2006/main">
            <a:srgbClr val="DCE8F1"/>
          </a:solidFill>
          <a:ln xmlns:a="http://schemas.openxmlformats.org/drawingml/2006/main" w="9525">
            <a:solidFill>
              <a:srgbClr val="FFFFFF"/>
            </a:solidFill>
          </a:ln>
        </p:spPr>
      </p:sp>
      <p:sp>
        <p:nvSpPr>
          <p:cNvPr id="388" name="projected-vector-4-2">
            <a:extLst xmlns:a="http://schemas.openxmlformats.org/drawingml/2006/main">
              <a:ext uri="{FF2B5EF4-FFF2-40B4-BE49-F238E27FC236}">
                <a16:creationId xmlns:a16="http://schemas.microsoft.com/office/drawing/2014/main" id="{4807223D-2581-4CA8-93A7-999121E42FB8}"/>
              </a:ext>
            </a:extLst>
          </p:cNvPr>
          <p:cNvSpPr>
            <a:spLocks xmlns:a="http://schemas.openxmlformats.org/drawingml/2006/main" noGrp="1"/>
          </p:cNvSpPr>
          <p:nvPr/>
        </p:nvSpPr>
        <p:spPr>
          <a:xfrm xmlns:a="http://schemas.openxmlformats.org/drawingml/2006/main">
            <a:off x="11553825" y="5829300"/>
            <a:ext cx="104775" cy="257175"/>
          </a:xfrm>
          <a:prstGeom xmlns:a="http://schemas.openxmlformats.org/drawingml/2006/main" prst="roundRect">
            <a:avLst>
              <a:gd name="adj" fmla="val 9091"/>
            </a:avLst>
          </a:prstGeom>
          <a:solidFill xmlns:a="http://schemas.openxmlformats.org/drawingml/2006/main">
            <a:srgbClr val="94B2CA"/>
          </a:solidFill>
          <a:ln xmlns:a="http://schemas.openxmlformats.org/drawingml/2006/main" w="9525">
            <a:solidFill>
              <a:srgbClr val="FFFFFF"/>
            </a:solidFill>
          </a:ln>
        </p:spPr>
      </p:sp>
      <p:sp>
        <p:nvSpPr>
          <p:cNvPr id="389" name="vector-to-concat-4-1">
            <a:extLst xmlns:a="http://schemas.openxmlformats.org/drawingml/2006/main">
              <a:ext uri="{FF2B5EF4-FFF2-40B4-BE49-F238E27FC236}">
                <a16:creationId xmlns:a16="http://schemas.microsoft.com/office/drawing/2014/main" id="{E1BA259D-4975-4C05-A63B-6057A91C79FC}"/>
              </a:ext>
            </a:extLst>
          </p:cNvPr>
          <p:cNvSpPr>
            <a:spLocks xmlns:a="http://schemas.openxmlformats.org/drawingml/2006/main" noGrp="1"/>
          </p:cNvSpPr>
          <p:nvPr/>
        </p:nvSpPr>
        <p:spPr>
          <a:xfrm xmlns:a="http://schemas.openxmlformats.org/drawingml/2006/main" flipV="1">
            <a:off x="11677650" y="4800600"/>
            <a:ext cx="457200" cy="1152525"/>
          </a:xfrm>
          <a:prstGeom xmlns:a="http://schemas.openxmlformats.org/drawingml/2006/main" prst="line">
            <a:avLst/>
          </a:prstGeom>
          <a:noFill xmlns:a="http://schemas.openxmlformats.org/drawingml/2006/main"/>
          <a:ln xmlns:a="http://schemas.openxmlformats.org/drawingml/2006/main" w="20003">
            <a:solidFill>
              <a:srgbClr val="B79555"/>
            </a:solidFill>
            <a:prstDash val="solid"/>
          </a:ln>
        </p:spPr>
      </p:sp>
      <p:sp>
        <p:nvSpPr>
          <p:cNvPr id="390" name="vector-to-concat-4-head">
            <a:extLst xmlns:a="http://schemas.openxmlformats.org/drawingml/2006/main">
              <a:ext uri="{FF2B5EF4-FFF2-40B4-BE49-F238E27FC236}">
                <a16:creationId xmlns:a16="http://schemas.microsoft.com/office/drawing/2014/main" id="{858173A4-BF8A-4AFB-9229-8BB065A68CD6}"/>
              </a:ext>
            </a:extLst>
          </p:cNvPr>
          <p:cNvSpPr>
            <a:spLocks xmlns:a="http://schemas.openxmlformats.org/drawingml/2006/main" noGrp="1"/>
          </p:cNvSpPr>
          <p:nvPr/>
        </p:nvSpPr>
        <p:spPr>
          <a:xfrm xmlns:a="http://schemas.openxmlformats.org/drawingml/2006/main">
            <a:off x="12044922" y="4800600"/>
            <a:ext cx="89928" cy="132661"/>
          </a:xfrm>
          <a:custGeom xmlns:a="http://schemas.openxmlformats.org/drawingml/2006/main">
            <a:pathLst>
              <a:path w="89928" h="132661">
                <a:moveTo>
                  <a:pt x="89928" y="0"/>
                </a:moveTo>
                <a:lnTo>
                  <a:pt x="0" y="97538"/>
                </a:lnTo>
                <a:lnTo>
                  <a:pt x="58318" y="79684"/>
                </a:lnTo>
                <a:lnTo>
                  <a:pt x="88538" y="132661"/>
                </a:lnTo>
                <a:close/>
              </a:path>
            </a:pathLst>
          </a:custGeom>
          <a:solidFill xmlns:a="http://schemas.openxmlformats.org/drawingml/2006/main">
            <a:srgbClr val="B79555"/>
          </a:solidFill>
          <a:ln xmlns:a="http://schemas.openxmlformats.org/drawingml/2006/main" w="15240">
            <a:noFill/>
          </a:ln>
        </p:spPr>
      </p:sp>
      <p:sp>
        <p:nvSpPr>
          <p:cNvPr id="391" name="concat-segment-4-0">
            <a:extLst xmlns:a="http://schemas.openxmlformats.org/drawingml/2006/main">
              <a:ext uri="{FF2B5EF4-FFF2-40B4-BE49-F238E27FC236}">
                <a16:creationId xmlns:a16="http://schemas.microsoft.com/office/drawing/2014/main" id="{C5BE0E34-88D0-44DF-8808-1107644A0C48}"/>
              </a:ext>
            </a:extLst>
          </p:cNvPr>
          <p:cNvSpPr>
            <a:spLocks xmlns:a="http://schemas.openxmlformats.org/drawingml/2006/main" noGrp="1"/>
          </p:cNvSpPr>
          <p:nvPr/>
        </p:nvSpPr>
        <p:spPr>
          <a:xfrm xmlns:a="http://schemas.openxmlformats.org/drawingml/2006/main">
            <a:off x="12211050" y="4600575"/>
            <a:ext cx="342900" cy="123825"/>
          </a:xfrm>
          <a:prstGeom xmlns:a="http://schemas.openxmlformats.org/drawingml/2006/main" prst="rect">
            <a:avLst/>
          </a:prstGeom>
          <a:solidFill xmlns:a="http://schemas.openxmlformats.org/drawingml/2006/main">
            <a:srgbClr val="AAC8DD"/>
          </a:solidFill>
          <a:ln xmlns:a="http://schemas.openxmlformats.org/drawingml/2006/main" w="15240">
            <a:noFill/>
          </a:ln>
        </p:spPr>
      </p:sp>
      <p:sp>
        <p:nvSpPr>
          <p:cNvPr id="392" name="concat-segment-4-1">
            <a:extLst xmlns:a="http://schemas.openxmlformats.org/drawingml/2006/main">
              <a:ext uri="{FF2B5EF4-FFF2-40B4-BE49-F238E27FC236}">
                <a16:creationId xmlns:a16="http://schemas.microsoft.com/office/drawing/2014/main" id="{0ED82412-2EC2-47EC-B49E-6938F6BB67D9}"/>
              </a:ext>
            </a:extLst>
          </p:cNvPr>
          <p:cNvSpPr>
            <a:spLocks xmlns:a="http://schemas.openxmlformats.org/drawingml/2006/main" noGrp="1"/>
          </p:cNvSpPr>
          <p:nvPr/>
        </p:nvSpPr>
        <p:spPr>
          <a:xfrm xmlns:a="http://schemas.openxmlformats.org/drawingml/2006/main">
            <a:off x="12211050" y="4733925"/>
            <a:ext cx="342900" cy="123825"/>
          </a:xfrm>
          <a:prstGeom xmlns:a="http://schemas.openxmlformats.org/drawingml/2006/main" prst="rect">
            <a:avLst/>
          </a:prstGeom>
          <a:solidFill xmlns:a="http://schemas.openxmlformats.org/drawingml/2006/main">
            <a:srgbClr val="AAC8DD"/>
          </a:solidFill>
          <a:ln xmlns:a="http://schemas.openxmlformats.org/drawingml/2006/main" w="15240">
            <a:noFill/>
          </a:ln>
        </p:spPr>
      </p:sp>
      <p:sp>
        <p:nvSpPr>
          <p:cNvPr id="393" name="concat-segment-4-2">
            <a:extLst xmlns:a="http://schemas.openxmlformats.org/drawingml/2006/main">
              <a:ext uri="{FF2B5EF4-FFF2-40B4-BE49-F238E27FC236}">
                <a16:creationId xmlns:a16="http://schemas.microsoft.com/office/drawing/2014/main" id="{38525AEA-978C-41B1-92D7-50528AB3C9CB}"/>
              </a:ext>
            </a:extLst>
          </p:cNvPr>
          <p:cNvSpPr>
            <a:spLocks xmlns:a="http://schemas.openxmlformats.org/drawingml/2006/main" noGrp="1"/>
          </p:cNvSpPr>
          <p:nvPr/>
        </p:nvSpPr>
        <p:spPr>
          <a:xfrm xmlns:a="http://schemas.openxmlformats.org/drawingml/2006/main">
            <a:off x="12211050" y="4867275"/>
            <a:ext cx="342900" cy="123825"/>
          </a:xfrm>
          <a:prstGeom xmlns:a="http://schemas.openxmlformats.org/drawingml/2006/main" prst="rect">
            <a:avLst/>
          </a:prstGeom>
          <a:solidFill xmlns:a="http://schemas.openxmlformats.org/drawingml/2006/main">
            <a:srgbClr val="AAC8DD"/>
          </a:solidFill>
          <a:ln xmlns:a="http://schemas.openxmlformats.org/drawingml/2006/main" w="15240">
            <a:noFill/>
          </a:ln>
        </p:spPr>
      </p:sp>
      <p:sp>
        <p:nvSpPr>
          <p:cNvPr id="394" name="concatenated-vector-label-math-0 z(x)">
            <a:extLst xmlns:a="http://schemas.openxmlformats.org/drawingml/2006/main">
              <a:ext uri="{FF2B5EF4-FFF2-40B4-BE49-F238E27FC236}">
                <a16:creationId xmlns:a16="http://schemas.microsoft.com/office/drawing/2014/main" id="{9F7FFBE9-B1F7-4C96-A813-88081CFC01CB}"/>
              </a:ext>
            </a:extLst>
          </p:cNvPr>
          <p:cNvSpPr>
            <a:spLocks xmlns:a="http://schemas.openxmlformats.org/drawingml/2006/main" noGrp="1"/>
          </p:cNvSpPr>
          <p:nvPr/>
        </p:nvSpPr>
        <p:spPr>
          <a:xfrm xmlns:a="http://schemas.openxmlformats.org/drawingml/2006/main">
            <a:off x="12180586" y="5192173"/>
            <a:ext cx="462353" cy="276225"/>
          </a:xfrm>
          <a:custGeom xmlns:a="http://schemas.openxmlformats.org/drawingml/2006/main">
            <a:pathLst>
              <a:path w="462353" h="276225">
                <a:moveTo>
                  <a:pt x="2158" y="210276"/>
                </a:moveTo>
                <a:lnTo>
                  <a:pt x="1214" y="210117"/>
                </a:lnTo>
                <a:lnTo>
                  <a:pt x="135" y="208844"/>
                </a:lnTo>
                <a:lnTo>
                  <a:pt x="0" y="207730"/>
                </a:lnTo>
                <a:lnTo>
                  <a:pt x="129" y="206564"/>
                </a:lnTo>
                <a:lnTo>
                  <a:pt x="518" y="205831"/>
                </a:lnTo>
                <a:lnTo>
                  <a:pt x="4419" y="199494"/>
                </a:lnTo>
                <a:lnTo>
                  <a:pt x="13353" y="187258"/>
                </a:lnTo>
                <a:lnTo>
                  <a:pt x="18386" y="181359"/>
                </a:lnTo>
                <a:lnTo>
                  <a:pt x="29543" y="169609"/>
                </a:lnTo>
                <a:lnTo>
                  <a:pt x="42124" y="157750"/>
                </a:lnTo>
                <a:lnTo>
                  <a:pt x="55450" y="145784"/>
                </a:lnTo>
                <a:lnTo>
                  <a:pt x="68840" y="133796"/>
                </a:lnTo>
                <a:lnTo>
                  <a:pt x="81001" y="122467"/>
                </a:lnTo>
                <a:lnTo>
                  <a:pt x="90636" y="112476"/>
                </a:lnTo>
                <a:lnTo>
                  <a:pt x="89557" y="112476"/>
                </a:lnTo>
                <a:lnTo>
                  <a:pt x="82058" y="111504"/>
                </a:lnTo>
                <a:lnTo>
                  <a:pt x="71732" y="108591"/>
                </a:lnTo>
                <a:lnTo>
                  <a:pt x="66175" y="106873"/>
                </a:lnTo>
                <a:lnTo>
                  <a:pt x="56939" y="104909"/>
                </a:lnTo>
                <a:lnTo>
                  <a:pt x="53260" y="104663"/>
                </a:lnTo>
                <a:lnTo>
                  <a:pt x="49637" y="104863"/>
                </a:lnTo>
                <a:lnTo>
                  <a:pt x="42537" y="106460"/>
                </a:lnTo>
                <a:lnTo>
                  <a:pt x="39060" y="107857"/>
                </a:lnTo>
                <a:lnTo>
                  <a:pt x="35942" y="109648"/>
                </a:lnTo>
                <a:lnTo>
                  <a:pt x="31583" y="114525"/>
                </a:lnTo>
                <a:lnTo>
                  <a:pt x="30342" y="117611"/>
                </a:lnTo>
                <a:lnTo>
                  <a:pt x="29586" y="119133"/>
                </a:lnTo>
                <a:lnTo>
                  <a:pt x="28184" y="119640"/>
                </a:lnTo>
                <a:lnTo>
                  <a:pt x="24817" y="119640"/>
                </a:lnTo>
                <a:lnTo>
                  <a:pt x="23873" y="119462"/>
                </a:lnTo>
                <a:lnTo>
                  <a:pt x="22794" y="118038"/>
                </a:lnTo>
                <a:lnTo>
                  <a:pt x="22659" y="116791"/>
                </a:lnTo>
                <a:lnTo>
                  <a:pt x="22659" y="115971"/>
                </a:lnTo>
                <a:lnTo>
                  <a:pt x="23911" y="112003"/>
                </a:lnTo>
                <a:lnTo>
                  <a:pt x="27450" y="104472"/>
                </a:lnTo>
                <a:lnTo>
                  <a:pt x="29737" y="100908"/>
                </a:lnTo>
                <a:lnTo>
                  <a:pt x="32340" y="97558"/>
                </a:lnTo>
                <a:lnTo>
                  <a:pt x="38404" y="91861"/>
                </a:lnTo>
                <a:lnTo>
                  <a:pt x="41865" y="89514"/>
                </a:lnTo>
                <a:lnTo>
                  <a:pt x="45507" y="87588"/>
                </a:lnTo>
                <a:lnTo>
                  <a:pt x="53017" y="85387"/>
                </a:lnTo>
                <a:lnTo>
                  <a:pt x="56885" y="85112"/>
                </a:lnTo>
                <a:lnTo>
                  <a:pt x="59529" y="85268"/>
                </a:lnTo>
                <a:lnTo>
                  <a:pt x="64104" y="86520"/>
                </a:lnTo>
                <a:lnTo>
                  <a:pt x="66035" y="87615"/>
                </a:lnTo>
                <a:lnTo>
                  <a:pt x="69995" y="90777"/>
                </a:lnTo>
                <a:lnTo>
                  <a:pt x="74538" y="95341"/>
                </a:lnTo>
                <a:lnTo>
                  <a:pt x="78951" y="99862"/>
                </a:lnTo>
                <a:lnTo>
                  <a:pt x="82436" y="102894"/>
                </a:lnTo>
                <a:lnTo>
                  <a:pt x="85878" y="104609"/>
                </a:lnTo>
                <a:lnTo>
                  <a:pt x="90075" y="105181"/>
                </a:lnTo>
                <a:lnTo>
                  <a:pt x="93037" y="104836"/>
                </a:lnTo>
                <a:lnTo>
                  <a:pt x="98475" y="102074"/>
                </a:lnTo>
                <a:lnTo>
                  <a:pt x="100951" y="99657"/>
                </a:lnTo>
                <a:lnTo>
                  <a:pt x="105721" y="93463"/>
                </a:lnTo>
                <a:lnTo>
                  <a:pt x="110447" y="85932"/>
                </a:lnTo>
                <a:lnTo>
                  <a:pt x="111364" y="85317"/>
                </a:lnTo>
                <a:lnTo>
                  <a:pt x="112475" y="85112"/>
                </a:lnTo>
                <a:lnTo>
                  <a:pt x="115712" y="85112"/>
                </a:lnTo>
                <a:lnTo>
                  <a:pt x="116576" y="85284"/>
                </a:lnTo>
                <a:lnTo>
                  <a:pt x="117266" y="85802"/>
                </a:lnTo>
                <a:lnTo>
                  <a:pt x="117719" y="86558"/>
                </a:lnTo>
                <a:lnTo>
                  <a:pt x="117870" y="87529"/>
                </a:lnTo>
                <a:lnTo>
                  <a:pt x="117730" y="88446"/>
                </a:lnTo>
                <a:lnTo>
                  <a:pt x="117309" y="89298"/>
                </a:lnTo>
                <a:lnTo>
                  <a:pt x="113441" y="95603"/>
                </a:lnTo>
                <a:lnTo>
                  <a:pt x="104766" y="107579"/>
                </a:lnTo>
                <a:lnTo>
                  <a:pt x="99959" y="113252"/>
                </a:lnTo>
                <a:lnTo>
                  <a:pt x="88543" y="125164"/>
                </a:lnTo>
                <a:lnTo>
                  <a:pt x="74063" y="138717"/>
                </a:lnTo>
                <a:lnTo>
                  <a:pt x="59334" y="151978"/>
                </a:lnTo>
                <a:lnTo>
                  <a:pt x="47088" y="163016"/>
                </a:lnTo>
                <a:lnTo>
                  <a:pt x="36470" y="173061"/>
                </a:lnTo>
                <a:lnTo>
                  <a:pt x="26544" y="183431"/>
                </a:lnTo>
                <a:lnTo>
                  <a:pt x="29079" y="183010"/>
                </a:lnTo>
                <a:lnTo>
                  <a:pt x="32370" y="182870"/>
                </a:lnTo>
                <a:lnTo>
                  <a:pt x="36044" y="183112"/>
                </a:lnTo>
                <a:lnTo>
                  <a:pt x="45237" y="185054"/>
                </a:lnTo>
                <a:lnTo>
                  <a:pt x="50756" y="186754"/>
                </a:lnTo>
                <a:lnTo>
                  <a:pt x="61083" y="189635"/>
                </a:lnTo>
                <a:lnTo>
                  <a:pt x="68754" y="190595"/>
                </a:lnTo>
                <a:lnTo>
                  <a:pt x="72212" y="190409"/>
                </a:lnTo>
                <a:lnTo>
                  <a:pt x="79161" y="188920"/>
                </a:lnTo>
                <a:lnTo>
                  <a:pt x="82652" y="187617"/>
                </a:lnTo>
                <a:lnTo>
                  <a:pt x="86048" y="185977"/>
                </a:lnTo>
                <a:lnTo>
                  <a:pt x="92112" y="181791"/>
                </a:lnTo>
                <a:lnTo>
                  <a:pt x="94780" y="179244"/>
                </a:lnTo>
                <a:lnTo>
                  <a:pt x="97137" y="176447"/>
                </a:lnTo>
                <a:lnTo>
                  <a:pt x="100590" y="170253"/>
                </a:lnTo>
                <a:lnTo>
                  <a:pt x="101685" y="166857"/>
                </a:lnTo>
                <a:lnTo>
                  <a:pt x="102549" y="165433"/>
                </a:lnTo>
                <a:lnTo>
                  <a:pt x="103843" y="164958"/>
                </a:lnTo>
                <a:lnTo>
                  <a:pt x="107210" y="164958"/>
                </a:lnTo>
                <a:lnTo>
                  <a:pt x="108181" y="165174"/>
                </a:lnTo>
                <a:lnTo>
                  <a:pt x="108936" y="165821"/>
                </a:lnTo>
                <a:lnTo>
                  <a:pt x="109454" y="166706"/>
                </a:lnTo>
                <a:lnTo>
                  <a:pt x="109627" y="167634"/>
                </a:lnTo>
                <a:lnTo>
                  <a:pt x="109562" y="167990"/>
                </a:lnTo>
                <a:lnTo>
                  <a:pt x="109368" y="168454"/>
                </a:lnTo>
                <a:lnTo>
                  <a:pt x="107857" y="173655"/>
                </a:lnTo>
                <a:lnTo>
                  <a:pt x="103412" y="183668"/>
                </a:lnTo>
                <a:lnTo>
                  <a:pt x="100477" y="188480"/>
                </a:lnTo>
                <a:lnTo>
                  <a:pt x="97124" y="193020"/>
                </a:lnTo>
                <a:lnTo>
                  <a:pt x="89333" y="200854"/>
                </a:lnTo>
                <a:lnTo>
                  <a:pt x="84896" y="204147"/>
                </a:lnTo>
                <a:lnTo>
                  <a:pt x="80197" y="206829"/>
                </a:lnTo>
                <a:lnTo>
                  <a:pt x="70313" y="209893"/>
                </a:lnTo>
                <a:lnTo>
                  <a:pt x="65129" y="210276"/>
                </a:lnTo>
                <a:lnTo>
                  <a:pt x="62596" y="210122"/>
                </a:lnTo>
                <a:lnTo>
                  <a:pt x="58129" y="208892"/>
                </a:lnTo>
                <a:lnTo>
                  <a:pt x="56194" y="207816"/>
                </a:lnTo>
                <a:lnTo>
                  <a:pt x="52245" y="204676"/>
                </a:lnTo>
                <a:lnTo>
                  <a:pt x="47649" y="200090"/>
                </a:lnTo>
                <a:lnTo>
                  <a:pt x="43182" y="195494"/>
                </a:lnTo>
                <a:lnTo>
                  <a:pt x="39621" y="192408"/>
                </a:lnTo>
                <a:lnTo>
                  <a:pt x="36179" y="190628"/>
                </a:lnTo>
                <a:lnTo>
                  <a:pt x="32068" y="190034"/>
                </a:lnTo>
                <a:lnTo>
                  <a:pt x="28680" y="190336"/>
                </a:lnTo>
                <a:lnTo>
                  <a:pt x="22163" y="192747"/>
                </a:lnTo>
                <a:lnTo>
                  <a:pt x="15991" y="197570"/>
                </a:lnTo>
                <a:lnTo>
                  <a:pt x="10164" y="204805"/>
                </a:lnTo>
                <a:lnTo>
                  <a:pt x="7380" y="209327"/>
                </a:lnTo>
                <a:lnTo>
                  <a:pt x="6463" y="210039"/>
                </a:lnTo>
                <a:lnTo>
                  <a:pt x="5525" y="210276"/>
                </a:lnTo>
                <a:lnTo>
                  <a:pt x="2158" y="210276"/>
                </a:lnTo>
                <a:close/>
                <a:moveTo>
                  <a:pt x="202680" y="275707"/>
                </a:moveTo>
                <a:lnTo>
                  <a:pt x="195262" y="269400"/>
                </a:lnTo>
                <a:lnTo>
                  <a:pt x="182012" y="255460"/>
                </a:lnTo>
                <a:lnTo>
                  <a:pt x="176180" y="247826"/>
                </a:lnTo>
                <a:lnTo>
                  <a:pt x="170882" y="239838"/>
                </a:lnTo>
                <a:lnTo>
                  <a:pt x="161775" y="223070"/>
                </a:lnTo>
                <a:lnTo>
                  <a:pt x="157966" y="214290"/>
                </a:lnTo>
                <a:lnTo>
                  <a:pt x="154651" y="205297"/>
                </a:lnTo>
                <a:lnTo>
                  <a:pt x="149364" y="186695"/>
                </a:lnTo>
                <a:lnTo>
                  <a:pt x="147392" y="177086"/>
                </a:lnTo>
                <a:lnTo>
                  <a:pt x="145862" y="167367"/>
                </a:lnTo>
                <a:lnTo>
                  <a:pt x="144114" y="147880"/>
                </a:lnTo>
                <a:lnTo>
                  <a:pt x="143896" y="138112"/>
                </a:lnTo>
                <a:lnTo>
                  <a:pt x="144114" y="128232"/>
                </a:lnTo>
                <a:lnTo>
                  <a:pt x="145862" y="108615"/>
                </a:lnTo>
                <a:lnTo>
                  <a:pt x="147392" y="98880"/>
                </a:lnTo>
                <a:lnTo>
                  <a:pt x="149372" y="89261"/>
                </a:lnTo>
                <a:lnTo>
                  <a:pt x="154724" y="70572"/>
                </a:lnTo>
                <a:lnTo>
                  <a:pt x="158096" y="61503"/>
                </a:lnTo>
                <a:lnTo>
                  <a:pt x="161967" y="52672"/>
                </a:lnTo>
                <a:lnTo>
                  <a:pt x="171181" y="35882"/>
                </a:lnTo>
                <a:lnTo>
                  <a:pt x="176525" y="27925"/>
                </a:lnTo>
                <a:lnTo>
                  <a:pt x="182368" y="20337"/>
                </a:lnTo>
                <a:lnTo>
                  <a:pt x="195445" y="6633"/>
                </a:lnTo>
                <a:lnTo>
                  <a:pt x="202680" y="518"/>
                </a:lnTo>
                <a:lnTo>
                  <a:pt x="203025" y="130"/>
                </a:lnTo>
                <a:lnTo>
                  <a:pt x="204061" y="0"/>
                </a:lnTo>
                <a:lnTo>
                  <a:pt x="206608" y="0"/>
                </a:lnTo>
                <a:lnTo>
                  <a:pt x="207385" y="183"/>
                </a:lnTo>
                <a:lnTo>
                  <a:pt x="208075" y="734"/>
                </a:lnTo>
                <a:lnTo>
                  <a:pt x="208593" y="1521"/>
                </a:lnTo>
                <a:lnTo>
                  <a:pt x="208766" y="2417"/>
                </a:lnTo>
                <a:lnTo>
                  <a:pt x="208636" y="3464"/>
                </a:lnTo>
                <a:lnTo>
                  <a:pt x="208248" y="4186"/>
                </a:lnTo>
                <a:lnTo>
                  <a:pt x="201776" y="10909"/>
                </a:lnTo>
                <a:lnTo>
                  <a:pt x="190533" y="25065"/>
                </a:lnTo>
                <a:lnTo>
                  <a:pt x="185761" y="32500"/>
                </a:lnTo>
                <a:lnTo>
                  <a:pt x="181491" y="40177"/>
                </a:lnTo>
                <a:lnTo>
                  <a:pt x="174262" y="56275"/>
                </a:lnTo>
                <a:lnTo>
                  <a:pt x="171303" y="64697"/>
                </a:lnTo>
                <a:lnTo>
                  <a:pt x="168772" y="73299"/>
                </a:lnTo>
                <a:lnTo>
                  <a:pt x="164845" y="90974"/>
                </a:lnTo>
                <a:lnTo>
                  <a:pt x="163447" y="100045"/>
                </a:lnTo>
                <a:lnTo>
                  <a:pt x="161635" y="118691"/>
                </a:lnTo>
                <a:lnTo>
                  <a:pt x="161030" y="138112"/>
                </a:lnTo>
                <a:lnTo>
                  <a:pt x="161214" y="148921"/>
                </a:lnTo>
                <a:lnTo>
                  <a:pt x="162680" y="169550"/>
                </a:lnTo>
                <a:lnTo>
                  <a:pt x="165612" y="188862"/>
                </a:lnTo>
                <a:lnTo>
                  <a:pt x="170010" y="206856"/>
                </a:lnTo>
                <a:lnTo>
                  <a:pt x="175875" y="223532"/>
                </a:lnTo>
                <a:lnTo>
                  <a:pt x="183205" y="238890"/>
                </a:lnTo>
                <a:lnTo>
                  <a:pt x="192002" y="252930"/>
                </a:lnTo>
                <a:lnTo>
                  <a:pt x="202264" y="265653"/>
                </a:lnTo>
                <a:lnTo>
                  <a:pt x="207946" y="271521"/>
                </a:lnTo>
                <a:lnTo>
                  <a:pt x="208561" y="272481"/>
                </a:lnTo>
                <a:lnTo>
                  <a:pt x="208766" y="273808"/>
                </a:lnTo>
                <a:lnTo>
                  <a:pt x="208582" y="274509"/>
                </a:lnTo>
                <a:lnTo>
                  <a:pt x="208032" y="275319"/>
                </a:lnTo>
                <a:lnTo>
                  <a:pt x="207309" y="275998"/>
                </a:lnTo>
                <a:lnTo>
                  <a:pt x="206608" y="276225"/>
                </a:lnTo>
                <a:lnTo>
                  <a:pt x="204061" y="276225"/>
                </a:lnTo>
                <a:lnTo>
                  <a:pt x="203025" y="276095"/>
                </a:lnTo>
                <a:lnTo>
                  <a:pt x="202680" y="275707"/>
                </a:lnTo>
                <a:close/>
                <a:moveTo>
                  <a:pt x="245856" y="199227"/>
                </a:moveTo>
                <a:lnTo>
                  <a:pt x="248546" y="200870"/>
                </a:lnTo>
                <a:lnTo>
                  <a:pt x="255430" y="202747"/>
                </a:lnTo>
                <a:lnTo>
                  <a:pt x="259624" y="202982"/>
                </a:lnTo>
                <a:lnTo>
                  <a:pt x="263814" y="202464"/>
                </a:lnTo>
                <a:lnTo>
                  <a:pt x="271431" y="198321"/>
                </a:lnTo>
                <a:lnTo>
                  <a:pt x="274860" y="194696"/>
                </a:lnTo>
                <a:lnTo>
                  <a:pt x="277900" y="190455"/>
                </a:lnTo>
                <a:lnTo>
                  <a:pt x="282410" y="181391"/>
                </a:lnTo>
                <a:lnTo>
                  <a:pt x="283881" y="176568"/>
                </a:lnTo>
                <a:lnTo>
                  <a:pt x="296440" y="127581"/>
                </a:lnTo>
                <a:lnTo>
                  <a:pt x="298674" y="116360"/>
                </a:lnTo>
                <a:lnTo>
                  <a:pt x="299418" y="109368"/>
                </a:lnTo>
                <a:lnTo>
                  <a:pt x="299178" y="106044"/>
                </a:lnTo>
                <a:lnTo>
                  <a:pt x="297257" y="100045"/>
                </a:lnTo>
                <a:lnTo>
                  <a:pt x="295577" y="97369"/>
                </a:lnTo>
                <a:lnTo>
                  <a:pt x="293465" y="95122"/>
                </a:lnTo>
                <a:lnTo>
                  <a:pt x="288091" y="92554"/>
                </a:lnTo>
                <a:lnTo>
                  <a:pt x="284830" y="92233"/>
                </a:lnTo>
                <a:lnTo>
                  <a:pt x="280517" y="92576"/>
                </a:lnTo>
                <a:lnTo>
                  <a:pt x="272295" y="95316"/>
                </a:lnTo>
                <a:lnTo>
                  <a:pt x="268386" y="97715"/>
                </a:lnTo>
                <a:lnTo>
                  <a:pt x="264696" y="100639"/>
                </a:lnTo>
                <a:lnTo>
                  <a:pt x="258222" y="107587"/>
                </a:lnTo>
                <a:lnTo>
                  <a:pt x="255438" y="111612"/>
                </a:lnTo>
                <a:lnTo>
                  <a:pt x="253000" y="115834"/>
                </a:lnTo>
                <a:lnTo>
                  <a:pt x="249288" y="124358"/>
                </a:lnTo>
                <a:lnTo>
                  <a:pt x="248014" y="128660"/>
                </a:lnTo>
                <a:lnTo>
                  <a:pt x="247216" y="129988"/>
                </a:lnTo>
                <a:lnTo>
                  <a:pt x="245856" y="130430"/>
                </a:lnTo>
                <a:lnTo>
                  <a:pt x="242490" y="130430"/>
                </a:lnTo>
                <a:lnTo>
                  <a:pt x="241546" y="130268"/>
                </a:lnTo>
                <a:lnTo>
                  <a:pt x="240467" y="128973"/>
                </a:lnTo>
                <a:lnTo>
                  <a:pt x="240332" y="127840"/>
                </a:lnTo>
                <a:lnTo>
                  <a:pt x="240332" y="127064"/>
                </a:lnTo>
                <a:lnTo>
                  <a:pt x="241907" y="121960"/>
                </a:lnTo>
                <a:lnTo>
                  <a:pt x="246482" y="111947"/>
                </a:lnTo>
                <a:lnTo>
                  <a:pt x="249482" y="107037"/>
                </a:lnTo>
                <a:lnTo>
                  <a:pt x="252900" y="102373"/>
                </a:lnTo>
                <a:lnTo>
                  <a:pt x="260819" y="94453"/>
                </a:lnTo>
                <a:lnTo>
                  <a:pt x="265322" y="91197"/>
                </a:lnTo>
                <a:lnTo>
                  <a:pt x="270104" y="88535"/>
                </a:lnTo>
                <a:lnTo>
                  <a:pt x="280139" y="85492"/>
                </a:lnTo>
                <a:lnTo>
                  <a:pt x="285391" y="85112"/>
                </a:lnTo>
                <a:lnTo>
                  <a:pt x="290319" y="85449"/>
                </a:lnTo>
                <a:lnTo>
                  <a:pt x="299448" y="88146"/>
                </a:lnTo>
                <a:lnTo>
                  <a:pt x="303648" y="90507"/>
                </a:lnTo>
                <a:lnTo>
                  <a:pt x="307427" y="93447"/>
                </a:lnTo>
                <a:lnTo>
                  <a:pt x="313189" y="100784"/>
                </a:lnTo>
                <a:lnTo>
                  <a:pt x="315172" y="105181"/>
                </a:lnTo>
                <a:lnTo>
                  <a:pt x="317707" y="101119"/>
                </a:lnTo>
                <a:lnTo>
                  <a:pt x="323750" y="93997"/>
                </a:lnTo>
                <a:lnTo>
                  <a:pt x="327257" y="90939"/>
                </a:lnTo>
                <a:lnTo>
                  <a:pt x="331014" y="88389"/>
                </a:lnTo>
                <a:lnTo>
                  <a:pt x="339063" y="85476"/>
                </a:lnTo>
                <a:lnTo>
                  <a:pt x="343355" y="85112"/>
                </a:lnTo>
                <a:lnTo>
                  <a:pt x="349365" y="85641"/>
                </a:lnTo>
                <a:lnTo>
                  <a:pt x="355483" y="87227"/>
                </a:lnTo>
                <a:lnTo>
                  <a:pt x="358448" y="88403"/>
                </a:lnTo>
                <a:lnTo>
                  <a:pt x="363519" y="91597"/>
                </a:lnTo>
                <a:lnTo>
                  <a:pt x="365626" y="93614"/>
                </a:lnTo>
                <a:lnTo>
                  <a:pt x="367344" y="95907"/>
                </a:lnTo>
                <a:lnTo>
                  <a:pt x="369308" y="101302"/>
                </a:lnTo>
                <a:lnTo>
                  <a:pt x="369553" y="104404"/>
                </a:lnTo>
                <a:lnTo>
                  <a:pt x="369270" y="107782"/>
                </a:lnTo>
                <a:lnTo>
                  <a:pt x="367004" y="113824"/>
                </a:lnTo>
                <a:lnTo>
                  <a:pt x="365022" y="116489"/>
                </a:lnTo>
                <a:lnTo>
                  <a:pt x="362602" y="118699"/>
                </a:lnTo>
                <a:lnTo>
                  <a:pt x="356840" y="121223"/>
                </a:lnTo>
                <a:lnTo>
                  <a:pt x="353498" y="121539"/>
                </a:lnTo>
                <a:lnTo>
                  <a:pt x="351367" y="121361"/>
                </a:lnTo>
                <a:lnTo>
                  <a:pt x="347655" y="119937"/>
                </a:lnTo>
                <a:lnTo>
                  <a:pt x="346074" y="118691"/>
                </a:lnTo>
                <a:lnTo>
                  <a:pt x="344771" y="117174"/>
                </a:lnTo>
                <a:lnTo>
                  <a:pt x="343282" y="113592"/>
                </a:lnTo>
                <a:lnTo>
                  <a:pt x="343096" y="111526"/>
                </a:lnTo>
                <a:lnTo>
                  <a:pt x="343344" y="108723"/>
                </a:lnTo>
                <a:lnTo>
                  <a:pt x="345330" y="103652"/>
                </a:lnTo>
                <a:lnTo>
                  <a:pt x="347067" y="101383"/>
                </a:lnTo>
                <a:lnTo>
                  <a:pt x="349168" y="99406"/>
                </a:lnTo>
                <a:lnTo>
                  <a:pt x="353938" y="96795"/>
                </a:lnTo>
                <a:lnTo>
                  <a:pt x="356605" y="96161"/>
                </a:lnTo>
                <a:lnTo>
                  <a:pt x="353867" y="94442"/>
                </a:lnTo>
                <a:lnTo>
                  <a:pt x="346983" y="92479"/>
                </a:lnTo>
                <a:lnTo>
                  <a:pt x="342837" y="92233"/>
                </a:lnTo>
                <a:lnTo>
                  <a:pt x="338538" y="92748"/>
                </a:lnTo>
                <a:lnTo>
                  <a:pt x="330812" y="96870"/>
                </a:lnTo>
                <a:lnTo>
                  <a:pt x="327386" y="100477"/>
                </a:lnTo>
                <a:lnTo>
                  <a:pt x="324365" y="104715"/>
                </a:lnTo>
                <a:lnTo>
                  <a:pt x="319747" y="113886"/>
                </a:lnTo>
                <a:lnTo>
                  <a:pt x="318150" y="118820"/>
                </a:lnTo>
                <a:lnTo>
                  <a:pt x="306022" y="167634"/>
                </a:lnTo>
                <a:lnTo>
                  <a:pt x="303788" y="177734"/>
                </a:lnTo>
                <a:lnTo>
                  <a:pt x="303044" y="185847"/>
                </a:lnTo>
                <a:lnTo>
                  <a:pt x="303292" y="189241"/>
                </a:lnTo>
                <a:lnTo>
                  <a:pt x="305277" y="195284"/>
                </a:lnTo>
                <a:lnTo>
                  <a:pt x="307014" y="197932"/>
                </a:lnTo>
                <a:lnTo>
                  <a:pt x="309167" y="200142"/>
                </a:lnTo>
                <a:lnTo>
                  <a:pt x="314476" y="202667"/>
                </a:lnTo>
                <a:lnTo>
                  <a:pt x="317632" y="202982"/>
                </a:lnTo>
                <a:lnTo>
                  <a:pt x="320825" y="202804"/>
                </a:lnTo>
                <a:lnTo>
                  <a:pt x="326948" y="201380"/>
                </a:lnTo>
                <a:lnTo>
                  <a:pt x="335476" y="196573"/>
                </a:lnTo>
                <a:lnTo>
                  <a:pt x="340723" y="191588"/>
                </a:lnTo>
                <a:lnTo>
                  <a:pt x="345381" y="185751"/>
                </a:lnTo>
                <a:lnTo>
                  <a:pt x="352092" y="173234"/>
                </a:lnTo>
                <a:lnTo>
                  <a:pt x="354145" y="166555"/>
                </a:lnTo>
                <a:lnTo>
                  <a:pt x="354965" y="165357"/>
                </a:lnTo>
                <a:lnTo>
                  <a:pt x="356303" y="164958"/>
                </a:lnTo>
                <a:lnTo>
                  <a:pt x="359713" y="164958"/>
                </a:lnTo>
                <a:lnTo>
                  <a:pt x="360684" y="165142"/>
                </a:lnTo>
                <a:lnTo>
                  <a:pt x="361439" y="165692"/>
                </a:lnTo>
                <a:lnTo>
                  <a:pt x="361957" y="166479"/>
                </a:lnTo>
                <a:lnTo>
                  <a:pt x="362130" y="167375"/>
                </a:lnTo>
                <a:lnTo>
                  <a:pt x="362065" y="167709"/>
                </a:lnTo>
                <a:lnTo>
                  <a:pt x="361871" y="168195"/>
                </a:lnTo>
                <a:lnTo>
                  <a:pt x="359368" y="176191"/>
                </a:lnTo>
                <a:lnTo>
                  <a:pt x="351124" y="190822"/>
                </a:lnTo>
                <a:lnTo>
                  <a:pt x="345384" y="197458"/>
                </a:lnTo>
                <a:lnTo>
                  <a:pt x="342203" y="200462"/>
                </a:lnTo>
                <a:lnTo>
                  <a:pt x="335535" y="205269"/>
                </a:lnTo>
                <a:lnTo>
                  <a:pt x="328457" y="208474"/>
                </a:lnTo>
                <a:lnTo>
                  <a:pt x="320969" y="210076"/>
                </a:lnTo>
                <a:lnTo>
                  <a:pt x="317071" y="210276"/>
                </a:lnTo>
                <a:lnTo>
                  <a:pt x="312142" y="209937"/>
                </a:lnTo>
                <a:lnTo>
                  <a:pt x="303014" y="207217"/>
                </a:lnTo>
                <a:lnTo>
                  <a:pt x="298814" y="204838"/>
                </a:lnTo>
                <a:lnTo>
                  <a:pt x="295032" y="201857"/>
                </a:lnTo>
                <a:lnTo>
                  <a:pt x="289249" y="194455"/>
                </a:lnTo>
                <a:lnTo>
                  <a:pt x="287247" y="190034"/>
                </a:lnTo>
                <a:lnTo>
                  <a:pt x="284881" y="193964"/>
                </a:lnTo>
                <a:lnTo>
                  <a:pt x="278904" y="201064"/>
                </a:lnTo>
                <a:lnTo>
                  <a:pt x="275292" y="204234"/>
                </a:lnTo>
                <a:lnTo>
                  <a:pt x="271429" y="206877"/>
                </a:lnTo>
                <a:lnTo>
                  <a:pt x="263315" y="209899"/>
                </a:lnTo>
                <a:lnTo>
                  <a:pt x="259063" y="210276"/>
                </a:lnTo>
                <a:lnTo>
                  <a:pt x="253053" y="209748"/>
                </a:lnTo>
                <a:lnTo>
                  <a:pt x="246849" y="208162"/>
                </a:lnTo>
                <a:lnTo>
                  <a:pt x="243866" y="206985"/>
                </a:lnTo>
                <a:lnTo>
                  <a:pt x="238773" y="203791"/>
                </a:lnTo>
                <a:lnTo>
                  <a:pt x="236663" y="201774"/>
                </a:lnTo>
                <a:lnTo>
                  <a:pt x="234964" y="199473"/>
                </a:lnTo>
                <a:lnTo>
                  <a:pt x="233022" y="194013"/>
                </a:lnTo>
                <a:lnTo>
                  <a:pt x="232779" y="190854"/>
                </a:lnTo>
                <a:lnTo>
                  <a:pt x="233059" y="187690"/>
                </a:lnTo>
                <a:lnTo>
                  <a:pt x="235304" y="181799"/>
                </a:lnTo>
                <a:lnTo>
                  <a:pt x="237268" y="179071"/>
                </a:lnTo>
                <a:lnTo>
                  <a:pt x="239674" y="176730"/>
                </a:lnTo>
                <a:lnTo>
                  <a:pt x="245328" y="174054"/>
                </a:lnTo>
                <a:lnTo>
                  <a:pt x="248575" y="173720"/>
                </a:lnTo>
                <a:lnTo>
                  <a:pt x="250771" y="173892"/>
                </a:lnTo>
                <a:lnTo>
                  <a:pt x="254613" y="175273"/>
                </a:lnTo>
                <a:lnTo>
                  <a:pt x="256258" y="176482"/>
                </a:lnTo>
                <a:lnTo>
                  <a:pt x="257617" y="177968"/>
                </a:lnTo>
                <a:lnTo>
                  <a:pt x="259171" y="181572"/>
                </a:lnTo>
                <a:lnTo>
                  <a:pt x="259366" y="183690"/>
                </a:lnTo>
                <a:lnTo>
                  <a:pt x="259123" y="186509"/>
                </a:lnTo>
                <a:lnTo>
                  <a:pt x="257180" y="191580"/>
                </a:lnTo>
                <a:lnTo>
                  <a:pt x="255481" y="193832"/>
                </a:lnTo>
                <a:lnTo>
                  <a:pt x="253439" y="195788"/>
                </a:lnTo>
                <a:lnTo>
                  <a:pt x="248627" y="198485"/>
                </a:lnTo>
                <a:lnTo>
                  <a:pt x="245856" y="199227"/>
                </a:lnTo>
                <a:close/>
                <a:moveTo>
                  <a:pt x="399900" y="276225"/>
                </a:moveTo>
                <a:lnTo>
                  <a:pt x="398824" y="276074"/>
                </a:lnTo>
                <a:lnTo>
                  <a:pt x="397594" y="274865"/>
                </a:lnTo>
                <a:lnTo>
                  <a:pt x="397440" y="273808"/>
                </a:lnTo>
                <a:lnTo>
                  <a:pt x="397581" y="272761"/>
                </a:lnTo>
                <a:lnTo>
                  <a:pt x="398001" y="272039"/>
                </a:lnTo>
                <a:lnTo>
                  <a:pt x="403719" y="266109"/>
                </a:lnTo>
                <a:lnTo>
                  <a:pt x="414048" y="253272"/>
                </a:lnTo>
                <a:lnTo>
                  <a:pt x="422901" y="239135"/>
                </a:lnTo>
                <a:lnTo>
                  <a:pt x="430279" y="223696"/>
                </a:lnTo>
                <a:lnTo>
                  <a:pt x="436181" y="206955"/>
                </a:lnTo>
                <a:lnTo>
                  <a:pt x="440608" y="188912"/>
                </a:lnTo>
                <a:lnTo>
                  <a:pt x="443559" y="169569"/>
                </a:lnTo>
                <a:lnTo>
                  <a:pt x="445034" y="148923"/>
                </a:lnTo>
                <a:lnTo>
                  <a:pt x="445219" y="138112"/>
                </a:lnTo>
                <a:lnTo>
                  <a:pt x="445036" y="127304"/>
                </a:lnTo>
                <a:lnTo>
                  <a:pt x="443577" y="106675"/>
                </a:lnTo>
                <a:lnTo>
                  <a:pt x="440658" y="87363"/>
                </a:lnTo>
                <a:lnTo>
                  <a:pt x="436280" y="69369"/>
                </a:lnTo>
                <a:lnTo>
                  <a:pt x="430443" y="52693"/>
                </a:lnTo>
                <a:lnTo>
                  <a:pt x="423146" y="37335"/>
                </a:lnTo>
                <a:lnTo>
                  <a:pt x="414390" y="23295"/>
                </a:lnTo>
                <a:lnTo>
                  <a:pt x="404174" y="10572"/>
                </a:lnTo>
                <a:lnTo>
                  <a:pt x="398519" y="4704"/>
                </a:lnTo>
                <a:lnTo>
                  <a:pt x="397710" y="3809"/>
                </a:lnTo>
                <a:lnTo>
                  <a:pt x="397440" y="2417"/>
                </a:lnTo>
                <a:lnTo>
                  <a:pt x="397624" y="1521"/>
                </a:lnTo>
                <a:lnTo>
                  <a:pt x="398174" y="734"/>
                </a:lnTo>
                <a:lnTo>
                  <a:pt x="398994" y="183"/>
                </a:lnTo>
                <a:lnTo>
                  <a:pt x="399900" y="0"/>
                </a:lnTo>
                <a:lnTo>
                  <a:pt x="402447" y="0"/>
                </a:lnTo>
                <a:lnTo>
                  <a:pt x="403191" y="130"/>
                </a:lnTo>
                <a:lnTo>
                  <a:pt x="403785" y="518"/>
                </a:lnTo>
                <a:lnTo>
                  <a:pt x="413296" y="8772"/>
                </a:lnTo>
                <a:lnTo>
                  <a:pt x="429827" y="27806"/>
                </a:lnTo>
                <a:lnTo>
                  <a:pt x="436845" y="38585"/>
                </a:lnTo>
                <a:lnTo>
                  <a:pt x="443007" y="49953"/>
                </a:lnTo>
                <a:lnTo>
                  <a:pt x="452675" y="73820"/>
                </a:lnTo>
                <a:lnTo>
                  <a:pt x="456181" y="86320"/>
                </a:lnTo>
                <a:lnTo>
                  <a:pt x="458882" y="99058"/>
                </a:lnTo>
                <a:lnTo>
                  <a:pt x="461967" y="124954"/>
                </a:lnTo>
                <a:lnTo>
                  <a:pt x="462353" y="138112"/>
                </a:lnTo>
                <a:lnTo>
                  <a:pt x="462145" y="147851"/>
                </a:lnTo>
                <a:lnTo>
                  <a:pt x="460484" y="167100"/>
                </a:lnTo>
                <a:lnTo>
                  <a:pt x="459030" y="176611"/>
                </a:lnTo>
                <a:lnTo>
                  <a:pt x="457125" y="186050"/>
                </a:lnTo>
                <a:lnTo>
                  <a:pt x="451860" y="204717"/>
                </a:lnTo>
                <a:lnTo>
                  <a:pt x="448499" y="213945"/>
                </a:lnTo>
                <a:lnTo>
                  <a:pt x="444655" y="222982"/>
                </a:lnTo>
                <a:lnTo>
                  <a:pt x="435527" y="239987"/>
                </a:lnTo>
                <a:lnTo>
                  <a:pt x="430242" y="247955"/>
                </a:lnTo>
                <a:lnTo>
                  <a:pt x="424445" y="255532"/>
                </a:lnTo>
                <a:lnTo>
                  <a:pt x="411217" y="269408"/>
                </a:lnTo>
                <a:lnTo>
                  <a:pt x="403785" y="275707"/>
                </a:lnTo>
                <a:lnTo>
                  <a:pt x="403191" y="276095"/>
                </a:lnTo>
                <a:lnTo>
                  <a:pt x="402447" y="276225"/>
                </a:lnTo>
                <a:lnTo>
                  <a:pt x="399900" y="276225"/>
                </a:lnTo>
                <a:close/>
              </a:path>
            </a:pathLst>
          </a:custGeom>
          <a:solidFill xmlns:a="http://schemas.openxmlformats.org/drawingml/2006/main">
            <a:srgbClr val="2B3540"/>
          </a:solidFill>
          <a:ln xmlns:a="http://schemas.openxmlformats.org/drawingml/2006/main" w="0">
            <a:noFill/>
          </a:ln>
        </p:spPr>
      </p:sp>
      <p:sp>
        <p:nvSpPr>
          <p:cNvPr id="395" name="concat-to-head-1">
            <a:extLst xmlns:a="http://schemas.openxmlformats.org/drawingml/2006/main">
              <a:ext uri="{FF2B5EF4-FFF2-40B4-BE49-F238E27FC236}">
                <a16:creationId xmlns:a16="http://schemas.microsoft.com/office/drawing/2014/main" id="{911AD7A1-AF47-4327-AA46-118433CFEAB4}"/>
              </a:ext>
            </a:extLst>
          </p:cNvPr>
          <p:cNvSpPr>
            <a:spLocks xmlns:a="http://schemas.openxmlformats.org/drawingml/2006/main" noGrp="1"/>
          </p:cNvSpPr>
          <p:nvPr/>
        </p:nvSpPr>
        <p:spPr>
          <a:xfrm xmlns:a="http://schemas.openxmlformats.org/drawingml/2006/main" flipV="0">
            <a:off x="12639675" y="3952875"/>
            <a:ext cx="238125" cy="95"/>
          </a:xfrm>
          <a:prstGeom xmlns:a="http://schemas.openxmlformats.org/drawingml/2006/main" prst="line">
            <a:avLst/>
          </a:prstGeom>
          <a:noFill xmlns:a="http://schemas.openxmlformats.org/drawingml/2006/main"/>
          <a:ln xmlns:a="http://schemas.openxmlformats.org/drawingml/2006/main" w="26670">
            <a:solidFill>
              <a:srgbClr val="B79555"/>
            </a:solidFill>
            <a:prstDash val="solid"/>
          </a:ln>
        </p:spPr>
      </p:sp>
      <p:sp>
        <p:nvSpPr>
          <p:cNvPr id="396" name="concat-to-head-head">
            <a:extLst xmlns:a="http://schemas.openxmlformats.org/drawingml/2006/main">
              <a:ext uri="{FF2B5EF4-FFF2-40B4-BE49-F238E27FC236}">
                <a16:creationId xmlns:a16="http://schemas.microsoft.com/office/drawing/2014/main" id="{09DDB97E-5A9C-4E4A-B44C-8299EF81CF06}"/>
              </a:ext>
            </a:extLst>
          </p:cNvPr>
          <p:cNvSpPr>
            <a:spLocks xmlns:a="http://schemas.openxmlformats.org/drawingml/2006/main" noGrp="1"/>
          </p:cNvSpPr>
          <p:nvPr/>
        </p:nvSpPr>
        <p:spPr>
          <a:xfrm xmlns:a="http://schemas.openxmlformats.org/drawingml/2006/main">
            <a:off x="12753975" y="390525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B79555"/>
          </a:solidFill>
          <a:ln xmlns:a="http://schemas.openxmlformats.org/drawingml/2006/main" w="15240">
            <a:noFill/>
          </a:ln>
        </p:spPr>
      </p:sp>
      <p:sp>
        <p:nvSpPr>
          <p:cNvPr id="397" name="mlp-head-gradient-shadow">
            <a:extLst xmlns:a="http://schemas.openxmlformats.org/drawingml/2006/main">
              <a:ext uri="{FF2B5EF4-FFF2-40B4-BE49-F238E27FC236}">
                <a16:creationId xmlns:a16="http://schemas.microsoft.com/office/drawing/2014/main" id="{F1F01177-61CB-498F-8318-3855B4E293C8}"/>
              </a:ext>
            </a:extLst>
          </p:cNvPr>
          <p:cNvSpPr>
            <a:spLocks xmlns:a="http://schemas.openxmlformats.org/drawingml/2006/main" noGrp="1"/>
          </p:cNvSpPr>
          <p:nvPr/>
        </p:nvSpPr>
        <p:spPr>
          <a:xfrm xmlns:a="http://schemas.openxmlformats.org/drawingml/2006/main">
            <a:off x="12811125" y="6029325"/>
            <a:ext cx="1181100" cy="257175"/>
          </a:xfrm>
          <a:prstGeom xmlns:a="http://schemas.openxmlformats.org/drawingml/2006/main" prst="ellipse">
            <a:avLst/>
          </a:prstGeom>
          <a:gradFill xmlns:a="http://schemas.openxmlformats.org/drawingml/2006/main">
            <a:gsLst>
              <a:gs pos="0">
                <a:srgbClr val="233545">
                  <a:alpha val="10000"/>
                </a:srgbClr>
              </a:gs>
              <a:gs pos="48000">
                <a:srgbClr val="233545">
                  <a:alpha val="3500"/>
                </a:srgbClr>
              </a:gs>
              <a:gs pos="100000">
                <a:srgbClr val="233545">
                  <a:alpha val="0"/>
                </a:srgbClr>
              </a:gs>
            </a:gsLst>
            <a:path path="shape"/>
          </a:gradFill>
          <a:ln xmlns:a="http://schemas.openxmlformats.org/drawingml/2006/main" w="0">
            <a:noFill/>
          </a:ln>
        </p:spPr>
      </p:sp>
      <p:sp>
        <p:nvSpPr>
          <p:cNvPr id="398" name="mlp-head">
            <a:extLst xmlns:a="http://schemas.openxmlformats.org/drawingml/2006/main">
              <a:ext uri="{FF2B5EF4-FFF2-40B4-BE49-F238E27FC236}">
                <a16:creationId xmlns:a16="http://schemas.microsoft.com/office/drawing/2014/main" id="{4F3F8BD8-4A6F-4CF0-AFCC-6340663F8090}"/>
              </a:ext>
            </a:extLst>
          </p:cNvPr>
          <p:cNvSpPr>
            <a:spLocks xmlns:a="http://schemas.openxmlformats.org/drawingml/2006/main" noGrp="1"/>
          </p:cNvSpPr>
          <p:nvPr/>
        </p:nvSpPr>
        <p:spPr>
          <a:xfrm xmlns:a="http://schemas.openxmlformats.org/drawingml/2006/main">
            <a:off x="12925425" y="1809750"/>
            <a:ext cx="876300" cy="4286250"/>
          </a:xfrm>
          <a:prstGeom xmlns:a="http://schemas.openxmlformats.org/drawingml/2006/main" prst="roundRect">
            <a:avLst>
              <a:gd name="adj" fmla="val 5435"/>
            </a:avLst>
          </a:prstGeom>
          <a:solidFill xmlns:a="http://schemas.openxmlformats.org/drawingml/2006/main">
            <a:srgbClr val="F8E9CF"/>
          </a:solidFill>
          <a:ln xmlns:a="http://schemas.openxmlformats.org/drawingml/2006/main" w="15240">
            <a:solidFill>
              <a:srgbClr val="B79555"/>
            </a:solidFill>
          </a:ln>
        </p:spPr>
      </p:sp>
      <p:sp>
        <p:nvSpPr>
          <p:cNvPr id="399" name="mlp-head-title">
            <a:extLst xmlns:a="http://schemas.openxmlformats.org/drawingml/2006/main">
              <a:ext uri="{FF2B5EF4-FFF2-40B4-BE49-F238E27FC236}">
                <a16:creationId xmlns:a16="http://schemas.microsoft.com/office/drawing/2014/main" id="{E7D933B0-ED32-42B6-8BE4-E6EC909C3BC3}"/>
              </a:ext>
            </a:extLst>
          </p:cNvPr>
          <p:cNvSpPr>
            <a:spLocks xmlns:a="http://schemas.openxmlformats.org/drawingml/2006/main" noGrp="1"/>
          </p:cNvSpPr>
          <p:nvPr/>
        </p:nvSpPr>
        <p:spPr>
          <a:xfrm xmlns:a="http://schemas.openxmlformats.org/drawingml/2006/main" rot="16200000">
            <a:off x="11563350" y="3762375"/>
            <a:ext cx="3352800" cy="3810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1">
                <a:solidFill>
                  <a:srgbClr val="2B3540"/>
                </a:solidFill>
                <a:latin typeface="Times New Roman"/>
                <a:ea typeface="Times New Roman"/>
                <a:cs typeface="Times New Roman"/>
              </a:defRPr>
            </a:pPr>
            <a:r>
              <a:rPr sz="2400" b="1">
                <a:solidFill>
                  <a:srgbClr val="2B3540"/>
                </a:solidFill>
                <a:latin typeface="Times New Roman"/>
                <a:ea typeface="Times New Roman"/>
                <a:cs typeface="Times New Roman"/>
              </a:rPr>
              <a:t>4-state head</a:t>
            </a:r>
          </a:p>
        </p:txBody>
      </p:sp>
      <p:sp>
        <p:nvSpPr>
          <p:cNvPr id="400" name="mlp-hidden">
            <a:extLst xmlns:a="http://schemas.openxmlformats.org/drawingml/2006/main">
              <a:ext uri="{FF2B5EF4-FFF2-40B4-BE49-F238E27FC236}">
                <a16:creationId xmlns:a16="http://schemas.microsoft.com/office/drawing/2014/main" id="{5DFBAF1E-EEFD-438E-BCBD-228146C10571}"/>
              </a:ext>
            </a:extLst>
          </p:cNvPr>
          <p:cNvSpPr>
            <a:spLocks xmlns:a="http://schemas.openxmlformats.org/drawingml/2006/main" noGrp="1"/>
          </p:cNvSpPr>
          <p:nvPr/>
        </p:nvSpPr>
        <p:spPr>
          <a:xfrm xmlns:a="http://schemas.openxmlformats.org/drawingml/2006/main" rot="16200000">
            <a:off x="11868150" y="3795713"/>
            <a:ext cx="3352800" cy="3143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2B3540"/>
                </a:solidFill>
                <a:latin typeface="Times New Roman"/>
                <a:ea typeface="Times New Roman"/>
                <a:cs typeface="Times New Roman"/>
              </a:defRPr>
            </a:pPr>
            <a:r>
              <a:rPr sz="1875" b="0">
                <a:solidFill>
                  <a:srgbClr val="2B3540"/>
                </a:solidFill>
                <a:latin typeface="Times New Roman"/>
                <a:ea typeface="Times New Roman"/>
                <a:cs typeface="Times New Roman"/>
              </a:rPr>
              <a:t>MLP · GELU</a:t>
            </a:r>
          </a:p>
        </p:txBody>
      </p:sp>
      <p:sp>
        <p:nvSpPr>
          <p:cNvPr id="401" name="head-to-score-1">
            <a:extLst xmlns:a="http://schemas.openxmlformats.org/drawingml/2006/main">
              <a:ext uri="{FF2B5EF4-FFF2-40B4-BE49-F238E27FC236}">
                <a16:creationId xmlns:a16="http://schemas.microsoft.com/office/drawing/2014/main" id="{0F681DF7-8BBB-4E0E-B2DC-4242EB844FDC}"/>
              </a:ext>
            </a:extLst>
          </p:cNvPr>
          <p:cNvSpPr>
            <a:spLocks xmlns:a="http://schemas.openxmlformats.org/drawingml/2006/main" noGrp="1"/>
          </p:cNvSpPr>
          <p:nvPr/>
        </p:nvSpPr>
        <p:spPr>
          <a:xfrm xmlns:a="http://schemas.openxmlformats.org/drawingml/2006/main" flipV="0">
            <a:off x="13801725" y="3952875"/>
            <a:ext cx="238125" cy="95"/>
          </a:xfrm>
          <a:prstGeom xmlns:a="http://schemas.openxmlformats.org/drawingml/2006/main" prst="line">
            <a:avLst/>
          </a:prstGeom>
          <a:noFill xmlns:a="http://schemas.openxmlformats.org/drawingml/2006/main"/>
          <a:ln xmlns:a="http://schemas.openxmlformats.org/drawingml/2006/main" w="24765">
            <a:solidFill>
              <a:srgbClr val="B79555"/>
            </a:solidFill>
            <a:prstDash val="solid"/>
          </a:ln>
        </p:spPr>
      </p:sp>
      <p:sp>
        <p:nvSpPr>
          <p:cNvPr id="402" name="head-to-score-head">
            <a:extLst xmlns:a="http://schemas.openxmlformats.org/drawingml/2006/main">
              <a:ext uri="{FF2B5EF4-FFF2-40B4-BE49-F238E27FC236}">
                <a16:creationId xmlns:a16="http://schemas.microsoft.com/office/drawing/2014/main" id="{4674B395-9A3A-430F-BA42-BF466F8811C9}"/>
              </a:ext>
            </a:extLst>
          </p:cNvPr>
          <p:cNvSpPr>
            <a:spLocks xmlns:a="http://schemas.openxmlformats.org/drawingml/2006/main" noGrp="1"/>
          </p:cNvSpPr>
          <p:nvPr/>
        </p:nvSpPr>
        <p:spPr>
          <a:xfrm xmlns:a="http://schemas.openxmlformats.org/drawingml/2006/main">
            <a:off x="13916025" y="390525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B79555"/>
          </a:solidFill>
          <a:ln xmlns:a="http://schemas.openxmlformats.org/drawingml/2006/main" w="15240">
            <a:noFill/>
          </a:ln>
        </p:spPr>
      </p:sp>
      <p:sp>
        <p:nvSpPr>
          <p:cNvPr id="403" name="score">
            <a:extLst xmlns:a="http://schemas.openxmlformats.org/drawingml/2006/main">
              <a:ext uri="{FF2B5EF4-FFF2-40B4-BE49-F238E27FC236}">
                <a16:creationId xmlns:a16="http://schemas.microsoft.com/office/drawing/2014/main" id="{8B013602-E186-423D-AAEA-9B8A197F4313}"/>
              </a:ext>
            </a:extLst>
          </p:cNvPr>
          <p:cNvSpPr>
            <a:spLocks xmlns:a="http://schemas.openxmlformats.org/drawingml/2006/main" noGrp="1"/>
          </p:cNvSpPr>
          <p:nvPr/>
        </p:nvSpPr>
        <p:spPr>
          <a:xfrm xmlns:a="http://schemas.openxmlformats.org/drawingml/2006/main">
            <a:off x="14087475" y="3705225"/>
            <a:ext cx="666750" cy="48577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13335">
            <a:solidFill>
              <a:srgbClr val="CAB78F"/>
            </a:solidFill>
          </a:ln>
        </p:spPr>
      </p:sp>
      <p:sp>
        <p:nvSpPr>
          <p:cNvPr id="404" name="score-text-math-0 s(x)">
            <a:extLst xmlns:a="http://schemas.openxmlformats.org/drawingml/2006/main">
              <a:ext uri="{FF2B5EF4-FFF2-40B4-BE49-F238E27FC236}">
                <a16:creationId xmlns:a16="http://schemas.microsoft.com/office/drawing/2014/main" id="{95CECC90-C19A-4A50-A5B7-4750421AC733}"/>
              </a:ext>
            </a:extLst>
          </p:cNvPr>
          <p:cNvSpPr>
            <a:spLocks xmlns:a="http://schemas.openxmlformats.org/drawingml/2006/main" noGrp="1"/>
          </p:cNvSpPr>
          <p:nvPr/>
        </p:nvSpPr>
        <p:spPr>
          <a:xfrm xmlns:a="http://schemas.openxmlformats.org/drawingml/2006/main">
            <a:off x="14175596" y="3826193"/>
            <a:ext cx="476097" cy="285750"/>
          </a:xfrm>
          <a:custGeom xmlns:a="http://schemas.openxmlformats.org/drawingml/2006/main">
            <a:pathLst>
              <a:path w="476097" h="285750">
                <a:moveTo>
                  <a:pt x="10046" y="196855"/>
                </a:moveTo>
                <a:lnTo>
                  <a:pt x="12208" y="199932"/>
                </a:lnTo>
                <a:lnTo>
                  <a:pt x="17984" y="204854"/>
                </a:lnTo>
                <a:lnTo>
                  <a:pt x="25697" y="208136"/>
                </a:lnTo>
                <a:lnTo>
                  <a:pt x="35347" y="209777"/>
                </a:lnTo>
                <a:lnTo>
                  <a:pt x="40898" y="209982"/>
                </a:lnTo>
                <a:lnTo>
                  <a:pt x="45860" y="209770"/>
                </a:lnTo>
                <a:lnTo>
                  <a:pt x="55414" y="208073"/>
                </a:lnTo>
                <a:lnTo>
                  <a:pt x="60008" y="206588"/>
                </a:lnTo>
                <a:lnTo>
                  <a:pt x="64344" y="204657"/>
                </a:lnTo>
                <a:lnTo>
                  <a:pt x="71845" y="199523"/>
                </a:lnTo>
                <a:lnTo>
                  <a:pt x="75009" y="196319"/>
                </a:lnTo>
                <a:lnTo>
                  <a:pt x="77607" y="192720"/>
                </a:lnTo>
                <a:lnTo>
                  <a:pt x="80576" y="184415"/>
                </a:lnTo>
                <a:lnTo>
                  <a:pt x="80948" y="179710"/>
                </a:lnTo>
                <a:lnTo>
                  <a:pt x="80616" y="176171"/>
                </a:lnTo>
                <a:lnTo>
                  <a:pt x="77959" y="170099"/>
                </a:lnTo>
                <a:lnTo>
                  <a:pt x="75634" y="167566"/>
                </a:lnTo>
                <a:lnTo>
                  <a:pt x="72830" y="165389"/>
                </a:lnTo>
                <a:lnTo>
                  <a:pt x="66334" y="162174"/>
                </a:lnTo>
                <a:lnTo>
                  <a:pt x="62642" y="161136"/>
                </a:lnTo>
                <a:lnTo>
                  <a:pt x="47193" y="158100"/>
                </a:lnTo>
                <a:lnTo>
                  <a:pt x="42117" y="156476"/>
                </a:lnTo>
                <a:lnTo>
                  <a:pt x="33389" y="151520"/>
                </a:lnTo>
                <a:lnTo>
                  <a:pt x="29736" y="148188"/>
                </a:lnTo>
                <a:lnTo>
                  <a:pt x="26747" y="144359"/>
                </a:lnTo>
                <a:lnTo>
                  <a:pt x="23332" y="135564"/>
                </a:lnTo>
                <a:lnTo>
                  <a:pt x="22905" y="130597"/>
                </a:lnTo>
                <a:lnTo>
                  <a:pt x="23334" y="124438"/>
                </a:lnTo>
                <a:lnTo>
                  <a:pt x="26772" y="113209"/>
                </a:lnTo>
                <a:lnTo>
                  <a:pt x="29781" y="108139"/>
                </a:lnTo>
                <a:lnTo>
                  <a:pt x="33514" y="103540"/>
                </a:lnTo>
                <a:lnTo>
                  <a:pt x="42623" y="96083"/>
                </a:lnTo>
                <a:lnTo>
                  <a:pt x="47997" y="93226"/>
                </a:lnTo>
                <a:lnTo>
                  <a:pt x="53698" y="90960"/>
                </a:lnTo>
                <a:lnTo>
                  <a:pt x="65418" y="88370"/>
                </a:lnTo>
                <a:lnTo>
                  <a:pt x="71438" y="88047"/>
                </a:lnTo>
                <a:lnTo>
                  <a:pt x="77761" y="88434"/>
                </a:lnTo>
                <a:lnTo>
                  <a:pt x="89370" y="91538"/>
                </a:lnTo>
                <a:lnTo>
                  <a:pt x="94655" y="94253"/>
                </a:lnTo>
                <a:lnTo>
                  <a:pt x="97062" y="95897"/>
                </a:lnTo>
                <a:lnTo>
                  <a:pt x="100912" y="99742"/>
                </a:lnTo>
                <a:lnTo>
                  <a:pt x="104282" y="106902"/>
                </a:lnTo>
                <a:lnTo>
                  <a:pt x="104924" y="112603"/>
                </a:lnTo>
                <a:lnTo>
                  <a:pt x="104692" y="115790"/>
                </a:lnTo>
                <a:lnTo>
                  <a:pt x="102839" y="121594"/>
                </a:lnTo>
                <a:lnTo>
                  <a:pt x="101218" y="124212"/>
                </a:lnTo>
                <a:lnTo>
                  <a:pt x="99206" y="126400"/>
                </a:lnTo>
                <a:lnTo>
                  <a:pt x="94094" y="128900"/>
                </a:lnTo>
                <a:lnTo>
                  <a:pt x="90993" y="129213"/>
                </a:lnTo>
                <a:lnTo>
                  <a:pt x="87466" y="128599"/>
                </a:lnTo>
                <a:lnTo>
                  <a:pt x="84475" y="126757"/>
                </a:lnTo>
                <a:lnTo>
                  <a:pt x="83303" y="125448"/>
                </a:lnTo>
                <a:lnTo>
                  <a:pt x="81963" y="122345"/>
                </a:lnTo>
                <a:lnTo>
                  <a:pt x="81796" y="120551"/>
                </a:lnTo>
                <a:lnTo>
                  <a:pt x="82265" y="117258"/>
                </a:lnTo>
                <a:lnTo>
                  <a:pt x="83671" y="114077"/>
                </a:lnTo>
                <a:lnTo>
                  <a:pt x="85859" y="111230"/>
                </a:lnTo>
                <a:lnTo>
                  <a:pt x="88672" y="109031"/>
                </a:lnTo>
                <a:lnTo>
                  <a:pt x="91886" y="107625"/>
                </a:lnTo>
                <a:lnTo>
                  <a:pt x="95191" y="107156"/>
                </a:lnTo>
                <a:lnTo>
                  <a:pt x="93645" y="104288"/>
                </a:lnTo>
                <a:lnTo>
                  <a:pt x="88912" y="99823"/>
                </a:lnTo>
                <a:lnTo>
                  <a:pt x="85725" y="98227"/>
                </a:lnTo>
                <a:lnTo>
                  <a:pt x="82220" y="96996"/>
                </a:lnTo>
                <a:lnTo>
                  <a:pt x="74809" y="95589"/>
                </a:lnTo>
                <a:lnTo>
                  <a:pt x="70902" y="95414"/>
                </a:lnTo>
                <a:lnTo>
                  <a:pt x="67263" y="95598"/>
                </a:lnTo>
                <a:lnTo>
                  <a:pt x="59985" y="97071"/>
                </a:lnTo>
                <a:lnTo>
                  <a:pt x="56346" y="98361"/>
                </a:lnTo>
                <a:lnTo>
                  <a:pt x="52906" y="100004"/>
                </a:lnTo>
                <a:lnTo>
                  <a:pt x="47079" y="104313"/>
                </a:lnTo>
                <a:lnTo>
                  <a:pt x="44693" y="106978"/>
                </a:lnTo>
                <a:lnTo>
                  <a:pt x="42779" y="109919"/>
                </a:lnTo>
                <a:lnTo>
                  <a:pt x="40591" y="116571"/>
                </a:lnTo>
                <a:lnTo>
                  <a:pt x="40317" y="120283"/>
                </a:lnTo>
                <a:lnTo>
                  <a:pt x="40544" y="122775"/>
                </a:lnTo>
                <a:lnTo>
                  <a:pt x="42352" y="127307"/>
                </a:lnTo>
                <a:lnTo>
                  <a:pt x="43934" y="129346"/>
                </a:lnTo>
                <a:lnTo>
                  <a:pt x="48008" y="132684"/>
                </a:lnTo>
                <a:lnTo>
                  <a:pt x="52908" y="134928"/>
                </a:lnTo>
                <a:lnTo>
                  <a:pt x="69518" y="138276"/>
                </a:lnTo>
                <a:lnTo>
                  <a:pt x="73408" y="139267"/>
                </a:lnTo>
                <a:lnTo>
                  <a:pt x="80685" y="142236"/>
                </a:lnTo>
                <a:lnTo>
                  <a:pt x="84073" y="144215"/>
                </a:lnTo>
                <a:lnTo>
                  <a:pt x="87221" y="146477"/>
                </a:lnTo>
                <a:lnTo>
                  <a:pt x="92444" y="151858"/>
                </a:lnTo>
                <a:lnTo>
                  <a:pt x="94521" y="154975"/>
                </a:lnTo>
                <a:lnTo>
                  <a:pt x="96201" y="158329"/>
                </a:lnTo>
                <a:lnTo>
                  <a:pt x="98121" y="165741"/>
                </a:lnTo>
                <a:lnTo>
                  <a:pt x="98361" y="169798"/>
                </a:lnTo>
                <a:lnTo>
                  <a:pt x="97989" y="175092"/>
                </a:lnTo>
                <a:lnTo>
                  <a:pt x="95020" y="185562"/>
                </a:lnTo>
                <a:lnTo>
                  <a:pt x="92422" y="190738"/>
                </a:lnTo>
                <a:lnTo>
                  <a:pt x="89302" y="195636"/>
                </a:lnTo>
                <a:lnTo>
                  <a:pt x="82025" y="203873"/>
                </a:lnTo>
                <a:lnTo>
                  <a:pt x="77867" y="207213"/>
                </a:lnTo>
                <a:lnTo>
                  <a:pt x="73954" y="209631"/>
                </a:lnTo>
                <a:lnTo>
                  <a:pt x="65494" y="213498"/>
                </a:lnTo>
                <a:lnTo>
                  <a:pt x="51212" y="216883"/>
                </a:lnTo>
                <a:lnTo>
                  <a:pt x="40630" y="217527"/>
                </a:lnTo>
                <a:lnTo>
                  <a:pt x="33174" y="217092"/>
                </a:lnTo>
                <a:lnTo>
                  <a:pt x="19199" y="213609"/>
                </a:lnTo>
                <a:lnTo>
                  <a:pt x="12680" y="210562"/>
                </a:lnTo>
                <a:lnTo>
                  <a:pt x="9708" y="208704"/>
                </a:lnTo>
                <a:lnTo>
                  <a:pt x="4953" y="204350"/>
                </a:lnTo>
                <a:lnTo>
                  <a:pt x="1783" y="199149"/>
                </a:lnTo>
                <a:lnTo>
                  <a:pt x="198" y="193099"/>
                </a:lnTo>
                <a:lnTo>
                  <a:pt x="0" y="189756"/>
                </a:lnTo>
                <a:lnTo>
                  <a:pt x="282" y="185978"/>
                </a:lnTo>
                <a:lnTo>
                  <a:pt x="2537" y="179191"/>
                </a:lnTo>
                <a:lnTo>
                  <a:pt x="4509" y="176183"/>
                </a:lnTo>
                <a:lnTo>
                  <a:pt x="6990" y="173643"/>
                </a:lnTo>
                <a:lnTo>
                  <a:pt x="13174" y="170741"/>
                </a:lnTo>
                <a:lnTo>
                  <a:pt x="16877" y="170378"/>
                </a:lnTo>
                <a:lnTo>
                  <a:pt x="19104" y="170554"/>
                </a:lnTo>
                <a:lnTo>
                  <a:pt x="22988" y="171961"/>
                </a:lnTo>
                <a:lnTo>
                  <a:pt x="24646" y="173191"/>
                </a:lnTo>
                <a:lnTo>
                  <a:pt x="26013" y="174690"/>
                </a:lnTo>
                <a:lnTo>
                  <a:pt x="27576" y="178373"/>
                </a:lnTo>
                <a:lnTo>
                  <a:pt x="27771" y="180558"/>
                </a:lnTo>
                <a:lnTo>
                  <a:pt x="27464" y="183734"/>
                </a:lnTo>
                <a:lnTo>
                  <a:pt x="25009" y="189449"/>
                </a:lnTo>
                <a:lnTo>
                  <a:pt x="22860" y="191988"/>
                </a:lnTo>
                <a:lnTo>
                  <a:pt x="20323" y="194117"/>
                </a:lnTo>
                <a:lnTo>
                  <a:pt x="14631" y="196551"/>
                </a:lnTo>
                <a:lnTo>
                  <a:pt x="11475" y="196855"/>
                </a:lnTo>
                <a:lnTo>
                  <a:pt x="10046" y="196855"/>
                </a:lnTo>
                <a:close/>
                <a:moveTo>
                  <a:pt x="207470" y="285214"/>
                </a:moveTo>
                <a:lnTo>
                  <a:pt x="199796" y="278690"/>
                </a:lnTo>
                <a:lnTo>
                  <a:pt x="186089" y="264268"/>
                </a:lnTo>
                <a:lnTo>
                  <a:pt x="180056" y="256371"/>
                </a:lnTo>
                <a:lnTo>
                  <a:pt x="174575" y="248108"/>
                </a:lnTo>
                <a:lnTo>
                  <a:pt x="165155" y="230763"/>
                </a:lnTo>
                <a:lnTo>
                  <a:pt x="161214" y="221679"/>
                </a:lnTo>
                <a:lnTo>
                  <a:pt x="157785" y="212376"/>
                </a:lnTo>
                <a:lnTo>
                  <a:pt x="152315" y="193132"/>
                </a:lnTo>
                <a:lnTo>
                  <a:pt x="150275" y="183193"/>
                </a:lnTo>
                <a:lnTo>
                  <a:pt x="148693" y="173138"/>
                </a:lnTo>
                <a:lnTo>
                  <a:pt x="146885" y="152979"/>
                </a:lnTo>
                <a:lnTo>
                  <a:pt x="146659" y="142875"/>
                </a:lnTo>
                <a:lnTo>
                  <a:pt x="146885" y="132653"/>
                </a:lnTo>
                <a:lnTo>
                  <a:pt x="148693" y="112361"/>
                </a:lnTo>
                <a:lnTo>
                  <a:pt x="150275" y="102290"/>
                </a:lnTo>
                <a:lnTo>
                  <a:pt x="152324" y="92339"/>
                </a:lnTo>
                <a:lnTo>
                  <a:pt x="157860" y="73006"/>
                </a:lnTo>
                <a:lnTo>
                  <a:pt x="161348" y="63624"/>
                </a:lnTo>
                <a:lnTo>
                  <a:pt x="165353" y="54488"/>
                </a:lnTo>
                <a:lnTo>
                  <a:pt x="174885" y="37119"/>
                </a:lnTo>
                <a:lnTo>
                  <a:pt x="180413" y="28888"/>
                </a:lnTo>
                <a:lnTo>
                  <a:pt x="186457" y="21038"/>
                </a:lnTo>
                <a:lnTo>
                  <a:pt x="199986" y="6862"/>
                </a:lnTo>
                <a:lnTo>
                  <a:pt x="207470" y="536"/>
                </a:lnTo>
                <a:lnTo>
                  <a:pt x="207827" y="134"/>
                </a:lnTo>
                <a:lnTo>
                  <a:pt x="208899" y="0"/>
                </a:lnTo>
                <a:lnTo>
                  <a:pt x="211533" y="0"/>
                </a:lnTo>
                <a:lnTo>
                  <a:pt x="212337" y="190"/>
                </a:lnTo>
                <a:lnTo>
                  <a:pt x="213051" y="759"/>
                </a:lnTo>
                <a:lnTo>
                  <a:pt x="213587" y="1574"/>
                </a:lnTo>
                <a:lnTo>
                  <a:pt x="213766" y="2500"/>
                </a:lnTo>
                <a:lnTo>
                  <a:pt x="213632" y="3583"/>
                </a:lnTo>
                <a:lnTo>
                  <a:pt x="213230" y="4331"/>
                </a:lnTo>
                <a:lnTo>
                  <a:pt x="206535" y="11285"/>
                </a:lnTo>
                <a:lnTo>
                  <a:pt x="194904" y="25930"/>
                </a:lnTo>
                <a:lnTo>
                  <a:pt x="189968" y="33620"/>
                </a:lnTo>
                <a:lnTo>
                  <a:pt x="185550" y="41562"/>
                </a:lnTo>
                <a:lnTo>
                  <a:pt x="178072" y="58216"/>
                </a:lnTo>
                <a:lnTo>
                  <a:pt x="175011" y="66928"/>
                </a:lnTo>
                <a:lnTo>
                  <a:pt x="172393" y="75827"/>
                </a:lnTo>
                <a:lnTo>
                  <a:pt x="168330" y="94111"/>
                </a:lnTo>
                <a:lnTo>
                  <a:pt x="166885" y="103495"/>
                </a:lnTo>
                <a:lnTo>
                  <a:pt x="165010" y="122783"/>
                </a:lnTo>
                <a:lnTo>
                  <a:pt x="164384" y="142875"/>
                </a:lnTo>
                <a:lnTo>
                  <a:pt x="164574" y="154056"/>
                </a:lnTo>
                <a:lnTo>
                  <a:pt x="166091" y="175397"/>
                </a:lnTo>
                <a:lnTo>
                  <a:pt x="169124" y="195374"/>
                </a:lnTo>
                <a:lnTo>
                  <a:pt x="173674" y="213989"/>
                </a:lnTo>
                <a:lnTo>
                  <a:pt x="179741" y="231240"/>
                </a:lnTo>
                <a:lnTo>
                  <a:pt x="187324" y="247127"/>
                </a:lnTo>
                <a:lnTo>
                  <a:pt x="196424" y="261652"/>
                </a:lnTo>
                <a:lnTo>
                  <a:pt x="207040" y="274814"/>
                </a:lnTo>
                <a:lnTo>
                  <a:pt x="212917" y="280883"/>
                </a:lnTo>
                <a:lnTo>
                  <a:pt x="213553" y="281877"/>
                </a:lnTo>
                <a:lnTo>
                  <a:pt x="213766" y="283250"/>
                </a:lnTo>
                <a:lnTo>
                  <a:pt x="213576" y="283975"/>
                </a:lnTo>
                <a:lnTo>
                  <a:pt x="213006" y="284812"/>
                </a:lnTo>
                <a:lnTo>
                  <a:pt x="212259" y="285516"/>
                </a:lnTo>
                <a:lnTo>
                  <a:pt x="211533" y="285750"/>
                </a:lnTo>
                <a:lnTo>
                  <a:pt x="208899" y="285750"/>
                </a:lnTo>
                <a:lnTo>
                  <a:pt x="207827" y="285616"/>
                </a:lnTo>
                <a:lnTo>
                  <a:pt x="207470" y="285214"/>
                </a:lnTo>
                <a:close/>
                <a:moveTo>
                  <a:pt x="252135" y="206097"/>
                </a:moveTo>
                <a:lnTo>
                  <a:pt x="254917" y="207797"/>
                </a:lnTo>
                <a:lnTo>
                  <a:pt x="262039" y="209739"/>
                </a:lnTo>
                <a:lnTo>
                  <a:pt x="266378" y="209982"/>
                </a:lnTo>
                <a:lnTo>
                  <a:pt x="270712" y="209446"/>
                </a:lnTo>
                <a:lnTo>
                  <a:pt x="278592" y="205160"/>
                </a:lnTo>
                <a:lnTo>
                  <a:pt x="282139" y="201409"/>
                </a:lnTo>
                <a:lnTo>
                  <a:pt x="285284" y="197022"/>
                </a:lnTo>
                <a:lnTo>
                  <a:pt x="289950" y="187646"/>
                </a:lnTo>
                <a:lnTo>
                  <a:pt x="291471" y="182657"/>
                </a:lnTo>
                <a:lnTo>
                  <a:pt x="304463" y="131981"/>
                </a:lnTo>
                <a:lnTo>
                  <a:pt x="306774" y="120372"/>
                </a:lnTo>
                <a:lnTo>
                  <a:pt x="307544" y="113139"/>
                </a:lnTo>
                <a:lnTo>
                  <a:pt x="307296" y="109701"/>
                </a:lnTo>
                <a:lnTo>
                  <a:pt x="305309" y="103495"/>
                </a:lnTo>
                <a:lnTo>
                  <a:pt x="303570" y="100727"/>
                </a:lnTo>
                <a:lnTo>
                  <a:pt x="301385" y="98402"/>
                </a:lnTo>
                <a:lnTo>
                  <a:pt x="295826" y="95746"/>
                </a:lnTo>
                <a:lnTo>
                  <a:pt x="292453" y="95414"/>
                </a:lnTo>
                <a:lnTo>
                  <a:pt x="287991" y="95768"/>
                </a:lnTo>
                <a:lnTo>
                  <a:pt x="279485" y="98603"/>
                </a:lnTo>
                <a:lnTo>
                  <a:pt x="275442" y="101084"/>
                </a:lnTo>
                <a:lnTo>
                  <a:pt x="271624" y="104109"/>
                </a:lnTo>
                <a:lnTo>
                  <a:pt x="264927" y="111297"/>
                </a:lnTo>
                <a:lnTo>
                  <a:pt x="262047" y="115461"/>
                </a:lnTo>
                <a:lnTo>
                  <a:pt x="259525" y="119828"/>
                </a:lnTo>
                <a:lnTo>
                  <a:pt x="255685" y="128646"/>
                </a:lnTo>
                <a:lnTo>
                  <a:pt x="254368" y="133097"/>
                </a:lnTo>
                <a:lnTo>
                  <a:pt x="253542" y="134470"/>
                </a:lnTo>
                <a:lnTo>
                  <a:pt x="252135" y="134928"/>
                </a:lnTo>
                <a:lnTo>
                  <a:pt x="248653" y="134928"/>
                </a:lnTo>
                <a:lnTo>
                  <a:pt x="247676" y="134760"/>
                </a:lnTo>
                <a:lnTo>
                  <a:pt x="246560" y="133421"/>
                </a:lnTo>
                <a:lnTo>
                  <a:pt x="246420" y="132249"/>
                </a:lnTo>
                <a:lnTo>
                  <a:pt x="246420" y="131445"/>
                </a:lnTo>
                <a:lnTo>
                  <a:pt x="248050" y="126165"/>
                </a:lnTo>
                <a:lnTo>
                  <a:pt x="252783" y="115807"/>
                </a:lnTo>
                <a:lnTo>
                  <a:pt x="255886" y="110728"/>
                </a:lnTo>
                <a:lnTo>
                  <a:pt x="259421" y="105903"/>
                </a:lnTo>
                <a:lnTo>
                  <a:pt x="267614" y="97710"/>
                </a:lnTo>
                <a:lnTo>
                  <a:pt x="272272" y="94342"/>
                </a:lnTo>
                <a:lnTo>
                  <a:pt x="277219" y="91588"/>
                </a:lnTo>
                <a:lnTo>
                  <a:pt x="287600" y="88440"/>
                </a:lnTo>
                <a:lnTo>
                  <a:pt x="293033" y="88047"/>
                </a:lnTo>
                <a:lnTo>
                  <a:pt x="298132" y="88396"/>
                </a:lnTo>
                <a:lnTo>
                  <a:pt x="307575" y="91186"/>
                </a:lnTo>
                <a:lnTo>
                  <a:pt x="311920" y="93628"/>
                </a:lnTo>
                <a:lnTo>
                  <a:pt x="315829" y="96670"/>
                </a:lnTo>
                <a:lnTo>
                  <a:pt x="321790" y="104260"/>
                </a:lnTo>
                <a:lnTo>
                  <a:pt x="323841" y="108808"/>
                </a:lnTo>
                <a:lnTo>
                  <a:pt x="326464" y="104606"/>
                </a:lnTo>
                <a:lnTo>
                  <a:pt x="332715" y="97239"/>
                </a:lnTo>
                <a:lnTo>
                  <a:pt x="336342" y="94074"/>
                </a:lnTo>
                <a:lnTo>
                  <a:pt x="340229" y="91437"/>
                </a:lnTo>
                <a:lnTo>
                  <a:pt x="348556" y="88423"/>
                </a:lnTo>
                <a:lnTo>
                  <a:pt x="352996" y="88047"/>
                </a:lnTo>
                <a:lnTo>
                  <a:pt x="359214" y="88594"/>
                </a:lnTo>
                <a:lnTo>
                  <a:pt x="365542" y="90234"/>
                </a:lnTo>
                <a:lnTo>
                  <a:pt x="368609" y="91451"/>
                </a:lnTo>
                <a:lnTo>
                  <a:pt x="373855" y="94755"/>
                </a:lnTo>
                <a:lnTo>
                  <a:pt x="376035" y="96842"/>
                </a:lnTo>
                <a:lnTo>
                  <a:pt x="377812" y="99214"/>
                </a:lnTo>
                <a:lnTo>
                  <a:pt x="379844" y="104795"/>
                </a:lnTo>
                <a:lnTo>
                  <a:pt x="380098" y="108005"/>
                </a:lnTo>
                <a:lnTo>
                  <a:pt x="379805" y="111498"/>
                </a:lnTo>
                <a:lnTo>
                  <a:pt x="377461" y="117749"/>
                </a:lnTo>
                <a:lnTo>
                  <a:pt x="375410" y="120506"/>
                </a:lnTo>
                <a:lnTo>
                  <a:pt x="372907" y="122792"/>
                </a:lnTo>
                <a:lnTo>
                  <a:pt x="366946" y="125403"/>
                </a:lnTo>
                <a:lnTo>
                  <a:pt x="363489" y="125730"/>
                </a:lnTo>
                <a:lnTo>
                  <a:pt x="361284" y="125546"/>
                </a:lnTo>
                <a:lnTo>
                  <a:pt x="357444" y="124072"/>
                </a:lnTo>
                <a:lnTo>
                  <a:pt x="355809" y="122783"/>
                </a:lnTo>
                <a:lnTo>
                  <a:pt x="354461" y="121215"/>
                </a:lnTo>
                <a:lnTo>
                  <a:pt x="352921" y="117509"/>
                </a:lnTo>
                <a:lnTo>
                  <a:pt x="352728" y="115372"/>
                </a:lnTo>
                <a:lnTo>
                  <a:pt x="352985" y="112472"/>
                </a:lnTo>
                <a:lnTo>
                  <a:pt x="355039" y="107226"/>
                </a:lnTo>
                <a:lnTo>
                  <a:pt x="356836" y="104879"/>
                </a:lnTo>
                <a:lnTo>
                  <a:pt x="359010" y="102834"/>
                </a:lnTo>
                <a:lnTo>
                  <a:pt x="363943" y="100133"/>
                </a:lnTo>
                <a:lnTo>
                  <a:pt x="366703" y="99477"/>
                </a:lnTo>
                <a:lnTo>
                  <a:pt x="363871" y="97699"/>
                </a:lnTo>
                <a:lnTo>
                  <a:pt x="356750" y="95668"/>
                </a:lnTo>
                <a:lnTo>
                  <a:pt x="352460" y="95414"/>
                </a:lnTo>
                <a:lnTo>
                  <a:pt x="348012" y="95947"/>
                </a:lnTo>
                <a:lnTo>
                  <a:pt x="340020" y="100211"/>
                </a:lnTo>
                <a:lnTo>
                  <a:pt x="336476" y="103942"/>
                </a:lnTo>
                <a:lnTo>
                  <a:pt x="333351" y="108326"/>
                </a:lnTo>
                <a:lnTo>
                  <a:pt x="328573" y="117813"/>
                </a:lnTo>
                <a:lnTo>
                  <a:pt x="326922" y="122917"/>
                </a:lnTo>
                <a:lnTo>
                  <a:pt x="314375" y="173415"/>
                </a:lnTo>
                <a:lnTo>
                  <a:pt x="312065" y="183862"/>
                </a:lnTo>
                <a:lnTo>
                  <a:pt x="311294" y="192256"/>
                </a:lnTo>
                <a:lnTo>
                  <a:pt x="311551" y="195767"/>
                </a:lnTo>
                <a:lnTo>
                  <a:pt x="313605" y="202018"/>
                </a:lnTo>
                <a:lnTo>
                  <a:pt x="315402" y="204758"/>
                </a:lnTo>
                <a:lnTo>
                  <a:pt x="317629" y="207043"/>
                </a:lnTo>
                <a:lnTo>
                  <a:pt x="323121" y="209655"/>
                </a:lnTo>
                <a:lnTo>
                  <a:pt x="326386" y="209982"/>
                </a:lnTo>
                <a:lnTo>
                  <a:pt x="329689" y="209797"/>
                </a:lnTo>
                <a:lnTo>
                  <a:pt x="336023" y="208324"/>
                </a:lnTo>
                <a:lnTo>
                  <a:pt x="344845" y="203351"/>
                </a:lnTo>
                <a:lnTo>
                  <a:pt x="350273" y="198194"/>
                </a:lnTo>
                <a:lnTo>
                  <a:pt x="355092" y="192156"/>
                </a:lnTo>
                <a:lnTo>
                  <a:pt x="362035" y="179208"/>
                </a:lnTo>
                <a:lnTo>
                  <a:pt x="364158" y="172298"/>
                </a:lnTo>
                <a:lnTo>
                  <a:pt x="365007" y="171059"/>
                </a:lnTo>
                <a:lnTo>
                  <a:pt x="366391" y="170646"/>
                </a:lnTo>
                <a:lnTo>
                  <a:pt x="369918" y="170646"/>
                </a:lnTo>
                <a:lnTo>
                  <a:pt x="370922" y="170836"/>
                </a:lnTo>
                <a:lnTo>
                  <a:pt x="371704" y="171405"/>
                </a:lnTo>
                <a:lnTo>
                  <a:pt x="372240" y="172220"/>
                </a:lnTo>
                <a:lnTo>
                  <a:pt x="372418" y="173147"/>
                </a:lnTo>
                <a:lnTo>
                  <a:pt x="372351" y="173493"/>
                </a:lnTo>
                <a:lnTo>
                  <a:pt x="372150" y="173995"/>
                </a:lnTo>
                <a:lnTo>
                  <a:pt x="369561" y="182266"/>
                </a:lnTo>
                <a:lnTo>
                  <a:pt x="361033" y="197402"/>
                </a:lnTo>
                <a:lnTo>
                  <a:pt x="355095" y="204267"/>
                </a:lnTo>
                <a:lnTo>
                  <a:pt x="351805" y="207374"/>
                </a:lnTo>
                <a:lnTo>
                  <a:pt x="344906" y="212347"/>
                </a:lnTo>
                <a:lnTo>
                  <a:pt x="337584" y="215662"/>
                </a:lnTo>
                <a:lnTo>
                  <a:pt x="329838" y="217320"/>
                </a:lnTo>
                <a:lnTo>
                  <a:pt x="325805" y="217527"/>
                </a:lnTo>
                <a:lnTo>
                  <a:pt x="320707" y="217176"/>
                </a:lnTo>
                <a:lnTo>
                  <a:pt x="311264" y="214363"/>
                </a:lnTo>
                <a:lnTo>
                  <a:pt x="306919" y="211901"/>
                </a:lnTo>
                <a:lnTo>
                  <a:pt x="303007" y="208818"/>
                </a:lnTo>
                <a:lnTo>
                  <a:pt x="297024" y="201161"/>
                </a:lnTo>
                <a:lnTo>
                  <a:pt x="294953" y="196587"/>
                </a:lnTo>
                <a:lnTo>
                  <a:pt x="292506" y="200653"/>
                </a:lnTo>
                <a:lnTo>
                  <a:pt x="286322" y="207997"/>
                </a:lnTo>
                <a:lnTo>
                  <a:pt x="282586" y="211276"/>
                </a:lnTo>
                <a:lnTo>
                  <a:pt x="278589" y="214011"/>
                </a:lnTo>
                <a:lnTo>
                  <a:pt x="270196" y="217137"/>
                </a:lnTo>
                <a:lnTo>
                  <a:pt x="265798" y="217527"/>
                </a:lnTo>
                <a:lnTo>
                  <a:pt x="259581" y="216980"/>
                </a:lnTo>
                <a:lnTo>
                  <a:pt x="253162" y="215339"/>
                </a:lnTo>
                <a:lnTo>
                  <a:pt x="250076" y="214123"/>
                </a:lnTo>
                <a:lnTo>
                  <a:pt x="244808" y="210819"/>
                </a:lnTo>
                <a:lnTo>
                  <a:pt x="242625" y="208732"/>
                </a:lnTo>
                <a:lnTo>
                  <a:pt x="240867" y="206351"/>
                </a:lnTo>
                <a:lnTo>
                  <a:pt x="238858" y="200703"/>
                </a:lnTo>
                <a:lnTo>
                  <a:pt x="238607" y="197436"/>
                </a:lnTo>
                <a:lnTo>
                  <a:pt x="238897" y="194162"/>
                </a:lnTo>
                <a:lnTo>
                  <a:pt x="241219" y="188068"/>
                </a:lnTo>
                <a:lnTo>
                  <a:pt x="243250" y="185246"/>
                </a:lnTo>
                <a:lnTo>
                  <a:pt x="245739" y="182824"/>
                </a:lnTo>
                <a:lnTo>
                  <a:pt x="251588" y="180056"/>
                </a:lnTo>
                <a:lnTo>
                  <a:pt x="254948" y="179710"/>
                </a:lnTo>
                <a:lnTo>
                  <a:pt x="257220" y="179888"/>
                </a:lnTo>
                <a:lnTo>
                  <a:pt x="261193" y="181317"/>
                </a:lnTo>
                <a:lnTo>
                  <a:pt x="262896" y="182567"/>
                </a:lnTo>
                <a:lnTo>
                  <a:pt x="264302" y="184105"/>
                </a:lnTo>
                <a:lnTo>
                  <a:pt x="265909" y="187833"/>
                </a:lnTo>
                <a:lnTo>
                  <a:pt x="266110" y="190024"/>
                </a:lnTo>
                <a:lnTo>
                  <a:pt x="265859" y="192940"/>
                </a:lnTo>
                <a:lnTo>
                  <a:pt x="263850" y="198186"/>
                </a:lnTo>
                <a:lnTo>
                  <a:pt x="262092" y="200516"/>
                </a:lnTo>
                <a:lnTo>
                  <a:pt x="259979" y="202539"/>
                </a:lnTo>
                <a:lnTo>
                  <a:pt x="255001" y="205330"/>
                </a:lnTo>
                <a:lnTo>
                  <a:pt x="252135" y="206097"/>
                </a:lnTo>
                <a:close/>
                <a:moveTo>
                  <a:pt x="411491" y="285750"/>
                </a:moveTo>
                <a:lnTo>
                  <a:pt x="410378" y="285594"/>
                </a:lnTo>
                <a:lnTo>
                  <a:pt x="409105" y="284344"/>
                </a:lnTo>
                <a:lnTo>
                  <a:pt x="408946" y="283250"/>
                </a:lnTo>
                <a:lnTo>
                  <a:pt x="409091" y="282167"/>
                </a:lnTo>
                <a:lnTo>
                  <a:pt x="409527" y="281419"/>
                </a:lnTo>
                <a:lnTo>
                  <a:pt x="415441" y="275285"/>
                </a:lnTo>
                <a:lnTo>
                  <a:pt x="426126" y="262006"/>
                </a:lnTo>
                <a:lnTo>
                  <a:pt x="435285" y="247381"/>
                </a:lnTo>
                <a:lnTo>
                  <a:pt x="442917" y="231409"/>
                </a:lnTo>
                <a:lnTo>
                  <a:pt x="449023" y="214091"/>
                </a:lnTo>
                <a:lnTo>
                  <a:pt x="453602" y="195427"/>
                </a:lnTo>
                <a:lnTo>
                  <a:pt x="456655" y="175416"/>
                </a:lnTo>
                <a:lnTo>
                  <a:pt x="458181" y="154059"/>
                </a:lnTo>
                <a:lnTo>
                  <a:pt x="458372" y="142875"/>
                </a:lnTo>
                <a:lnTo>
                  <a:pt x="458183" y="131694"/>
                </a:lnTo>
                <a:lnTo>
                  <a:pt x="456674" y="110353"/>
                </a:lnTo>
                <a:lnTo>
                  <a:pt x="453654" y="90376"/>
                </a:lnTo>
                <a:lnTo>
                  <a:pt x="449125" y="71761"/>
                </a:lnTo>
                <a:lnTo>
                  <a:pt x="443087" y="54510"/>
                </a:lnTo>
                <a:lnTo>
                  <a:pt x="435538" y="38623"/>
                </a:lnTo>
                <a:lnTo>
                  <a:pt x="426480" y="24098"/>
                </a:lnTo>
                <a:lnTo>
                  <a:pt x="415912" y="10936"/>
                </a:lnTo>
                <a:lnTo>
                  <a:pt x="410062" y="4867"/>
                </a:lnTo>
                <a:lnTo>
                  <a:pt x="409225" y="3940"/>
                </a:lnTo>
                <a:lnTo>
                  <a:pt x="408946" y="2500"/>
                </a:lnTo>
                <a:lnTo>
                  <a:pt x="409136" y="1574"/>
                </a:lnTo>
                <a:lnTo>
                  <a:pt x="409705" y="759"/>
                </a:lnTo>
                <a:lnTo>
                  <a:pt x="410554" y="190"/>
                </a:lnTo>
                <a:lnTo>
                  <a:pt x="411491" y="0"/>
                </a:lnTo>
                <a:lnTo>
                  <a:pt x="414126" y="0"/>
                </a:lnTo>
                <a:lnTo>
                  <a:pt x="414896" y="134"/>
                </a:lnTo>
                <a:lnTo>
                  <a:pt x="415509" y="536"/>
                </a:lnTo>
                <a:lnTo>
                  <a:pt x="425349" y="9075"/>
                </a:lnTo>
                <a:lnTo>
                  <a:pt x="442449" y="28765"/>
                </a:lnTo>
                <a:lnTo>
                  <a:pt x="449710" y="39916"/>
                </a:lnTo>
                <a:lnTo>
                  <a:pt x="456084" y="51675"/>
                </a:lnTo>
                <a:lnTo>
                  <a:pt x="466085" y="76366"/>
                </a:lnTo>
                <a:lnTo>
                  <a:pt x="469713" y="89297"/>
                </a:lnTo>
                <a:lnTo>
                  <a:pt x="472506" y="102474"/>
                </a:lnTo>
                <a:lnTo>
                  <a:pt x="475698" y="129263"/>
                </a:lnTo>
                <a:lnTo>
                  <a:pt x="476098" y="142875"/>
                </a:lnTo>
                <a:lnTo>
                  <a:pt x="475883" y="152949"/>
                </a:lnTo>
                <a:lnTo>
                  <a:pt x="474164" y="172862"/>
                </a:lnTo>
                <a:lnTo>
                  <a:pt x="472659" y="182701"/>
                </a:lnTo>
                <a:lnTo>
                  <a:pt x="470689" y="192465"/>
                </a:lnTo>
                <a:lnTo>
                  <a:pt x="465242" y="211776"/>
                </a:lnTo>
                <a:lnTo>
                  <a:pt x="461765" y="221322"/>
                </a:lnTo>
                <a:lnTo>
                  <a:pt x="457789" y="230671"/>
                </a:lnTo>
                <a:lnTo>
                  <a:pt x="448346" y="248262"/>
                </a:lnTo>
                <a:lnTo>
                  <a:pt x="442879" y="256505"/>
                </a:lnTo>
                <a:lnTo>
                  <a:pt x="436882" y="264344"/>
                </a:lnTo>
                <a:lnTo>
                  <a:pt x="423198" y="278698"/>
                </a:lnTo>
                <a:lnTo>
                  <a:pt x="415509" y="285214"/>
                </a:lnTo>
                <a:lnTo>
                  <a:pt x="414896" y="285616"/>
                </a:lnTo>
                <a:lnTo>
                  <a:pt x="414126" y="285750"/>
                </a:lnTo>
                <a:lnTo>
                  <a:pt x="411491" y="285750"/>
                </a:lnTo>
                <a:close/>
              </a:path>
            </a:pathLst>
          </a:custGeom>
          <a:solidFill xmlns:a="http://schemas.openxmlformats.org/drawingml/2006/main">
            <a:srgbClr val="2B3540"/>
          </a:solidFill>
          <a:ln xmlns:a="http://schemas.openxmlformats.org/drawingml/2006/main" w="0">
            <a:noFill/>
          </a:ln>
        </p:spPr>
      </p:sp>
      <p:sp>
        <p:nvSpPr>
          <p:cNvPr id="405" name="score-contrast-math-0 \ell_R-\ell_H">
            <a:extLst xmlns:a="http://schemas.openxmlformats.org/drawingml/2006/main">
              <a:ext uri="{FF2B5EF4-FFF2-40B4-BE49-F238E27FC236}">
                <a16:creationId xmlns:a16="http://schemas.microsoft.com/office/drawing/2014/main" id="{A66D3281-76C4-4DC5-85BD-1B97ABE3D109}"/>
              </a:ext>
            </a:extLst>
          </p:cNvPr>
          <p:cNvSpPr>
            <a:spLocks xmlns:a="http://schemas.openxmlformats.org/drawingml/2006/main" noGrp="1"/>
          </p:cNvSpPr>
          <p:nvPr/>
        </p:nvSpPr>
        <p:spPr>
          <a:xfrm xmlns:a="http://schemas.openxmlformats.org/drawingml/2006/main">
            <a:off x="14050528" y="4350544"/>
            <a:ext cx="753215" cy="212084"/>
          </a:xfrm>
          <a:custGeom xmlns:a="http://schemas.openxmlformats.org/drawingml/2006/main">
            <a:pathLst>
              <a:path w="753215" h="212084">
                <a:moveTo>
                  <a:pt x="3349" y="150242"/>
                </a:moveTo>
                <a:lnTo>
                  <a:pt x="2279" y="149926"/>
                </a:lnTo>
                <a:lnTo>
                  <a:pt x="1154" y="148977"/>
                </a:lnTo>
                <a:lnTo>
                  <a:pt x="288" y="147712"/>
                </a:lnTo>
                <a:lnTo>
                  <a:pt x="0" y="146521"/>
                </a:lnTo>
                <a:lnTo>
                  <a:pt x="1235" y="144531"/>
                </a:lnTo>
                <a:lnTo>
                  <a:pt x="11113" y="134522"/>
                </a:lnTo>
                <a:lnTo>
                  <a:pt x="19757" y="126504"/>
                </a:lnTo>
                <a:lnTo>
                  <a:pt x="19738" y="125555"/>
                </a:lnTo>
                <a:lnTo>
                  <a:pt x="19683" y="124792"/>
                </a:lnTo>
                <a:lnTo>
                  <a:pt x="19627" y="124086"/>
                </a:lnTo>
                <a:lnTo>
                  <a:pt x="19534" y="123379"/>
                </a:lnTo>
                <a:lnTo>
                  <a:pt x="19934" y="113044"/>
                </a:lnTo>
                <a:lnTo>
                  <a:pt x="21134" y="102505"/>
                </a:lnTo>
                <a:lnTo>
                  <a:pt x="23068" y="91883"/>
                </a:lnTo>
                <a:lnTo>
                  <a:pt x="25598" y="81297"/>
                </a:lnTo>
                <a:lnTo>
                  <a:pt x="28817" y="70470"/>
                </a:lnTo>
                <a:lnTo>
                  <a:pt x="32742" y="59196"/>
                </a:lnTo>
                <a:lnTo>
                  <a:pt x="37086" y="48416"/>
                </a:lnTo>
                <a:lnTo>
                  <a:pt x="41486" y="39067"/>
                </a:lnTo>
                <a:lnTo>
                  <a:pt x="45406" y="31484"/>
                </a:lnTo>
                <a:lnTo>
                  <a:pt x="53778" y="17811"/>
                </a:lnTo>
                <a:lnTo>
                  <a:pt x="58229" y="11720"/>
                </a:lnTo>
                <a:lnTo>
                  <a:pt x="60530" y="8973"/>
                </a:lnTo>
                <a:lnTo>
                  <a:pt x="65315" y="4578"/>
                </a:lnTo>
                <a:lnTo>
                  <a:pt x="70347" y="1648"/>
                </a:lnTo>
                <a:lnTo>
                  <a:pt x="75626" y="183"/>
                </a:lnTo>
                <a:lnTo>
                  <a:pt x="78358" y="0"/>
                </a:lnTo>
                <a:lnTo>
                  <a:pt x="81865" y="326"/>
                </a:lnTo>
                <a:lnTo>
                  <a:pt x="87260" y="2930"/>
                </a:lnTo>
                <a:lnTo>
                  <a:pt x="89148" y="5209"/>
                </a:lnTo>
                <a:lnTo>
                  <a:pt x="90580" y="7958"/>
                </a:lnTo>
                <a:lnTo>
                  <a:pt x="92218" y="14432"/>
                </a:lnTo>
                <a:lnTo>
                  <a:pt x="92422" y="18157"/>
                </a:lnTo>
                <a:lnTo>
                  <a:pt x="92196" y="23668"/>
                </a:lnTo>
                <a:lnTo>
                  <a:pt x="90387" y="35048"/>
                </a:lnTo>
                <a:lnTo>
                  <a:pt x="86769" y="46908"/>
                </a:lnTo>
                <a:lnTo>
                  <a:pt x="81341" y="59247"/>
                </a:lnTo>
                <a:lnTo>
                  <a:pt x="74104" y="72065"/>
                </a:lnTo>
                <a:lnTo>
                  <a:pt x="65058" y="85362"/>
                </a:lnTo>
                <a:lnTo>
                  <a:pt x="48097" y="106205"/>
                </a:lnTo>
                <a:lnTo>
                  <a:pt x="34528" y="120700"/>
                </a:lnTo>
                <a:lnTo>
                  <a:pt x="33830" y="129453"/>
                </a:lnTo>
                <a:lnTo>
                  <a:pt x="33598" y="135248"/>
                </a:lnTo>
                <a:lnTo>
                  <a:pt x="33810" y="142224"/>
                </a:lnTo>
                <a:lnTo>
                  <a:pt x="35508" y="153386"/>
                </a:lnTo>
                <a:lnTo>
                  <a:pt x="38903" y="160827"/>
                </a:lnTo>
                <a:lnTo>
                  <a:pt x="43996" y="164548"/>
                </a:lnTo>
                <a:lnTo>
                  <a:pt x="47179" y="165013"/>
                </a:lnTo>
                <a:lnTo>
                  <a:pt x="50092" y="164820"/>
                </a:lnTo>
                <a:lnTo>
                  <a:pt x="55878" y="163276"/>
                </a:lnTo>
                <a:lnTo>
                  <a:pt x="58750" y="161925"/>
                </a:lnTo>
                <a:lnTo>
                  <a:pt x="64108" y="158707"/>
                </a:lnTo>
                <a:lnTo>
                  <a:pt x="68647" y="155228"/>
                </a:lnTo>
                <a:lnTo>
                  <a:pt x="73577" y="150754"/>
                </a:lnTo>
                <a:lnTo>
                  <a:pt x="80107" y="144549"/>
                </a:lnTo>
                <a:lnTo>
                  <a:pt x="80674" y="144187"/>
                </a:lnTo>
                <a:lnTo>
                  <a:pt x="81483" y="144066"/>
                </a:lnTo>
                <a:lnTo>
                  <a:pt x="82748" y="144419"/>
                </a:lnTo>
                <a:lnTo>
                  <a:pt x="83939" y="145480"/>
                </a:lnTo>
                <a:lnTo>
                  <a:pt x="84804" y="146838"/>
                </a:lnTo>
                <a:lnTo>
                  <a:pt x="85093" y="148159"/>
                </a:lnTo>
                <a:lnTo>
                  <a:pt x="84832" y="148968"/>
                </a:lnTo>
                <a:lnTo>
                  <a:pt x="84051" y="149758"/>
                </a:lnTo>
                <a:lnTo>
                  <a:pt x="73995" y="158967"/>
                </a:lnTo>
                <a:lnTo>
                  <a:pt x="64963" y="165832"/>
                </a:lnTo>
                <a:lnTo>
                  <a:pt x="60643" y="168322"/>
                </a:lnTo>
                <a:lnTo>
                  <a:pt x="51527" y="171169"/>
                </a:lnTo>
                <a:lnTo>
                  <a:pt x="46732" y="171524"/>
                </a:lnTo>
                <a:lnTo>
                  <a:pt x="43689" y="171356"/>
                </a:lnTo>
                <a:lnTo>
                  <a:pt x="38211" y="170007"/>
                </a:lnTo>
                <a:lnTo>
                  <a:pt x="33541" y="167309"/>
                </a:lnTo>
                <a:lnTo>
                  <a:pt x="29681" y="163263"/>
                </a:lnTo>
                <a:lnTo>
                  <a:pt x="28054" y="160734"/>
                </a:lnTo>
                <a:lnTo>
                  <a:pt x="25282" y="155067"/>
                </a:lnTo>
                <a:lnTo>
                  <a:pt x="21413" y="142212"/>
                </a:lnTo>
                <a:lnTo>
                  <a:pt x="20315" y="135024"/>
                </a:lnTo>
                <a:lnTo>
                  <a:pt x="13246" y="141889"/>
                </a:lnTo>
                <a:lnTo>
                  <a:pt x="4763" y="149758"/>
                </a:lnTo>
                <a:lnTo>
                  <a:pt x="4279" y="150121"/>
                </a:lnTo>
                <a:lnTo>
                  <a:pt x="3349" y="150242"/>
                </a:lnTo>
                <a:close/>
                <a:moveTo>
                  <a:pt x="36500" y="109314"/>
                </a:moveTo>
                <a:lnTo>
                  <a:pt x="48750" y="95464"/>
                </a:lnTo>
                <a:lnTo>
                  <a:pt x="60201" y="80925"/>
                </a:lnTo>
                <a:lnTo>
                  <a:pt x="65496" y="73386"/>
                </a:lnTo>
                <a:lnTo>
                  <a:pt x="74705" y="57722"/>
                </a:lnTo>
                <a:lnTo>
                  <a:pt x="78618" y="49597"/>
                </a:lnTo>
                <a:lnTo>
                  <a:pt x="81858" y="41421"/>
                </a:lnTo>
                <a:lnTo>
                  <a:pt x="85560" y="25347"/>
                </a:lnTo>
                <a:lnTo>
                  <a:pt x="86023" y="17450"/>
                </a:lnTo>
                <a:lnTo>
                  <a:pt x="85899" y="14808"/>
                </a:lnTo>
                <a:lnTo>
                  <a:pt x="84914" y="10580"/>
                </a:lnTo>
                <a:lnTo>
                  <a:pt x="82941" y="7762"/>
                </a:lnTo>
                <a:lnTo>
                  <a:pt x="79983" y="6352"/>
                </a:lnTo>
                <a:lnTo>
                  <a:pt x="78135" y="6176"/>
                </a:lnTo>
                <a:lnTo>
                  <a:pt x="75999" y="6494"/>
                </a:lnTo>
                <a:lnTo>
                  <a:pt x="71697" y="9033"/>
                </a:lnTo>
                <a:lnTo>
                  <a:pt x="67353" y="14112"/>
                </a:lnTo>
                <a:lnTo>
                  <a:pt x="62968" y="21730"/>
                </a:lnTo>
                <a:lnTo>
                  <a:pt x="60759" y="26491"/>
                </a:lnTo>
                <a:lnTo>
                  <a:pt x="56508" y="36837"/>
                </a:lnTo>
                <a:lnTo>
                  <a:pt x="48955" y="58771"/>
                </a:lnTo>
                <a:lnTo>
                  <a:pt x="45653" y="70359"/>
                </a:lnTo>
                <a:lnTo>
                  <a:pt x="40239" y="91892"/>
                </a:lnTo>
                <a:lnTo>
                  <a:pt x="36500" y="109314"/>
                </a:lnTo>
                <a:close/>
                <a:moveTo>
                  <a:pt x="104872" y="208412"/>
                </a:moveTo>
                <a:lnTo>
                  <a:pt x="104154" y="208275"/>
                </a:lnTo>
                <a:lnTo>
                  <a:pt x="103333" y="207181"/>
                </a:lnTo>
                <a:lnTo>
                  <a:pt x="103231" y="206224"/>
                </a:lnTo>
                <a:lnTo>
                  <a:pt x="103348" y="205657"/>
                </a:lnTo>
                <a:lnTo>
                  <a:pt x="103543" y="204791"/>
                </a:lnTo>
                <a:lnTo>
                  <a:pt x="103849" y="203880"/>
                </a:lnTo>
                <a:lnTo>
                  <a:pt x="104247" y="203176"/>
                </a:lnTo>
                <a:lnTo>
                  <a:pt x="104741" y="202708"/>
                </a:lnTo>
                <a:lnTo>
                  <a:pt x="105341" y="202551"/>
                </a:lnTo>
                <a:lnTo>
                  <a:pt x="113994" y="202265"/>
                </a:lnTo>
                <a:lnTo>
                  <a:pt x="119587" y="201405"/>
                </a:lnTo>
                <a:lnTo>
                  <a:pt x="120572" y="200852"/>
                </a:lnTo>
                <a:lnTo>
                  <a:pt x="122122" y="198612"/>
                </a:lnTo>
                <a:lnTo>
                  <a:pt x="122687" y="196926"/>
                </a:lnTo>
                <a:lnTo>
                  <a:pt x="145554" y="105378"/>
                </a:lnTo>
                <a:lnTo>
                  <a:pt x="145808" y="103984"/>
                </a:lnTo>
                <a:lnTo>
                  <a:pt x="145893" y="103086"/>
                </a:lnTo>
                <a:lnTo>
                  <a:pt x="145770" y="102285"/>
                </a:lnTo>
                <a:lnTo>
                  <a:pt x="144794" y="101269"/>
                </a:lnTo>
                <a:lnTo>
                  <a:pt x="143939" y="101054"/>
                </a:lnTo>
                <a:lnTo>
                  <a:pt x="139336" y="100566"/>
                </a:lnTo>
                <a:lnTo>
                  <a:pt x="131880" y="100403"/>
                </a:lnTo>
                <a:lnTo>
                  <a:pt x="131174" y="100266"/>
                </a:lnTo>
                <a:lnTo>
                  <a:pt x="130366" y="99173"/>
                </a:lnTo>
                <a:lnTo>
                  <a:pt x="130266" y="98215"/>
                </a:lnTo>
                <a:lnTo>
                  <a:pt x="130383" y="97649"/>
                </a:lnTo>
                <a:lnTo>
                  <a:pt x="130578" y="96783"/>
                </a:lnTo>
                <a:lnTo>
                  <a:pt x="130865" y="95871"/>
                </a:lnTo>
                <a:lnTo>
                  <a:pt x="131255" y="95168"/>
                </a:lnTo>
                <a:lnTo>
                  <a:pt x="131770" y="94699"/>
                </a:lnTo>
                <a:lnTo>
                  <a:pt x="132375" y="94543"/>
                </a:lnTo>
                <a:lnTo>
                  <a:pt x="182902" y="94543"/>
                </a:lnTo>
                <a:lnTo>
                  <a:pt x="189062" y="94888"/>
                </a:lnTo>
                <a:lnTo>
                  <a:pt x="195456" y="95923"/>
                </a:lnTo>
                <a:lnTo>
                  <a:pt x="201700" y="97701"/>
                </a:lnTo>
                <a:lnTo>
                  <a:pt x="207411" y="100273"/>
                </a:lnTo>
                <a:lnTo>
                  <a:pt x="210010" y="101881"/>
                </a:lnTo>
                <a:lnTo>
                  <a:pt x="214477" y="105840"/>
                </a:lnTo>
                <a:lnTo>
                  <a:pt x="216344" y="108191"/>
                </a:lnTo>
                <a:lnTo>
                  <a:pt x="217882" y="110756"/>
                </a:lnTo>
                <a:lnTo>
                  <a:pt x="219640" y="116512"/>
                </a:lnTo>
                <a:lnTo>
                  <a:pt x="219860" y="119702"/>
                </a:lnTo>
                <a:lnTo>
                  <a:pt x="219513" y="123783"/>
                </a:lnTo>
                <a:lnTo>
                  <a:pt x="216740" y="131271"/>
                </a:lnTo>
                <a:lnTo>
                  <a:pt x="214313" y="134678"/>
                </a:lnTo>
                <a:lnTo>
                  <a:pt x="211368" y="137838"/>
                </a:lnTo>
                <a:lnTo>
                  <a:pt x="204375" y="143346"/>
                </a:lnTo>
                <a:lnTo>
                  <a:pt x="200326" y="145695"/>
                </a:lnTo>
                <a:lnTo>
                  <a:pt x="191985" y="149465"/>
                </a:lnTo>
                <a:lnTo>
                  <a:pt x="183892" y="151920"/>
                </a:lnTo>
                <a:lnTo>
                  <a:pt x="187000" y="153281"/>
                </a:lnTo>
                <a:lnTo>
                  <a:pt x="192326" y="157057"/>
                </a:lnTo>
                <a:lnTo>
                  <a:pt x="194544" y="159473"/>
                </a:lnTo>
                <a:lnTo>
                  <a:pt x="196367" y="162151"/>
                </a:lnTo>
                <a:lnTo>
                  <a:pt x="198451" y="168102"/>
                </a:lnTo>
                <a:lnTo>
                  <a:pt x="198712" y="171375"/>
                </a:lnTo>
                <a:lnTo>
                  <a:pt x="198698" y="172157"/>
                </a:lnTo>
                <a:lnTo>
                  <a:pt x="198659" y="172730"/>
                </a:lnTo>
                <a:lnTo>
                  <a:pt x="198614" y="173205"/>
                </a:lnTo>
                <a:lnTo>
                  <a:pt x="198529" y="173746"/>
                </a:lnTo>
                <a:lnTo>
                  <a:pt x="197227" y="188539"/>
                </a:lnTo>
                <a:lnTo>
                  <a:pt x="197071" y="191554"/>
                </a:lnTo>
                <a:lnTo>
                  <a:pt x="196914" y="194087"/>
                </a:lnTo>
                <a:lnTo>
                  <a:pt x="196797" y="196138"/>
                </a:lnTo>
                <a:lnTo>
                  <a:pt x="196758" y="197759"/>
                </a:lnTo>
                <a:lnTo>
                  <a:pt x="197090" y="201861"/>
                </a:lnTo>
                <a:lnTo>
                  <a:pt x="198086" y="205052"/>
                </a:lnTo>
                <a:lnTo>
                  <a:pt x="198928" y="206237"/>
                </a:lnTo>
                <a:lnTo>
                  <a:pt x="201598" y="207591"/>
                </a:lnTo>
                <a:lnTo>
                  <a:pt x="203426" y="207760"/>
                </a:lnTo>
                <a:lnTo>
                  <a:pt x="205951" y="207458"/>
                </a:lnTo>
                <a:lnTo>
                  <a:pt x="210521" y="205035"/>
                </a:lnTo>
                <a:lnTo>
                  <a:pt x="212568" y="202916"/>
                </a:lnTo>
                <a:lnTo>
                  <a:pt x="214376" y="200440"/>
                </a:lnTo>
                <a:lnTo>
                  <a:pt x="216967" y="195166"/>
                </a:lnTo>
                <a:lnTo>
                  <a:pt x="217750" y="192368"/>
                </a:lnTo>
                <a:lnTo>
                  <a:pt x="218519" y="191274"/>
                </a:lnTo>
                <a:lnTo>
                  <a:pt x="219365" y="190909"/>
                </a:lnTo>
                <a:lnTo>
                  <a:pt x="220928" y="190909"/>
                </a:lnTo>
                <a:lnTo>
                  <a:pt x="221634" y="191046"/>
                </a:lnTo>
                <a:lnTo>
                  <a:pt x="222442" y="192140"/>
                </a:lnTo>
                <a:lnTo>
                  <a:pt x="222543" y="193097"/>
                </a:lnTo>
                <a:lnTo>
                  <a:pt x="220961" y="197792"/>
                </a:lnTo>
                <a:lnTo>
                  <a:pt x="218662" y="202239"/>
                </a:lnTo>
                <a:lnTo>
                  <a:pt x="215680" y="206152"/>
                </a:lnTo>
                <a:lnTo>
                  <a:pt x="211994" y="209297"/>
                </a:lnTo>
                <a:lnTo>
                  <a:pt x="209945" y="210516"/>
                </a:lnTo>
                <a:lnTo>
                  <a:pt x="205583" y="211910"/>
                </a:lnTo>
                <a:lnTo>
                  <a:pt x="203270" y="212084"/>
                </a:lnTo>
                <a:lnTo>
                  <a:pt x="198567" y="211812"/>
                </a:lnTo>
                <a:lnTo>
                  <a:pt x="190245" y="209637"/>
                </a:lnTo>
                <a:lnTo>
                  <a:pt x="186627" y="207734"/>
                </a:lnTo>
                <a:lnTo>
                  <a:pt x="183618" y="205240"/>
                </a:lnTo>
                <a:lnTo>
                  <a:pt x="180181" y="198417"/>
                </a:lnTo>
                <a:lnTo>
                  <a:pt x="179751" y="194087"/>
                </a:lnTo>
                <a:lnTo>
                  <a:pt x="179914" y="190792"/>
                </a:lnTo>
                <a:lnTo>
                  <a:pt x="180402" y="187888"/>
                </a:lnTo>
                <a:lnTo>
                  <a:pt x="184048" y="173094"/>
                </a:lnTo>
                <a:lnTo>
                  <a:pt x="184537" y="170894"/>
                </a:lnTo>
                <a:lnTo>
                  <a:pt x="184699" y="168354"/>
                </a:lnTo>
                <a:lnTo>
                  <a:pt x="184406" y="165089"/>
                </a:lnTo>
                <a:lnTo>
                  <a:pt x="182062" y="159672"/>
                </a:lnTo>
                <a:lnTo>
                  <a:pt x="180011" y="157520"/>
                </a:lnTo>
                <a:lnTo>
                  <a:pt x="177529" y="155788"/>
                </a:lnTo>
                <a:lnTo>
                  <a:pt x="171656" y="153808"/>
                </a:lnTo>
                <a:lnTo>
                  <a:pt x="168265" y="153561"/>
                </a:lnTo>
                <a:lnTo>
                  <a:pt x="147742" y="153561"/>
                </a:lnTo>
                <a:lnTo>
                  <a:pt x="136777" y="197577"/>
                </a:lnTo>
                <a:lnTo>
                  <a:pt x="136464" y="198859"/>
                </a:lnTo>
                <a:lnTo>
                  <a:pt x="136360" y="199947"/>
                </a:lnTo>
                <a:lnTo>
                  <a:pt x="136487" y="200714"/>
                </a:lnTo>
                <a:lnTo>
                  <a:pt x="137503" y="201690"/>
                </a:lnTo>
                <a:lnTo>
                  <a:pt x="138392" y="201900"/>
                </a:lnTo>
                <a:lnTo>
                  <a:pt x="142969" y="202389"/>
                </a:lnTo>
                <a:lnTo>
                  <a:pt x="150346" y="202551"/>
                </a:lnTo>
                <a:lnTo>
                  <a:pt x="151098" y="202688"/>
                </a:lnTo>
                <a:lnTo>
                  <a:pt x="151958" y="203782"/>
                </a:lnTo>
                <a:lnTo>
                  <a:pt x="152065" y="204739"/>
                </a:lnTo>
                <a:lnTo>
                  <a:pt x="151551" y="206679"/>
                </a:lnTo>
                <a:lnTo>
                  <a:pt x="151153" y="207760"/>
                </a:lnTo>
                <a:lnTo>
                  <a:pt x="150516" y="208249"/>
                </a:lnTo>
                <a:lnTo>
                  <a:pt x="149226" y="208412"/>
                </a:lnTo>
                <a:lnTo>
                  <a:pt x="104872" y="208412"/>
                </a:lnTo>
                <a:close/>
                <a:moveTo>
                  <a:pt x="148731" y="149237"/>
                </a:moveTo>
                <a:lnTo>
                  <a:pt x="167197" y="149237"/>
                </a:lnTo>
                <a:lnTo>
                  <a:pt x="171596" y="149094"/>
                </a:lnTo>
                <a:lnTo>
                  <a:pt x="179552" y="147944"/>
                </a:lnTo>
                <a:lnTo>
                  <a:pt x="186389" y="145646"/>
                </a:lnTo>
                <a:lnTo>
                  <a:pt x="192106" y="142198"/>
                </a:lnTo>
                <a:lnTo>
                  <a:pt x="194544" y="140043"/>
                </a:lnTo>
                <a:lnTo>
                  <a:pt x="196556" y="137778"/>
                </a:lnTo>
                <a:lnTo>
                  <a:pt x="199916" y="132386"/>
                </a:lnTo>
                <a:lnTo>
                  <a:pt x="201264" y="129261"/>
                </a:lnTo>
                <a:lnTo>
                  <a:pt x="202347" y="125983"/>
                </a:lnTo>
                <a:lnTo>
                  <a:pt x="203584" y="119445"/>
                </a:lnTo>
                <a:lnTo>
                  <a:pt x="203738" y="116186"/>
                </a:lnTo>
                <a:lnTo>
                  <a:pt x="203512" y="113268"/>
                </a:lnTo>
                <a:lnTo>
                  <a:pt x="201702" y="108436"/>
                </a:lnTo>
                <a:lnTo>
                  <a:pt x="200118" y="106524"/>
                </a:lnTo>
                <a:lnTo>
                  <a:pt x="198201" y="104904"/>
                </a:lnTo>
                <a:lnTo>
                  <a:pt x="193721" y="102495"/>
                </a:lnTo>
                <a:lnTo>
                  <a:pt x="191158" y="101705"/>
                </a:lnTo>
                <a:lnTo>
                  <a:pt x="185565" y="100729"/>
                </a:lnTo>
                <a:lnTo>
                  <a:pt x="179412" y="100403"/>
                </a:lnTo>
                <a:lnTo>
                  <a:pt x="168265" y="100403"/>
                </a:lnTo>
                <a:lnTo>
                  <a:pt x="164476" y="100599"/>
                </a:lnTo>
                <a:lnTo>
                  <a:pt x="162223" y="101185"/>
                </a:lnTo>
                <a:lnTo>
                  <a:pt x="160829" y="102793"/>
                </a:lnTo>
                <a:lnTo>
                  <a:pt x="159566" y="106107"/>
                </a:lnTo>
                <a:lnTo>
                  <a:pt x="148731" y="149237"/>
                </a:lnTo>
                <a:close/>
                <a:moveTo>
                  <a:pt x="304494" y="113147"/>
                </a:moveTo>
                <a:lnTo>
                  <a:pt x="302689" y="112775"/>
                </a:lnTo>
                <a:lnTo>
                  <a:pt x="301220" y="111658"/>
                </a:lnTo>
                <a:lnTo>
                  <a:pt x="300271" y="110077"/>
                </a:lnTo>
                <a:lnTo>
                  <a:pt x="299955" y="108384"/>
                </a:lnTo>
                <a:lnTo>
                  <a:pt x="300271" y="106700"/>
                </a:lnTo>
                <a:lnTo>
                  <a:pt x="301220" y="105147"/>
                </a:lnTo>
                <a:lnTo>
                  <a:pt x="302689" y="104003"/>
                </a:lnTo>
                <a:lnTo>
                  <a:pt x="304494" y="103622"/>
                </a:lnTo>
                <a:lnTo>
                  <a:pt x="441118" y="103622"/>
                </a:lnTo>
                <a:lnTo>
                  <a:pt x="442820" y="104003"/>
                </a:lnTo>
                <a:lnTo>
                  <a:pt x="444206" y="105147"/>
                </a:lnTo>
                <a:lnTo>
                  <a:pt x="445127" y="106700"/>
                </a:lnTo>
                <a:lnTo>
                  <a:pt x="445434" y="108384"/>
                </a:lnTo>
                <a:lnTo>
                  <a:pt x="445127" y="110077"/>
                </a:lnTo>
                <a:lnTo>
                  <a:pt x="444206" y="111658"/>
                </a:lnTo>
                <a:lnTo>
                  <a:pt x="442820" y="112775"/>
                </a:lnTo>
                <a:lnTo>
                  <a:pt x="441118" y="113147"/>
                </a:lnTo>
                <a:lnTo>
                  <a:pt x="304494" y="113147"/>
                </a:lnTo>
                <a:close/>
                <a:moveTo>
                  <a:pt x="512691" y="150242"/>
                </a:moveTo>
                <a:lnTo>
                  <a:pt x="511621" y="149926"/>
                </a:lnTo>
                <a:lnTo>
                  <a:pt x="510495" y="148977"/>
                </a:lnTo>
                <a:lnTo>
                  <a:pt x="509630" y="147712"/>
                </a:lnTo>
                <a:lnTo>
                  <a:pt x="509342" y="146521"/>
                </a:lnTo>
                <a:lnTo>
                  <a:pt x="510577" y="144531"/>
                </a:lnTo>
                <a:lnTo>
                  <a:pt x="520455" y="134522"/>
                </a:lnTo>
                <a:lnTo>
                  <a:pt x="529099" y="126504"/>
                </a:lnTo>
                <a:lnTo>
                  <a:pt x="529080" y="125555"/>
                </a:lnTo>
                <a:lnTo>
                  <a:pt x="529025" y="124792"/>
                </a:lnTo>
                <a:lnTo>
                  <a:pt x="528969" y="124086"/>
                </a:lnTo>
                <a:lnTo>
                  <a:pt x="528876" y="123379"/>
                </a:lnTo>
                <a:lnTo>
                  <a:pt x="529275" y="113044"/>
                </a:lnTo>
                <a:lnTo>
                  <a:pt x="530475" y="102505"/>
                </a:lnTo>
                <a:lnTo>
                  <a:pt x="532410" y="91883"/>
                </a:lnTo>
                <a:lnTo>
                  <a:pt x="534940" y="81297"/>
                </a:lnTo>
                <a:lnTo>
                  <a:pt x="538159" y="70470"/>
                </a:lnTo>
                <a:lnTo>
                  <a:pt x="542084" y="59196"/>
                </a:lnTo>
                <a:lnTo>
                  <a:pt x="546428" y="48416"/>
                </a:lnTo>
                <a:lnTo>
                  <a:pt x="550828" y="39067"/>
                </a:lnTo>
                <a:lnTo>
                  <a:pt x="554748" y="31484"/>
                </a:lnTo>
                <a:lnTo>
                  <a:pt x="563120" y="17811"/>
                </a:lnTo>
                <a:lnTo>
                  <a:pt x="567571" y="11720"/>
                </a:lnTo>
                <a:lnTo>
                  <a:pt x="569871" y="8973"/>
                </a:lnTo>
                <a:lnTo>
                  <a:pt x="574657" y="4578"/>
                </a:lnTo>
                <a:lnTo>
                  <a:pt x="579689" y="1648"/>
                </a:lnTo>
                <a:lnTo>
                  <a:pt x="584968" y="183"/>
                </a:lnTo>
                <a:lnTo>
                  <a:pt x="587700" y="0"/>
                </a:lnTo>
                <a:lnTo>
                  <a:pt x="591207" y="326"/>
                </a:lnTo>
                <a:lnTo>
                  <a:pt x="596602" y="2930"/>
                </a:lnTo>
                <a:lnTo>
                  <a:pt x="598490" y="5209"/>
                </a:lnTo>
                <a:lnTo>
                  <a:pt x="599922" y="7958"/>
                </a:lnTo>
                <a:lnTo>
                  <a:pt x="601560" y="14432"/>
                </a:lnTo>
                <a:lnTo>
                  <a:pt x="601764" y="18157"/>
                </a:lnTo>
                <a:lnTo>
                  <a:pt x="601538" y="23668"/>
                </a:lnTo>
                <a:lnTo>
                  <a:pt x="599729" y="35048"/>
                </a:lnTo>
                <a:lnTo>
                  <a:pt x="596111" y="46908"/>
                </a:lnTo>
                <a:lnTo>
                  <a:pt x="590683" y="59247"/>
                </a:lnTo>
                <a:lnTo>
                  <a:pt x="583446" y="72065"/>
                </a:lnTo>
                <a:lnTo>
                  <a:pt x="574400" y="85362"/>
                </a:lnTo>
                <a:lnTo>
                  <a:pt x="557439" y="106205"/>
                </a:lnTo>
                <a:lnTo>
                  <a:pt x="543870" y="120700"/>
                </a:lnTo>
                <a:lnTo>
                  <a:pt x="543172" y="129453"/>
                </a:lnTo>
                <a:lnTo>
                  <a:pt x="542940" y="135248"/>
                </a:lnTo>
                <a:lnTo>
                  <a:pt x="543152" y="142224"/>
                </a:lnTo>
                <a:lnTo>
                  <a:pt x="544850" y="153386"/>
                </a:lnTo>
                <a:lnTo>
                  <a:pt x="548245" y="160827"/>
                </a:lnTo>
                <a:lnTo>
                  <a:pt x="553338" y="164548"/>
                </a:lnTo>
                <a:lnTo>
                  <a:pt x="556520" y="165013"/>
                </a:lnTo>
                <a:lnTo>
                  <a:pt x="559434" y="164820"/>
                </a:lnTo>
                <a:lnTo>
                  <a:pt x="565220" y="163276"/>
                </a:lnTo>
                <a:lnTo>
                  <a:pt x="568092" y="161925"/>
                </a:lnTo>
                <a:lnTo>
                  <a:pt x="573450" y="158707"/>
                </a:lnTo>
                <a:lnTo>
                  <a:pt x="577989" y="155228"/>
                </a:lnTo>
                <a:lnTo>
                  <a:pt x="582919" y="150754"/>
                </a:lnTo>
                <a:lnTo>
                  <a:pt x="589449" y="144549"/>
                </a:lnTo>
                <a:lnTo>
                  <a:pt x="590016" y="144187"/>
                </a:lnTo>
                <a:lnTo>
                  <a:pt x="590825" y="144066"/>
                </a:lnTo>
                <a:lnTo>
                  <a:pt x="592090" y="144419"/>
                </a:lnTo>
                <a:lnTo>
                  <a:pt x="593281" y="145480"/>
                </a:lnTo>
                <a:lnTo>
                  <a:pt x="594146" y="146838"/>
                </a:lnTo>
                <a:lnTo>
                  <a:pt x="594434" y="148159"/>
                </a:lnTo>
                <a:lnTo>
                  <a:pt x="594174" y="148968"/>
                </a:lnTo>
                <a:lnTo>
                  <a:pt x="593393" y="149758"/>
                </a:lnTo>
                <a:lnTo>
                  <a:pt x="583337" y="158967"/>
                </a:lnTo>
                <a:lnTo>
                  <a:pt x="574305" y="165832"/>
                </a:lnTo>
                <a:lnTo>
                  <a:pt x="569985" y="168322"/>
                </a:lnTo>
                <a:lnTo>
                  <a:pt x="560869" y="171169"/>
                </a:lnTo>
                <a:lnTo>
                  <a:pt x="556074" y="171524"/>
                </a:lnTo>
                <a:lnTo>
                  <a:pt x="553031" y="171356"/>
                </a:lnTo>
                <a:lnTo>
                  <a:pt x="547552" y="170007"/>
                </a:lnTo>
                <a:lnTo>
                  <a:pt x="542883" y="167309"/>
                </a:lnTo>
                <a:lnTo>
                  <a:pt x="539023" y="163263"/>
                </a:lnTo>
                <a:lnTo>
                  <a:pt x="537396" y="160734"/>
                </a:lnTo>
                <a:lnTo>
                  <a:pt x="534624" y="155067"/>
                </a:lnTo>
                <a:lnTo>
                  <a:pt x="530754" y="142212"/>
                </a:lnTo>
                <a:lnTo>
                  <a:pt x="529657" y="135024"/>
                </a:lnTo>
                <a:lnTo>
                  <a:pt x="522588" y="141889"/>
                </a:lnTo>
                <a:lnTo>
                  <a:pt x="514104" y="149758"/>
                </a:lnTo>
                <a:lnTo>
                  <a:pt x="513621" y="150121"/>
                </a:lnTo>
                <a:lnTo>
                  <a:pt x="512691" y="150242"/>
                </a:lnTo>
                <a:close/>
                <a:moveTo>
                  <a:pt x="545842" y="109314"/>
                </a:moveTo>
                <a:lnTo>
                  <a:pt x="558092" y="95464"/>
                </a:lnTo>
                <a:lnTo>
                  <a:pt x="569543" y="80925"/>
                </a:lnTo>
                <a:lnTo>
                  <a:pt x="574838" y="73386"/>
                </a:lnTo>
                <a:lnTo>
                  <a:pt x="584047" y="57722"/>
                </a:lnTo>
                <a:lnTo>
                  <a:pt x="587960" y="49597"/>
                </a:lnTo>
                <a:lnTo>
                  <a:pt x="591200" y="41421"/>
                </a:lnTo>
                <a:lnTo>
                  <a:pt x="594902" y="25347"/>
                </a:lnTo>
                <a:lnTo>
                  <a:pt x="595364" y="17450"/>
                </a:lnTo>
                <a:lnTo>
                  <a:pt x="595241" y="14808"/>
                </a:lnTo>
                <a:lnTo>
                  <a:pt x="594255" y="10580"/>
                </a:lnTo>
                <a:lnTo>
                  <a:pt x="592283" y="7762"/>
                </a:lnTo>
                <a:lnTo>
                  <a:pt x="589325" y="6352"/>
                </a:lnTo>
                <a:lnTo>
                  <a:pt x="587477" y="6176"/>
                </a:lnTo>
                <a:lnTo>
                  <a:pt x="585341" y="6494"/>
                </a:lnTo>
                <a:lnTo>
                  <a:pt x="581039" y="9033"/>
                </a:lnTo>
                <a:lnTo>
                  <a:pt x="576695" y="14112"/>
                </a:lnTo>
                <a:lnTo>
                  <a:pt x="572310" y="21730"/>
                </a:lnTo>
                <a:lnTo>
                  <a:pt x="570101" y="26491"/>
                </a:lnTo>
                <a:lnTo>
                  <a:pt x="565850" y="36837"/>
                </a:lnTo>
                <a:lnTo>
                  <a:pt x="558297" y="58771"/>
                </a:lnTo>
                <a:lnTo>
                  <a:pt x="554995" y="70359"/>
                </a:lnTo>
                <a:lnTo>
                  <a:pt x="549581" y="91892"/>
                </a:lnTo>
                <a:lnTo>
                  <a:pt x="545842" y="109314"/>
                </a:lnTo>
                <a:close/>
                <a:moveTo>
                  <a:pt x="613875" y="208412"/>
                </a:moveTo>
                <a:lnTo>
                  <a:pt x="613169" y="208275"/>
                </a:lnTo>
                <a:lnTo>
                  <a:pt x="612361" y="207181"/>
                </a:lnTo>
                <a:lnTo>
                  <a:pt x="612260" y="206224"/>
                </a:lnTo>
                <a:lnTo>
                  <a:pt x="612378" y="205657"/>
                </a:lnTo>
                <a:lnTo>
                  <a:pt x="612573" y="204791"/>
                </a:lnTo>
                <a:lnTo>
                  <a:pt x="612859" y="203880"/>
                </a:lnTo>
                <a:lnTo>
                  <a:pt x="613250" y="203176"/>
                </a:lnTo>
                <a:lnTo>
                  <a:pt x="613764" y="202708"/>
                </a:lnTo>
                <a:lnTo>
                  <a:pt x="614370" y="202551"/>
                </a:lnTo>
                <a:lnTo>
                  <a:pt x="622991" y="202265"/>
                </a:lnTo>
                <a:lnTo>
                  <a:pt x="628538" y="201405"/>
                </a:lnTo>
                <a:lnTo>
                  <a:pt x="629556" y="200852"/>
                </a:lnTo>
                <a:lnTo>
                  <a:pt x="631132" y="198612"/>
                </a:lnTo>
                <a:lnTo>
                  <a:pt x="631690" y="196926"/>
                </a:lnTo>
                <a:lnTo>
                  <a:pt x="654583" y="105378"/>
                </a:lnTo>
                <a:lnTo>
                  <a:pt x="654818" y="103984"/>
                </a:lnTo>
                <a:lnTo>
                  <a:pt x="654896" y="103086"/>
                </a:lnTo>
                <a:lnTo>
                  <a:pt x="654769" y="102285"/>
                </a:lnTo>
                <a:lnTo>
                  <a:pt x="653753" y="101269"/>
                </a:lnTo>
                <a:lnTo>
                  <a:pt x="652864" y="101054"/>
                </a:lnTo>
                <a:lnTo>
                  <a:pt x="648326" y="100566"/>
                </a:lnTo>
                <a:lnTo>
                  <a:pt x="640910" y="100403"/>
                </a:lnTo>
                <a:lnTo>
                  <a:pt x="640192" y="100266"/>
                </a:lnTo>
                <a:lnTo>
                  <a:pt x="639371" y="99173"/>
                </a:lnTo>
                <a:lnTo>
                  <a:pt x="639269" y="98215"/>
                </a:lnTo>
                <a:lnTo>
                  <a:pt x="639777" y="96425"/>
                </a:lnTo>
                <a:lnTo>
                  <a:pt x="640154" y="95324"/>
                </a:lnTo>
                <a:lnTo>
                  <a:pt x="640793" y="94739"/>
                </a:lnTo>
                <a:lnTo>
                  <a:pt x="642030" y="94543"/>
                </a:lnTo>
                <a:lnTo>
                  <a:pt x="686879" y="94543"/>
                </a:lnTo>
                <a:lnTo>
                  <a:pt x="687631" y="94680"/>
                </a:lnTo>
                <a:lnTo>
                  <a:pt x="688491" y="95774"/>
                </a:lnTo>
                <a:lnTo>
                  <a:pt x="688598" y="96731"/>
                </a:lnTo>
                <a:lnTo>
                  <a:pt x="688474" y="97291"/>
                </a:lnTo>
                <a:lnTo>
                  <a:pt x="688259" y="98137"/>
                </a:lnTo>
                <a:lnTo>
                  <a:pt x="687979" y="99023"/>
                </a:lnTo>
                <a:lnTo>
                  <a:pt x="687608" y="99752"/>
                </a:lnTo>
                <a:lnTo>
                  <a:pt x="687107" y="100240"/>
                </a:lnTo>
                <a:lnTo>
                  <a:pt x="686384" y="100403"/>
                </a:lnTo>
                <a:lnTo>
                  <a:pt x="677770" y="100690"/>
                </a:lnTo>
                <a:lnTo>
                  <a:pt x="672242" y="101549"/>
                </a:lnTo>
                <a:lnTo>
                  <a:pt x="671213" y="102137"/>
                </a:lnTo>
                <a:lnTo>
                  <a:pt x="669624" y="104416"/>
                </a:lnTo>
                <a:lnTo>
                  <a:pt x="669064" y="106107"/>
                </a:lnTo>
                <a:lnTo>
                  <a:pt x="659037" y="146216"/>
                </a:lnTo>
                <a:lnTo>
                  <a:pt x="709095" y="146216"/>
                </a:lnTo>
                <a:lnTo>
                  <a:pt x="719279" y="105378"/>
                </a:lnTo>
                <a:lnTo>
                  <a:pt x="719513" y="103984"/>
                </a:lnTo>
                <a:lnTo>
                  <a:pt x="719591" y="103086"/>
                </a:lnTo>
                <a:lnTo>
                  <a:pt x="719465" y="102285"/>
                </a:lnTo>
                <a:lnTo>
                  <a:pt x="718449" y="101269"/>
                </a:lnTo>
                <a:lnTo>
                  <a:pt x="717560" y="101054"/>
                </a:lnTo>
                <a:lnTo>
                  <a:pt x="712983" y="100566"/>
                </a:lnTo>
                <a:lnTo>
                  <a:pt x="705605" y="100403"/>
                </a:lnTo>
                <a:lnTo>
                  <a:pt x="704853" y="100266"/>
                </a:lnTo>
                <a:lnTo>
                  <a:pt x="703994" y="99173"/>
                </a:lnTo>
                <a:lnTo>
                  <a:pt x="703886" y="98215"/>
                </a:lnTo>
                <a:lnTo>
                  <a:pt x="704394" y="96425"/>
                </a:lnTo>
                <a:lnTo>
                  <a:pt x="704772" y="95324"/>
                </a:lnTo>
                <a:lnTo>
                  <a:pt x="705436" y="94739"/>
                </a:lnTo>
                <a:lnTo>
                  <a:pt x="706751" y="94543"/>
                </a:lnTo>
                <a:lnTo>
                  <a:pt x="751601" y="94543"/>
                </a:lnTo>
                <a:lnTo>
                  <a:pt x="752307" y="94680"/>
                </a:lnTo>
                <a:lnTo>
                  <a:pt x="753114" y="95774"/>
                </a:lnTo>
                <a:lnTo>
                  <a:pt x="753215" y="96731"/>
                </a:lnTo>
                <a:lnTo>
                  <a:pt x="753092" y="97297"/>
                </a:lnTo>
                <a:lnTo>
                  <a:pt x="752877" y="98163"/>
                </a:lnTo>
                <a:lnTo>
                  <a:pt x="752590" y="99081"/>
                </a:lnTo>
                <a:lnTo>
                  <a:pt x="752200" y="99804"/>
                </a:lnTo>
                <a:lnTo>
                  <a:pt x="751705" y="100253"/>
                </a:lnTo>
                <a:lnTo>
                  <a:pt x="751106" y="100403"/>
                </a:lnTo>
                <a:lnTo>
                  <a:pt x="742472" y="100690"/>
                </a:lnTo>
                <a:lnTo>
                  <a:pt x="736937" y="101549"/>
                </a:lnTo>
                <a:lnTo>
                  <a:pt x="735918" y="102108"/>
                </a:lnTo>
                <a:lnTo>
                  <a:pt x="734330" y="104386"/>
                </a:lnTo>
                <a:lnTo>
                  <a:pt x="733760" y="106107"/>
                </a:lnTo>
                <a:lnTo>
                  <a:pt x="710892" y="197577"/>
                </a:lnTo>
                <a:lnTo>
                  <a:pt x="710658" y="198990"/>
                </a:lnTo>
                <a:lnTo>
                  <a:pt x="710580" y="199947"/>
                </a:lnTo>
                <a:lnTo>
                  <a:pt x="710707" y="200714"/>
                </a:lnTo>
                <a:lnTo>
                  <a:pt x="711723" y="201690"/>
                </a:lnTo>
                <a:lnTo>
                  <a:pt x="712611" y="201900"/>
                </a:lnTo>
                <a:lnTo>
                  <a:pt x="717189" y="202389"/>
                </a:lnTo>
                <a:lnTo>
                  <a:pt x="724566" y="202551"/>
                </a:lnTo>
                <a:lnTo>
                  <a:pt x="725318" y="202688"/>
                </a:lnTo>
                <a:lnTo>
                  <a:pt x="726177" y="203782"/>
                </a:lnTo>
                <a:lnTo>
                  <a:pt x="726285" y="204739"/>
                </a:lnTo>
                <a:lnTo>
                  <a:pt x="725790" y="206419"/>
                </a:lnTo>
                <a:lnTo>
                  <a:pt x="725295" y="207552"/>
                </a:lnTo>
                <a:lnTo>
                  <a:pt x="724579" y="208196"/>
                </a:lnTo>
                <a:lnTo>
                  <a:pt x="723420" y="208412"/>
                </a:lnTo>
                <a:lnTo>
                  <a:pt x="678571" y="208412"/>
                </a:lnTo>
                <a:lnTo>
                  <a:pt x="677830" y="208275"/>
                </a:lnTo>
                <a:lnTo>
                  <a:pt x="676983" y="207181"/>
                </a:lnTo>
                <a:lnTo>
                  <a:pt x="676878" y="206224"/>
                </a:lnTo>
                <a:lnTo>
                  <a:pt x="677151" y="205162"/>
                </a:lnTo>
                <a:lnTo>
                  <a:pt x="677347" y="204427"/>
                </a:lnTo>
                <a:lnTo>
                  <a:pt x="677594" y="203834"/>
                </a:lnTo>
                <a:lnTo>
                  <a:pt x="677972" y="203203"/>
                </a:lnTo>
                <a:lnTo>
                  <a:pt x="678467" y="202714"/>
                </a:lnTo>
                <a:lnTo>
                  <a:pt x="679065" y="202551"/>
                </a:lnTo>
                <a:lnTo>
                  <a:pt x="687699" y="202265"/>
                </a:lnTo>
                <a:lnTo>
                  <a:pt x="693234" y="201405"/>
                </a:lnTo>
                <a:lnTo>
                  <a:pt x="694253" y="200852"/>
                </a:lnTo>
                <a:lnTo>
                  <a:pt x="695842" y="198612"/>
                </a:lnTo>
                <a:lnTo>
                  <a:pt x="696411" y="196926"/>
                </a:lnTo>
                <a:lnTo>
                  <a:pt x="707559" y="152076"/>
                </a:lnTo>
                <a:lnTo>
                  <a:pt x="657578" y="152076"/>
                </a:lnTo>
                <a:lnTo>
                  <a:pt x="646275" y="197577"/>
                </a:lnTo>
                <a:lnTo>
                  <a:pt x="645962" y="199185"/>
                </a:lnTo>
                <a:lnTo>
                  <a:pt x="645858" y="199947"/>
                </a:lnTo>
                <a:lnTo>
                  <a:pt x="645985" y="200714"/>
                </a:lnTo>
                <a:lnTo>
                  <a:pt x="647001" y="201690"/>
                </a:lnTo>
                <a:lnTo>
                  <a:pt x="647890" y="201900"/>
                </a:lnTo>
                <a:lnTo>
                  <a:pt x="652493" y="202389"/>
                </a:lnTo>
                <a:lnTo>
                  <a:pt x="659948" y="202551"/>
                </a:lnTo>
                <a:lnTo>
                  <a:pt x="660655" y="202688"/>
                </a:lnTo>
                <a:lnTo>
                  <a:pt x="661462" y="203782"/>
                </a:lnTo>
                <a:lnTo>
                  <a:pt x="661563" y="204739"/>
                </a:lnTo>
                <a:lnTo>
                  <a:pt x="661042" y="206582"/>
                </a:lnTo>
                <a:lnTo>
                  <a:pt x="660626" y="207682"/>
                </a:lnTo>
                <a:lnTo>
                  <a:pt x="659968" y="208229"/>
                </a:lnTo>
                <a:lnTo>
                  <a:pt x="658725" y="208412"/>
                </a:lnTo>
                <a:lnTo>
                  <a:pt x="613875" y="208412"/>
                </a:lnTo>
                <a:close/>
              </a:path>
            </a:pathLst>
          </a:custGeom>
          <a:solidFill xmlns:a="http://schemas.openxmlformats.org/drawingml/2006/main">
            <a:srgbClr val="2B3540"/>
          </a:solidFill>
          <a:ln xmlns:a="http://schemas.openxmlformats.org/drawingml/2006/main" w="0">
            <a:noFill/>
          </a:ln>
        </p:spPr>
      </p:sp>
      <p:sp>
        <p:nvSpPr>
          <p:cNvPr id="406" name="score-kind">
            <a:extLst xmlns:a="http://schemas.openxmlformats.org/drawingml/2006/main">
              <a:ext uri="{FF2B5EF4-FFF2-40B4-BE49-F238E27FC236}">
                <a16:creationId xmlns:a16="http://schemas.microsoft.com/office/drawing/2014/main" id="{67FC0374-0EC2-40C2-85A2-B59CF923BE91}"/>
              </a:ext>
            </a:extLst>
          </p:cNvPr>
          <p:cNvSpPr>
            <a:spLocks xmlns:a="http://schemas.openxmlformats.org/drawingml/2006/main" noGrp="1"/>
          </p:cNvSpPr>
          <p:nvPr/>
        </p:nvSpPr>
        <p:spPr>
          <a:xfrm xmlns:a="http://schemas.openxmlformats.org/drawingml/2006/main">
            <a:off x="13839825" y="4591050"/>
            <a:ext cx="118110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73808C"/>
                </a:solidFill>
                <a:latin typeface="Times New Roman"/>
                <a:ea typeface="Times New Roman"/>
                <a:cs typeface="Times New Roman"/>
              </a:defRPr>
            </a:pPr>
            <a:r>
              <a:rPr sz="1725" b="0" i="0">
                <a:solidFill>
                  <a:srgbClr val="73808C"/>
                </a:solidFill>
                <a:latin typeface="Times New Roman"/>
                <a:ea typeface="Times New Roman"/>
                <a:cs typeface="Times New Roman"/>
              </a:rPr>
              <a:t>Raw logits</a:t>
            </a:r>
          </a:p>
        </p:txBody>
      </p:sp>
      <p:sp>
        <p:nvSpPr>
          <p:cNvPr id="407" name="score-to-budget-1">
            <a:extLst xmlns:a="http://schemas.openxmlformats.org/drawingml/2006/main">
              <a:ext uri="{FF2B5EF4-FFF2-40B4-BE49-F238E27FC236}">
                <a16:creationId xmlns:a16="http://schemas.microsoft.com/office/drawing/2014/main" id="{76300F54-4D9D-4754-8F50-4ECBF478DF9D}"/>
              </a:ext>
            </a:extLst>
          </p:cNvPr>
          <p:cNvSpPr>
            <a:spLocks xmlns:a="http://schemas.openxmlformats.org/drawingml/2006/main" noGrp="1"/>
          </p:cNvSpPr>
          <p:nvPr/>
        </p:nvSpPr>
        <p:spPr>
          <a:xfrm xmlns:a="http://schemas.openxmlformats.org/drawingml/2006/main" flipV="0">
            <a:off x="14754225" y="3952875"/>
            <a:ext cx="847725" cy="95"/>
          </a:xfrm>
          <a:prstGeom xmlns:a="http://schemas.openxmlformats.org/drawingml/2006/main" prst="line">
            <a:avLst/>
          </a:prstGeom>
          <a:noFill xmlns:a="http://schemas.openxmlformats.org/drawingml/2006/main"/>
          <a:ln xmlns:a="http://schemas.openxmlformats.org/drawingml/2006/main" w="24765">
            <a:solidFill>
              <a:srgbClr val="B79555"/>
            </a:solidFill>
            <a:prstDash val="solid"/>
          </a:ln>
        </p:spPr>
      </p:sp>
      <p:sp>
        <p:nvSpPr>
          <p:cNvPr id="408" name="score-to-budget-head">
            <a:extLst xmlns:a="http://schemas.openxmlformats.org/drawingml/2006/main">
              <a:ext uri="{FF2B5EF4-FFF2-40B4-BE49-F238E27FC236}">
                <a16:creationId xmlns:a16="http://schemas.microsoft.com/office/drawing/2014/main" id="{3ADEB8A6-36D5-423F-AF1E-A715B6567573}"/>
              </a:ext>
            </a:extLst>
          </p:cNvPr>
          <p:cNvSpPr>
            <a:spLocks xmlns:a="http://schemas.openxmlformats.org/drawingml/2006/main" noGrp="1"/>
          </p:cNvSpPr>
          <p:nvPr/>
        </p:nvSpPr>
        <p:spPr>
          <a:xfrm xmlns:a="http://schemas.openxmlformats.org/drawingml/2006/main">
            <a:off x="15478125" y="390525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B79555"/>
          </a:solidFill>
          <a:ln xmlns:a="http://schemas.openxmlformats.org/drawingml/2006/main" w="15240">
            <a:noFill/>
          </a:ln>
        </p:spPr>
      </p:sp>
      <p:sp>
        <p:nvSpPr>
          <p:cNvPr id="409" name="budget-title">
            <a:extLst xmlns:a="http://schemas.openxmlformats.org/drawingml/2006/main">
              <a:ext uri="{FF2B5EF4-FFF2-40B4-BE49-F238E27FC236}">
                <a16:creationId xmlns:a16="http://schemas.microsoft.com/office/drawing/2014/main" id="{EBD4211E-B681-482E-921C-087FE113A834}"/>
              </a:ext>
            </a:extLst>
          </p:cNvPr>
          <p:cNvSpPr>
            <a:spLocks xmlns:a="http://schemas.openxmlformats.org/drawingml/2006/main" noGrp="1"/>
          </p:cNvSpPr>
          <p:nvPr/>
        </p:nvSpPr>
        <p:spPr>
          <a:xfrm xmlns:a="http://schemas.openxmlformats.org/drawingml/2006/main">
            <a:off x="15554325" y="2762250"/>
            <a:ext cx="1562100" cy="3810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i="0">
                <a:solidFill>
                  <a:srgbClr val="2B3540"/>
                </a:solidFill>
                <a:latin typeface="Times New Roman"/>
                <a:ea typeface="Times New Roman"/>
                <a:cs typeface="Times New Roman"/>
              </a:defRPr>
            </a:pPr>
            <a:r>
              <a:rPr sz="2175" b="1" i="0">
                <a:solidFill>
                  <a:srgbClr val="2B3540"/>
                </a:solidFill>
                <a:latin typeface="Times New Roman"/>
                <a:ea typeface="Times New Roman"/>
                <a:cs typeface="Times New Roman"/>
              </a:rPr>
              <a:t>Threshold</a:t>
            </a:r>
          </a:p>
        </p:txBody>
      </p:sp>
      <p:sp>
        <p:nvSpPr>
          <p:cNvPr id="410" name="threshold-calibration">
            <a:extLst xmlns:a="http://schemas.openxmlformats.org/drawingml/2006/main">
              <a:ext uri="{FF2B5EF4-FFF2-40B4-BE49-F238E27FC236}">
                <a16:creationId xmlns:a16="http://schemas.microsoft.com/office/drawing/2014/main" id="{6C533545-2363-44B0-A193-ADCB215D4329}"/>
              </a:ext>
            </a:extLst>
          </p:cNvPr>
          <p:cNvSpPr>
            <a:spLocks xmlns:a="http://schemas.openxmlformats.org/drawingml/2006/main" noGrp="1"/>
          </p:cNvSpPr>
          <p:nvPr/>
        </p:nvSpPr>
        <p:spPr>
          <a:xfrm xmlns:a="http://schemas.openxmlformats.org/drawingml/2006/main">
            <a:off x="15506700" y="3086100"/>
            <a:ext cx="1657350" cy="2190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73808C"/>
                </a:solidFill>
                <a:latin typeface="Times New Roman"/>
                <a:ea typeface="Times New Roman"/>
                <a:cs typeface="Times New Roman"/>
              </a:defRPr>
            </a:pPr>
            <a:r>
              <a:rPr sz="1575" b="0" i="0">
                <a:solidFill>
                  <a:srgbClr val="73808C"/>
                </a:solidFill>
                <a:latin typeface="Times New Roman"/>
                <a:ea typeface="Times New Roman"/>
                <a:cs typeface="Times New Roman"/>
              </a:rPr>
              <a:t>Set on validation</a:t>
            </a:r>
          </a:p>
        </p:txBody>
      </p:sp>
      <p:sp>
        <p:nvSpPr>
          <p:cNvPr id="411" name="budget-region">
            <a:extLst xmlns:a="http://schemas.openxmlformats.org/drawingml/2006/main">
              <a:ext uri="{FF2B5EF4-FFF2-40B4-BE49-F238E27FC236}">
                <a16:creationId xmlns:a16="http://schemas.microsoft.com/office/drawing/2014/main" id="{A5C12EA7-4302-436E-BA42-B4FE2648E4A8}"/>
              </a:ext>
            </a:extLst>
          </p:cNvPr>
          <p:cNvSpPr>
            <a:spLocks xmlns:a="http://schemas.openxmlformats.org/drawingml/2006/main" noGrp="1"/>
          </p:cNvSpPr>
          <p:nvPr/>
        </p:nvSpPr>
        <p:spPr>
          <a:xfrm xmlns:a="http://schemas.openxmlformats.org/drawingml/2006/main">
            <a:off x="15668625" y="3333750"/>
            <a:ext cx="1390650" cy="1276350"/>
          </a:xfrm>
          <a:prstGeom xmlns:a="http://schemas.openxmlformats.org/drawingml/2006/main" prst="roundRect">
            <a:avLst>
              <a:gd name="adj" fmla="val 5224"/>
            </a:avLst>
          </a:prstGeom>
          <a:solidFill xmlns:a="http://schemas.openxmlformats.org/drawingml/2006/main">
            <a:srgbClr val="FFFCF6"/>
          </a:solidFill>
          <a:ln xmlns:a="http://schemas.openxmlformats.org/drawingml/2006/main" w="14288">
            <a:solidFill>
              <a:srgbClr val="CEB788"/>
            </a:solidFill>
          </a:ln>
        </p:spPr>
      </p:sp>
      <p:sp>
        <p:nvSpPr>
          <p:cNvPr id="412" name="rank-0">
            <a:extLst xmlns:a="http://schemas.openxmlformats.org/drawingml/2006/main">
              <a:ext uri="{FF2B5EF4-FFF2-40B4-BE49-F238E27FC236}">
                <a16:creationId xmlns:a16="http://schemas.microsoft.com/office/drawing/2014/main" id="{84093750-7ED3-4937-8601-E7588D2E9AA3}"/>
              </a:ext>
            </a:extLst>
          </p:cNvPr>
          <p:cNvSpPr>
            <a:spLocks xmlns:a="http://schemas.openxmlformats.org/drawingml/2006/main" noGrp="1"/>
          </p:cNvSpPr>
          <p:nvPr/>
        </p:nvSpPr>
        <p:spPr>
          <a:xfrm xmlns:a="http://schemas.openxmlformats.org/drawingml/2006/main">
            <a:off x="15773400" y="3552825"/>
            <a:ext cx="114300" cy="571500"/>
          </a:xfrm>
          <a:prstGeom xmlns:a="http://schemas.openxmlformats.org/drawingml/2006/main" prst="roundRect">
            <a:avLst>
              <a:gd name="adj" fmla="val 16667"/>
            </a:avLst>
          </a:prstGeom>
          <a:solidFill xmlns:a="http://schemas.openxmlformats.org/drawingml/2006/main">
            <a:srgbClr val="CBA760"/>
          </a:solidFill>
          <a:ln xmlns:a="http://schemas.openxmlformats.org/drawingml/2006/main" w="15240">
            <a:noFill/>
          </a:ln>
        </p:spPr>
      </p:sp>
      <p:sp>
        <p:nvSpPr>
          <p:cNvPr id="413" name="rank-1">
            <a:extLst xmlns:a="http://schemas.openxmlformats.org/drawingml/2006/main">
              <a:ext uri="{FF2B5EF4-FFF2-40B4-BE49-F238E27FC236}">
                <a16:creationId xmlns:a16="http://schemas.microsoft.com/office/drawing/2014/main" id="{CC8FF472-EB91-469D-82BC-9407DF152372}"/>
              </a:ext>
            </a:extLst>
          </p:cNvPr>
          <p:cNvSpPr>
            <a:spLocks xmlns:a="http://schemas.openxmlformats.org/drawingml/2006/main" noGrp="1"/>
          </p:cNvSpPr>
          <p:nvPr/>
        </p:nvSpPr>
        <p:spPr>
          <a:xfrm xmlns:a="http://schemas.openxmlformats.org/drawingml/2006/main">
            <a:off x="15925800" y="3609975"/>
            <a:ext cx="114300" cy="514350"/>
          </a:xfrm>
          <a:prstGeom xmlns:a="http://schemas.openxmlformats.org/drawingml/2006/main" prst="roundRect">
            <a:avLst>
              <a:gd name="adj" fmla="val 16667"/>
            </a:avLst>
          </a:prstGeom>
          <a:solidFill xmlns:a="http://schemas.openxmlformats.org/drawingml/2006/main">
            <a:srgbClr val="CBA760"/>
          </a:solidFill>
          <a:ln xmlns:a="http://schemas.openxmlformats.org/drawingml/2006/main" w="15240">
            <a:noFill/>
          </a:ln>
        </p:spPr>
      </p:sp>
      <p:sp>
        <p:nvSpPr>
          <p:cNvPr id="414" name="rank-2">
            <a:extLst xmlns:a="http://schemas.openxmlformats.org/drawingml/2006/main">
              <a:ext uri="{FF2B5EF4-FFF2-40B4-BE49-F238E27FC236}">
                <a16:creationId xmlns:a16="http://schemas.microsoft.com/office/drawing/2014/main" id="{1D9E76E3-52FF-4434-945C-3E8ED12EDD75}"/>
              </a:ext>
            </a:extLst>
          </p:cNvPr>
          <p:cNvSpPr>
            <a:spLocks xmlns:a="http://schemas.openxmlformats.org/drawingml/2006/main" noGrp="1"/>
          </p:cNvSpPr>
          <p:nvPr/>
        </p:nvSpPr>
        <p:spPr>
          <a:xfrm xmlns:a="http://schemas.openxmlformats.org/drawingml/2006/main">
            <a:off x="16078200" y="3695700"/>
            <a:ext cx="114300" cy="428625"/>
          </a:xfrm>
          <a:prstGeom xmlns:a="http://schemas.openxmlformats.org/drawingml/2006/main" prst="roundRect">
            <a:avLst>
              <a:gd name="adj" fmla="val 16667"/>
            </a:avLst>
          </a:prstGeom>
          <a:solidFill xmlns:a="http://schemas.openxmlformats.org/drawingml/2006/main">
            <a:srgbClr val="CDD5DD"/>
          </a:solidFill>
          <a:ln xmlns:a="http://schemas.openxmlformats.org/drawingml/2006/main" w="15240">
            <a:noFill/>
          </a:ln>
        </p:spPr>
      </p:sp>
      <p:sp>
        <p:nvSpPr>
          <p:cNvPr id="415" name="rank-3">
            <a:extLst xmlns:a="http://schemas.openxmlformats.org/drawingml/2006/main">
              <a:ext uri="{FF2B5EF4-FFF2-40B4-BE49-F238E27FC236}">
                <a16:creationId xmlns:a16="http://schemas.microsoft.com/office/drawing/2014/main" id="{16CA0DE7-0923-4246-81F5-8F35EA2E75C8}"/>
              </a:ext>
            </a:extLst>
          </p:cNvPr>
          <p:cNvSpPr>
            <a:spLocks xmlns:a="http://schemas.openxmlformats.org/drawingml/2006/main" noGrp="1"/>
          </p:cNvSpPr>
          <p:nvPr/>
        </p:nvSpPr>
        <p:spPr>
          <a:xfrm xmlns:a="http://schemas.openxmlformats.org/drawingml/2006/main">
            <a:off x="16230600" y="3752850"/>
            <a:ext cx="114300" cy="371475"/>
          </a:xfrm>
          <a:prstGeom xmlns:a="http://schemas.openxmlformats.org/drawingml/2006/main" prst="roundRect">
            <a:avLst>
              <a:gd name="adj" fmla="val 16667"/>
            </a:avLst>
          </a:prstGeom>
          <a:solidFill xmlns:a="http://schemas.openxmlformats.org/drawingml/2006/main">
            <a:srgbClr val="CDD5DD"/>
          </a:solidFill>
          <a:ln xmlns:a="http://schemas.openxmlformats.org/drawingml/2006/main" w="15240">
            <a:noFill/>
          </a:ln>
        </p:spPr>
      </p:sp>
      <p:sp>
        <p:nvSpPr>
          <p:cNvPr id="416" name="rank-4">
            <a:extLst xmlns:a="http://schemas.openxmlformats.org/drawingml/2006/main">
              <a:ext uri="{FF2B5EF4-FFF2-40B4-BE49-F238E27FC236}">
                <a16:creationId xmlns:a16="http://schemas.microsoft.com/office/drawing/2014/main" id="{962A6A56-EA18-483F-92E7-C1D8EE2FC0EB}"/>
              </a:ext>
            </a:extLst>
          </p:cNvPr>
          <p:cNvSpPr>
            <a:spLocks xmlns:a="http://schemas.openxmlformats.org/drawingml/2006/main" noGrp="1"/>
          </p:cNvSpPr>
          <p:nvPr/>
        </p:nvSpPr>
        <p:spPr>
          <a:xfrm xmlns:a="http://schemas.openxmlformats.org/drawingml/2006/main">
            <a:off x="16383000" y="3829050"/>
            <a:ext cx="114300" cy="295275"/>
          </a:xfrm>
          <a:prstGeom xmlns:a="http://schemas.openxmlformats.org/drawingml/2006/main" prst="roundRect">
            <a:avLst>
              <a:gd name="adj" fmla="val 16667"/>
            </a:avLst>
          </a:prstGeom>
          <a:solidFill xmlns:a="http://schemas.openxmlformats.org/drawingml/2006/main">
            <a:srgbClr val="CDD5DD"/>
          </a:solidFill>
          <a:ln xmlns:a="http://schemas.openxmlformats.org/drawingml/2006/main" w="15240">
            <a:noFill/>
          </a:ln>
        </p:spPr>
      </p:sp>
      <p:sp>
        <p:nvSpPr>
          <p:cNvPr id="417" name="rank-5">
            <a:extLst xmlns:a="http://schemas.openxmlformats.org/drawingml/2006/main">
              <a:ext uri="{FF2B5EF4-FFF2-40B4-BE49-F238E27FC236}">
                <a16:creationId xmlns:a16="http://schemas.microsoft.com/office/drawing/2014/main" id="{23D2EAB3-D97B-48E6-8F9B-69724013089F}"/>
              </a:ext>
            </a:extLst>
          </p:cNvPr>
          <p:cNvSpPr>
            <a:spLocks xmlns:a="http://schemas.openxmlformats.org/drawingml/2006/main" noGrp="1"/>
          </p:cNvSpPr>
          <p:nvPr/>
        </p:nvSpPr>
        <p:spPr>
          <a:xfrm xmlns:a="http://schemas.openxmlformats.org/drawingml/2006/main">
            <a:off x="16535400" y="3886200"/>
            <a:ext cx="114300" cy="238125"/>
          </a:xfrm>
          <a:prstGeom xmlns:a="http://schemas.openxmlformats.org/drawingml/2006/main" prst="roundRect">
            <a:avLst>
              <a:gd name="adj" fmla="val 16667"/>
            </a:avLst>
          </a:prstGeom>
          <a:solidFill xmlns:a="http://schemas.openxmlformats.org/drawingml/2006/main">
            <a:srgbClr val="CDD5DD"/>
          </a:solidFill>
          <a:ln xmlns:a="http://schemas.openxmlformats.org/drawingml/2006/main" w="15240">
            <a:noFill/>
          </a:ln>
        </p:spPr>
      </p:sp>
      <p:sp>
        <p:nvSpPr>
          <p:cNvPr id="418" name="rank-6">
            <a:extLst xmlns:a="http://schemas.openxmlformats.org/drawingml/2006/main">
              <a:ext uri="{FF2B5EF4-FFF2-40B4-BE49-F238E27FC236}">
                <a16:creationId xmlns:a16="http://schemas.microsoft.com/office/drawing/2014/main" id="{173E5766-E910-4E97-80A7-E5332B6C0F26}"/>
              </a:ext>
            </a:extLst>
          </p:cNvPr>
          <p:cNvSpPr>
            <a:spLocks xmlns:a="http://schemas.openxmlformats.org/drawingml/2006/main" noGrp="1"/>
          </p:cNvSpPr>
          <p:nvPr/>
        </p:nvSpPr>
        <p:spPr>
          <a:xfrm xmlns:a="http://schemas.openxmlformats.org/drawingml/2006/main">
            <a:off x="16687800" y="3952875"/>
            <a:ext cx="114300" cy="171450"/>
          </a:xfrm>
          <a:prstGeom xmlns:a="http://schemas.openxmlformats.org/drawingml/2006/main" prst="roundRect">
            <a:avLst>
              <a:gd name="adj" fmla="val 16667"/>
            </a:avLst>
          </a:prstGeom>
          <a:solidFill xmlns:a="http://schemas.openxmlformats.org/drawingml/2006/main">
            <a:srgbClr val="CDD5DD"/>
          </a:solidFill>
          <a:ln xmlns:a="http://schemas.openxmlformats.org/drawingml/2006/main" w="15240">
            <a:noFill/>
          </a:ln>
        </p:spPr>
      </p:sp>
      <p:sp>
        <p:nvSpPr>
          <p:cNvPr id="419" name="rank-7">
            <a:extLst xmlns:a="http://schemas.openxmlformats.org/drawingml/2006/main">
              <a:ext uri="{FF2B5EF4-FFF2-40B4-BE49-F238E27FC236}">
                <a16:creationId xmlns:a16="http://schemas.microsoft.com/office/drawing/2014/main" id="{5684E024-E07D-462F-B263-61653CE10C10}"/>
              </a:ext>
            </a:extLst>
          </p:cNvPr>
          <p:cNvSpPr>
            <a:spLocks xmlns:a="http://schemas.openxmlformats.org/drawingml/2006/main" noGrp="1"/>
          </p:cNvSpPr>
          <p:nvPr/>
        </p:nvSpPr>
        <p:spPr>
          <a:xfrm xmlns:a="http://schemas.openxmlformats.org/drawingml/2006/main">
            <a:off x="16840200" y="4010025"/>
            <a:ext cx="114300" cy="114300"/>
          </a:xfrm>
          <a:prstGeom xmlns:a="http://schemas.openxmlformats.org/drawingml/2006/main" prst="roundRect">
            <a:avLst>
              <a:gd name="adj" fmla="val 16667"/>
            </a:avLst>
          </a:prstGeom>
          <a:solidFill xmlns:a="http://schemas.openxmlformats.org/drawingml/2006/main">
            <a:srgbClr val="CDD5DD"/>
          </a:solidFill>
          <a:ln xmlns:a="http://schemas.openxmlformats.org/drawingml/2006/main" w="15240">
            <a:noFill/>
          </a:ln>
        </p:spPr>
      </p:sp>
      <p:sp>
        <p:nvSpPr>
          <p:cNvPr id="420" name="budget-cut-1">
            <a:extLst xmlns:a="http://schemas.openxmlformats.org/drawingml/2006/main">
              <a:ext uri="{FF2B5EF4-FFF2-40B4-BE49-F238E27FC236}">
                <a16:creationId xmlns:a16="http://schemas.microsoft.com/office/drawing/2014/main" id="{A2F56340-718A-4138-A598-823A22EBE41A}"/>
              </a:ext>
            </a:extLst>
          </p:cNvPr>
          <p:cNvSpPr>
            <a:spLocks xmlns:a="http://schemas.openxmlformats.org/drawingml/2006/main" noGrp="1"/>
          </p:cNvSpPr>
          <p:nvPr/>
        </p:nvSpPr>
        <p:spPr>
          <a:xfrm xmlns:a="http://schemas.openxmlformats.org/drawingml/2006/main" flipV="0">
            <a:off x="16059150" y="3476625"/>
            <a:ext cx="95" cy="685800"/>
          </a:xfrm>
          <a:prstGeom xmlns:a="http://schemas.openxmlformats.org/drawingml/2006/main" prst="line">
            <a:avLst/>
          </a:prstGeom>
          <a:noFill xmlns:a="http://schemas.openxmlformats.org/drawingml/2006/main"/>
          <a:ln xmlns:a="http://schemas.openxmlformats.org/drawingml/2006/main" w="15240">
            <a:solidFill>
              <a:srgbClr val="B79555"/>
            </a:solidFill>
            <a:prstDash val="solid"/>
          </a:ln>
        </p:spPr>
      </p:sp>
      <p:sp>
        <p:nvSpPr>
          <p:cNvPr id="421" name="budget-rank-caption-math-0 t_b">
            <a:extLst xmlns:a="http://schemas.openxmlformats.org/drawingml/2006/main">
              <a:ext uri="{FF2B5EF4-FFF2-40B4-BE49-F238E27FC236}">
                <a16:creationId xmlns:a16="http://schemas.microsoft.com/office/drawing/2014/main" id="{AB17B3F8-E292-4CEE-AB77-68B661DCE117}"/>
              </a:ext>
            </a:extLst>
          </p:cNvPr>
          <p:cNvSpPr>
            <a:spLocks xmlns:a="http://schemas.openxmlformats.org/drawingml/2006/main" noGrp="1"/>
          </p:cNvSpPr>
          <p:nvPr/>
        </p:nvSpPr>
        <p:spPr>
          <a:xfrm xmlns:a="http://schemas.openxmlformats.org/drawingml/2006/main">
            <a:off x="16008437" y="4321969"/>
            <a:ext cx="150036" cy="191423"/>
          </a:xfrm>
          <a:custGeom xmlns:a="http://schemas.openxmlformats.org/drawingml/2006/main">
            <a:pathLst>
              <a:path w="150036" h="191423">
                <a:moveTo>
                  <a:pt x="9525" y="129741"/>
                </a:moveTo>
                <a:lnTo>
                  <a:pt x="9702" y="126337"/>
                </a:lnTo>
                <a:lnTo>
                  <a:pt x="10232" y="123118"/>
                </a:lnTo>
                <a:lnTo>
                  <a:pt x="27422" y="54769"/>
                </a:lnTo>
                <a:lnTo>
                  <a:pt x="2419" y="54769"/>
                </a:lnTo>
                <a:lnTo>
                  <a:pt x="1360" y="54571"/>
                </a:lnTo>
                <a:lnTo>
                  <a:pt x="151" y="52990"/>
                </a:lnTo>
                <a:lnTo>
                  <a:pt x="0" y="51606"/>
                </a:lnTo>
                <a:lnTo>
                  <a:pt x="544" y="49327"/>
                </a:lnTo>
                <a:lnTo>
                  <a:pt x="2107" y="46723"/>
                </a:lnTo>
                <a:lnTo>
                  <a:pt x="3125" y="46397"/>
                </a:lnTo>
                <a:lnTo>
                  <a:pt x="29505" y="46397"/>
                </a:lnTo>
                <a:lnTo>
                  <a:pt x="39067" y="7553"/>
                </a:lnTo>
                <a:lnTo>
                  <a:pt x="40463" y="4632"/>
                </a:lnTo>
                <a:lnTo>
                  <a:pt x="42788" y="2195"/>
                </a:lnTo>
                <a:lnTo>
                  <a:pt x="45746" y="549"/>
                </a:lnTo>
                <a:lnTo>
                  <a:pt x="49039" y="0"/>
                </a:lnTo>
                <a:lnTo>
                  <a:pt x="51830" y="456"/>
                </a:lnTo>
                <a:lnTo>
                  <a:pt x="54099" y="1823"/>
                </a:lnTo>
                <a:lnTo>
                  <a:pt x="55634" y="3916"/>
                </a:lnTo>
                <a:lnTo>
                  <a:pt x="56145" y="6623"/>
                </a:lnTo>
                <a:lnTo>
                  <a:pt x="56127" y="7255"/>
                </a:lnTo>
                <a:lnTo>
                  <a:pt x="56071" y="7739"/>
                </a:lnTo>
                <a:lnTo>
                  <a:pt x="56015" y="8139"/>
                </a:lnTo>
                <a:lnTo>
                  <a:pt x="55922" y="8595"/>
                </a:lnTo>
                <a:lnTo>
                  <a:pt x="46397" y="46397"/>
                </a:lnTo>
                <a:lnTo>
                  <a:pt x="70917" y="46397"/>
                </a:lnTo>
                <a:lnTo>
                  <a:pt x="71991" y="46592"/>
                </a:lnTo>
                <a:lnTo>
                  <a:pt x="73219" y="48155"/>
                </a:lnTo>
                <a:lnTo>
                  <a:pt x="73372" y="49523"/>
                </a:lnTo>
                <a:lnTo>
                  <a:pt x="73177" y="50322"/>
                </a:lnTo>
                <a:lnTo>
                  <a:pt x="72889" y="51532"/>
                </a:lnTo>
                <a:lnTo>
                  <a:pt x="72489" y="52797"/>
                </a:lnTo>
                <a:lnTo>
                  <a:pt x="71958" y="53839"/>
                </a:lnTo>
                <a:lnTo>
                  <a:pt x="71224" y="54536"/>
                </a:lnTo>
                <a:lnTo>
                  <a:pt x="70210" y="54769"/>
                </a:lnTo>
                <a:lnTo>
                  <a:pt x="44276" y="54769"/>
                </a:lnTo>
                <a:lnTo>
                  <a:pt x="27198" y="123602"/>
                </a:lnTo>
                <a:lnTo>
                  <a:pt x="25887" y="129871"/>
                </a:lnTo>
                <a:lnTo>
                  <a:pt x="25450" y="135210"/>
                </a:lnTo>
                <a:lnTo>
                  <a:pt x="25887" y="139687"/>
                </a:lnTo>
                <a:lnTo>
                  <a:pt x="28182" y="144003"/>
                </a:lnTo>
                <a:lnTo>
                  <a:pt x="30805" y="145282"/>
                </a:lnTo>
                <a:lnTo>
                  <a:pt x="32444" y="145442"/>
                </a:lnTo>
                <a:lnTo>
                  <a:pt x="35021" y="145289"/>
                </a:lnTo>
                <a:lnTo>
                  <a:pt x="39951" y="144061"/>
                </a:lnTo>
                <a:lnTo>
                  <a:pt x="46788" y="139917"/>
                </a:lnTo>
                <a:lnTo>
                  <a:pt x="50974" y="135620"/>
                </a:lnTo>
                <a:lnTo>
                  <a:pt x="54776" y="130587"/>
                </a:lnTo>
                <a:lnTo>
                  <a:pt x="60971" y="119797"/>
                </a:lnTo>
                <a:lnTo>
                  <a:pt x="63364" y="114039"/>
                </a:lnTo>
                <a:lnTo>
                  <a:pt x="64294" y="113007"/>
                </a:lnTo>
                <a:lnTo>
                  <a:pt x="65224" y="112663"/>
                </a:lnTo>
                <a:lnTo>
                  <a:pt x="68126" y="112663"/>
                </a:lnTo>
                <a:lnTo>
                  <a:pt x="68963" y="112821"/>
                </a:lnTo>
                <a:lnTo>
                  <a:pt x="69614" y="113295"/>
                </a:lnTo>
                <a:lnTo>
                  <a:pt x="70061" y="113974"/>
                </a:lnTo>
                <a:lnTo>
                  <a:pt x="70210" y="114746"/>
                </a:lnTo>
                <a:lnTo>
                  <a:pt x="70154" y="115165"/>
                </a:lnTo>
                <a:lnTo>
                  <a:pt x="69987" y="115453"/>
                </a:lnTo>
                <a:lnTo>
                  <a:pt x="67066" y="122437"/>
                </a:lnTo>
                <a:lnTo>
                  <a:pt x="59438" y="135106"/>
                </a:lnTo>
                <a:lnTo>
                  <a:pt x="54732" y="140791"/>
                </a:lnTo>
                <a:lnTo>
                  <a:pt x="52193" y="143355"/>
                </a:lnTo>
                <a:lnTo>
                  <a:pt x="46840" y="147457"/>
                </a:lnTo>
                <a:lnTo>
                  <a:pt x="41119" y="150192"/>
                </a:lnTo>
                <a:lnTo>
                  <a:pt x="35031" y="151559"/>
                </a:lnTo>
                <a:lnTo>
                  <a:pt x="31849" y="151730"/>
                </a:lnTo>
                <a:lnTo>
                  <a:pt x="27326" y="151347"/>
                </a:lnTo>
                <a:lnTo>
                  <a:pt x="19383" y="148277"/>
                </a:lnTo>
                <a:lnTo>
                  <a:pt x="15962" y="145591"/>
                </a:lnTo>
                <a:lnTo>
                  <a:pt x="13146" y="142284"/>
                </a:lnTo>
                <a:lnTo>
                  <a:pt x="9927" y="134359"/>
                </a:lnTo>
                <a:lnTo>
                  <a:pt x="9525" y="129741"/>
                </a:lnTo>
                <a:close/>
                <a:moveTo>
                  <a:pt x="109485" y="191423"/>
                </a:moveTo>
                <a:lnTo>
                  <a:pt x="104723" y="190930"/>
                </a:lnTo>
                <a:lnTo>
                  <a:pt x="96871" y="186984"/>
                </a:lnTo>
                <a:lnTo>
                  <a:pt x="93779" y="183531"/>
                </a:lnTo>
                <a:lnTo>
                  <a:pt x="91329" y="179416"/>
                </a:lnTo>
                <a:lnTo>
                  <a:pt x="88530" y="170170"/>
                </a:lnTo>
                <a:lnTo>
                  <a:pt x="88180" y="165039"/>
                </a:lnTo>
                <a:lnTo>
                  <a:pt x="88369" y="162760"/>
                </a:lnTo>
                <a:lnTo>
                  <a:pt x="88935" y="158997"/>
                </a:lnTo>
                <a:lnTo>
                  <a:pt x="89521" y="155331"/>
                </a:lnTo>
                <a:lnTo>
                  <a:pt x="89716" y="153397"/>
                </a:lnTo>
                <a:lnTo>
                  <a:pt x="105838" y="88702"/>
                </a:lnTo>
                <a:lnTo>
                  <a:pt x="106366" y="86162"/>
                </a:lnTo>
                <a:lnTo>
                  <a:pt x="106646" y="84222"/>
                </a:lnTo>
                <a:lnTo>
                  <a:pt x="105968" y="83048"/>
                </a:lnTo>
                <a:lnTo>
                  <a:pt x="100551" y="81707"/>
                </a:lnTo>
                <a:lnTo>
                  <a:pt x="95811" y="81539"/>
                </a:lnTo>
                <a:lnTo>
                  <a:pt x="95104" y="81403"/>
                </a:lnTo>
                <a:lnTo>
                  <a:pt x="94297" y="80309"/>
                </a:lnTo>
                <a:lnTo>
                  <a:pt x="94196" y="79351"/>
                </a:lnTo>
                <a:lnTo>
                  <a:pt x="94326" y="78778"/>
                </a:lnTo>
                <a:lnTo>
                  <a:pt x="94561" y="77893"/>
                </a:lnTo>
                <a:lnTo>
                  <a:pt x="94886" y="76949"/>
                </a:lnTo>
                <a:lnTo>
                  <a:pt x="95290" y="76252"/>
                </a:lnTo>
                <a:lnTo>
                  <a:pt x="95824" y="75822"/>
                </a:lnTo>
                <a:lnTo>
                  <a:pt x="96540" y="75679"/>
                </a:lnTo>
                <a:lnTo>
                  <a:pt x="119017" y="73882"/>
                </a:lnTo>
                <a:lnTo>
                  <a:pt x="119906" y="74015"/>
                </a:lnTo>
                <a:lnTo>
                  <a:pt x="120921" y="75083"/>
                </a:lnTo>
                <a:lnTo>
                  <a:pt x="121048" y="76018"/>
                </a:lnTo>
                <a:lnTo>
                  <a:pt x="108677" y="125164"/>
                </a:lnTo>
                <a:lnTo>
                  <a:pt x="113412" y="121108"/>
                </a:lnTo>
                <a:lnTo>
                  <a:pt x="122932" y="116472"/>
                </a:lnTo>
                <a:lnTo>
                  <a:pt x="127716" y="115892"/>
                </a:lnTo>
                <a:lnTo>
                  <a:pt x="131133" y="116127"/>
                </a:lnTo>
                <a:lnTo>
                  <a:pt x="137214" y="118002"/>
                </a:lnTo>
                <a:lnTo>
                  <a:pt x="139879" y="119643"/>
                </a:lnTo>
                <a:lnTo>
                  <a:pt x="142270" y="121655"/>
                </a:lnTo>
                <a:lnTo>
                  <a:pt x="146086" y="126577"/>
                </a:lnTo>
                <a:lnTo>
                  <a:pt x="147510" y="129488"/>
                </a:lnTo>
                <a:lnTo>
                  <a:pt x="148615" y="132587"/>
                </a:lnTo>
                <a:lnTo>
                  <a:pt x="149878" y="139099"/>
                </a:lnTo>
                <a:lnTo>
                  <a:pt x="150036" y="142510"/>
                </a:lnTo>
                <a:lnTo>
                  <a:pt x="149839" y="146569"/>
                </a:lnTo>
                <a:lnTo>
                  <a:pt x="148264" y="154890"/>
                </a:lnTo>
                <a:lnTo>
                  <a:pt x="146885" y="159153"/>
                </a:lnTo>
                <a:lnTo>
                  <a:pt x="145171" y="163363"/>
                </a:lnTo>
                <a:lnTo>
                  <a:pt x="140834" y="171332"/>
                </a:lnTo>
                <a:lnTo>
                  <a:pt x="138212" y="175093"/>
                </a:lnTo>
                <a:lnTo>
                  <a:pt x="135332" y="178597"/>
                </a:lnTo>
                <a:lnTo>
                  <a:pt x="128860" y="184522"/>
                </a:lnTo>
                <a:lnTo>
                  <a:pt x="125268" y="186943"/>
                </a:lnTo>
                <a:lnTo>
                  <a:pt x="121508" y="188903"/>
                </a:lnTo>
                <a:lnTo>
                  <a:pt x="113616" y="191143"/>
                </a:lnTo>
                <a:lnTo>
                  <a:pt x="109485" y="191423"/>
                </a:lnTo>
                <a:close/>
                <a:moveTo>
                  <a:pt x="109823" y="187021"/>
                </a:moveTo>
                <a:lnTo>
                  <a:pt x="112628" y="186723"/>
                </a:lnTo>
                <a:lnTo>
                  <a:pt x="117954" y="184340"/>
                </a:lnTo>
                <a:lnTo>
                  <a:pt x="120475" y="182255"/>
                </a:lnTo>
                <a:lnTo>
                  <a:pt x="124981" y="177196"/>
                </a:lnTo>
                <a:lnTo>
                  <a:pt x="128549" y="171550"/>
                </a:lnTo>
                <a:lnTo>
                  <a:pt x="131772" y="163691"/>
                </a:lnTo>
                <a:lnTo>
                  <a:pt x="134774" y="153449"/>
                </a:lnTo>
                <a:lnTo>
                  <a:pt x="136942" y="143161"/>
                </a:lnTo>
                <a:lnTo>
                  <a:pt x="137665" y="135166"/>
                </a:lnTo>
                <a:lnTo>
                  <a:pt x="137509" y="132286"/>
                </a:lnTo>
                <a:lnTo>
                  <a:pt x="136259" y="127064"/>
                </a:lnTo>
                <a:lnTo>
                  <a:pt x="135165" y="124722"/>
                </a:lnTo>
                <a:lnTo>
                  <a:pt x="133747" y="122739"/>
                </a:lnTo>
                <a:lnTo>
                  <a:pt x="129827" y="120473"/>
                </a:lnTo>
                <a:lnTo>
                  <a:pt x="127325" y="120190"/>
                </a:lnTo>
                <a:lnTo>
                  <a:pt x="124338" y="120468"/>
                </a:lnTo>
                <a:lnTo>
                  <a:pt x="118569" y="122695"/>
                </a:lnTo>
                <a:lnTo>
                  <a:pt x="115787" y="124643"/>
                </a:lnTo>
                <a:lnTo>
                  <a:pt x="110644" y="129488"/>
                </a:lnTo>
                <a:lnTo>
                  <a:pt x="106151" y="135166"/>
                </a:lnTo>
                <a:lnTo>
                  <a:pt x="101515" y="154048"/>
                </a:lnTo>
                <a:lnTo>
                  <a:pt x="99464" y="163522"/>
                </a:lnTo>
                <a:lnTo>
                  <a:pt x="98676" y="170899"/>
                </a:lnTo>
                <a:lnTo>
                  <a:pt x="98845" y="173953"/>
                </a:lnTo>
                <a:lnTo>
                  <a:pt x="100199" y="179553"/>
                </a:lnTo>
                <a:lnTo>
                  <a:pt x="101385" y="182099"/>
                </a:lnTo>
                <a:lnTo>
                  <a:pt x="102937" y="184252"/>
                </a:lnTo>
                <a:lnTo>
                  <a:pt x="107157" y="186714"/>
                </a:lnTo>
                <a:lnTo>
                  <a:pt x="109823" y="187021"/>
                </a:lnTo>
                <a:close/>
              </a:path>
            </a:pathLst>
          </a:custGeom>
          <a:solidFill xmlns:a="http://schemas.openxmlformats.org/drawingml/2006/main">
            <a:srgbClr val="2B3540"/>
          </a:solidFill>
          <a:ln xmlns:a="http://schemas.openxmlformats.org/drawingml/2006/main" w="0">
            <a:noFill/>
          </a:ln>
        </p:spPr>
      </p:sp>
      <p:sp>
        <p:nvSpPr>
          <p:cNvPr id="422" name="budget-rank-caption-words-1">
            <a:extLst xmlns:a="http://schemas.openxmlformats.org/drawingml/2006/main">
              <a:ext uri="{FF2B5EF4-FFF2-40B4-BE49-F238E27FC236}">
                <a16:creationId xmlns:a16="http://schemas.microsoft.com/office/drawing/2014/main" id="{317F6E84-922D-4A62-BC97-EF4B26097A87}"/>
              </a:ext>
            </a:extLst>
          </p:cNvPr>
          <p:cNvSpPr>
            <a:spLocks xmlns:a="http://schemas.openxmlformats.org/drawingml/2006/main" noGrp="1"/>
          </p:cNvSpPr>
          <p:nvPr/>
        </p:nvSpPr>
        <p:spPr>
          <a:xfrm xmlns:a="http://schemas.openxmlformats.org/drawingml/2006/main">
            <a:off x="16177022" y="4267200"/>
            <a:ext cx="557213"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B3540"/>
                </a:solidFill>
                <a:latin typeface="Times New Roman"/>
                <a:ea typeface="Times New Roman"/>
                <a:cs typeface="Times New Roman"/>
              </a:defRPr>
            </a:pPr>
            <a:r>
              <a:rPr sz="1875" b="0" i="0">
                <a:solidFill>
                  <a:srgbClr val="2B3540"/>
                </a:solidFill>
                <a:latin typeface="Times New Roman"/>
                <a:ea typeface="Times New Roman"/>
                <a:cs typeface="Times New Roman"/>
              </a:rPr>
              <a:t> fixed</a:t>
            </a:r>
          </a:p>
        </p:txBody>
      </p:sp>
      <p:sp>
        <p:nvSpPr>
          <p:cNvPr id="423" name="retain-control-1">
            <a:extLst xmlns:a="http://schemas.openxmlformats.org/drawingml/2006/main">
              <a:ext uri="{FF2B5EF4-FFF2-40B4-BE49-F238E27FC236}">
                <a16:creationId xmlns:a16="http://schemas.microsoft.com/office/drawing/2014/main" id="{741F875C-BEAE-45BB-952C-936D64CE8A34}"/>
              </a:ext>
            </a:extLst>
          </p:cNvPr>
          <p:cNvSpPr>
            <a:spLocks xmlns:a="http://schemas.openxmlformats.org/drawingml/2006/main" noGrp="1"/>
          </p:cNvSpPr>
          <p:nvPr/>
        </p:nvSpPr>
        <p:spPr>
          <a:xfrm xmlns:a="http://schemas.openxmlformats.org/drawingml/2006/main" flipV="0">
            <a:off x="15430500" y="3590925"/>
            <a:ext cx="238125" cy="95"/>
          </a:xfrm>
          <a:prstGeom xmlns:a="http://schemas.openxmlformats.org/drawingml/2006/main" prst="line">
            <a:avLst/>
          </a:prstGeom>
          <a:noFill xmlns:a="http://schemas.openxmlformats.org/drawingml/2006/main"/>
          <a:ln xmlns:a="http://schemas.openxmlformats.org/drawingml/2006/main" w="20955">
            <a:solidFill>
              <a:srgbClr val="73808C"/>
            </a:solidFill>
            <a:prstDash val="dash"/>
          </a:ln>
        </p:spPr>
      </p:sp>
      <p:sp>
        <p:nvSpPr>
          <p:cNvPr id="424" name="retain-control-2">
            <a:extLst xmlns:a="http://schemas.openxmlformats.org/drawingml/2006/main">
              <a:ext uri="{FF2B5EF4-FFF2-40B4-BE49-F238E27FC236}">
                <a16:creationId xmlns:a16="http://schemas.microsoft.com/office/drawing/2014/main" id="{A4B3E51D-D7CE-4C18-96C9-50EF1760E7B5}"/>
              </a:ext>
            </a:extLst>
          </p:cNvPr>
          <p:cNvSpPr>
            <a:spLocks xmlns:a="http://schemas.openxmlformats.org/drawingml/2006/main" noGrp="1"/>
          </p:cNvSpPr>
          <p:nvPr/>
        </p:nvSpPr>
        <p:spPr>
          <a:xfrm xmlns:a="http://schemas.openxmlformats.org/drawingml/2006/main" flipV="0">
            <a:off x="15430500" y="1790700"/>
            <a:ext cx="95" cy="1800225"/>
          </a:xfrm>
          <a:prstGeom xmlns:a="http://schemas.openxmlformats.org/drawingml/2006/main" prst="line">
            <a:avLst/>
          </a:prstGeom>
          <a:noFill xmlns:a="http://schemas.openxmlformats.org/drawingml/2006/main"/>
          <a:ln xmlns:a="http://schemas.openxmlformats.org/drawingml/2006/main" w="20955">
            <a:solidFill>
              <a:srgbClr val="73808C"/>
            </a:solidFill>
            <a:prstDash val="dash"/>
          </a:ln>
        </p:spPr>
      </p:sp>
      <p:sp>
        <p:nvSpPr>
          <p:cNvPr id="425" name="retain-control-3">
            <a:extLst xmlns:a="http://schemas.openxmlformats.org/drawingml/2006/main">
              <a:ext uri="{FF2B5EF4-FFF2-40B4-BE49-F238E27FC236}">
                <a16:creationId xmlns:a16="http://schemas.microsoft.com/office/drawing/2014/main" id="{40C7C281-B1F1-4122-B0DF-7D319559BE32}"/>
              </a:ext>
            </a:extLst>
          </p:cNvPr>
          <p:cNvSpPr>
            <a:spLocks xmlns:a="http://schemas.openxmlformats.org/drawingml/2006/main" noGrp="1"/>
          </p:cNvSpPr>
          <p:nvPr/>
        </p:nvSpPr>
        <p:spPr>
          <a:xfrm xmlns:a="http://schemas.openxmlformats.org/drawingml/2006/main" flipV="0">
            <a:off x="15430500" y="1790700"/>
            <a:ext cx="1552575" cy="95"/>
          </a:xfrm>
          <a:prstGeom xmlns:a="http://schemas.openxmlformats.org/drawingml/2006/main" prst="line">
            <a:avLst/>
          </a:prstGeom>
          <a:noFill xmlns:a="http://schemas.openxmlformats.org/drawingml/2006/main"/>
          <a:ln xmlns:a="http://schemas.openxmlformats.org/drawingml/2006/main" w="20955">
            <a:solidFill>
              <a:srgbClr val="73808C"/>
            </a:solidFill>
            <a:prstDash val="dash"/>
          </a:ln>
        </p:spPr>
      </p:sp>
      <p:sp>
        <p:nvSpPr>
          <p:cNvPr id="426" name="retain-control-head">
            <a:extLst xmlns:a="http://schemas.openxmlformats.org/drawingml/2006/main">
              <a:ext uri="{FF2B5EF4-FFF2-40B4-BE49-F238E27FC236}">
                <a16:creationId xmlns:a16="http://schemas.microsoft.com/office/drawing/2014/main" id="{F4B0CF53-6666-4B89-BFD1-AE45BF7BDB3D}"/>
              </a:ext>
            </a:extLst>
          </p:cNvPr>
          <p:cNvSpPr>
            <a:spLocks xmlns:a="http://schemas.openxmlformats.org/drawingml/2006/main" noGrp="1"/>
          </p:cNvSpPr>
          <p:nvPr/>
        </p:nvSpPr>
        <p:spPr>
          <a:xfrm xmlns:a="http://schemas.openxmlformats.org/drawingml/2006/main">
            <a:off x="16859250" y="1743075"/>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73808C"/>
          </a:solidFill>
          <a:ln xmlns:a="http://schemas.openxmlformats.org/drawingml/2006/main" w="15240">
            <a:noFill/>
          </a:ln>
        </p:spPr>
      </p:sp>
      <p:sp>
        <p:nvSpPr>
          <p:cNvPr id="427" name="retain-action-math-0 a=0">
            <a:extLst xmlns:a="http://schemas.openxmlformats.org/drawingml/2006/main">
              <a:ext uri="{FF2B5EF4-FFF2-40B4-BE49-F238E27FC236}">
                <a16:creationId xmlns:a16="http://schemas.microsoft.com/office/drawing/2014/main" id="{80D4545B-4FA1-4337-B3FC-04E1F19F45F1}"/>
              </a:ext>
            </a:extLst>
          </p:cNvPr>
          <p:cNvSpPr>
            <a:spLocks xmlns:a="http://schemas.openxmlformats.org/drawingml/2006/main" noGrp="1"/>
          </p:cNvSpPr>
          <p:nvPr/>
        </p:nvSpPr>
        <p:spPr>
          <a:xfrm xmlns:a="http://schemas.openxmlformats.org/drawingml/2006/main">
            <a:off x="16459843" y="2355152"/>
            <a:ext cx="554132" cy="183523"/>
          </a:xfrm>
          <a:custGeom xmlns:a="http://schemas.openxmlformats.org/drawingml/2006/main">
            <a:pathLst>
              <a:path w="554132" h="183523">
                <a:moveTo>
                  <a:pt x="36213" y="180648"/>
                </a:moveTo>
                <a:lnTo>
                  <a:pt x="32115" y="180449"/>
                </a:lnTo>
                <a:lnTo>
                  <a:pt x="24588" y="178860"/>
                </a:lnTo>
                <a:lnTo>
                  <a:pt x="17952" y="175683"/>
                </a:lnTo>
                <a:lnTo>
                  <a:pt x="12207" y="170917"/>
                </a:lnTo>
                <a:lnTo>
                  <a:pt x="9668" y="167938"/>
                </a:lnTo>
                <a:lnTo>
                  <a:pt x="7402" y="164689"/>
                </a:lnTo>
                <a:lnTo>
                  <a:pt x="3776" y="157761"/>
                </a:lnTo>
                <a:lnTo>
                  <a:pt x="604" y="146294"/>
                </a:lnTo>
                <a:lnTo>
                  <a:pt x="0" y="137934"/>
                </a:lnTo>
                <a:lnTo>
                  <a:pt x="552" y="129313"/>
                </a:lnTo>
                <a:lnTo>
                  <a:pt x="4969" y="111602"/>
                </a:lnTo>
                <a:lnTo>
                  <a:pt x="8834" y="102513"/>
                </a:lnTo>
                <a:lnTo>
                  <a:pt x="13658" y="93712"/>
                </a:lnTo>
                <a:lnTo>
                  <a:pt x="25618" y="78439"/>
                </a:lnTo>
                <a:lnTo>
                  <a:pt x="32754" y="71967"/>
                </a:lnTo>
                <a:lnTo>
                  <a:pt x="36550" y="69115"/>
                </a:lnTo>
                <a:lnTo>
                  <a:pt x="44353" y="64552"/>
                </a:lnTo>
                <a:lnTo>
                  <a:pt x="52437" y="61510"/>
                </a:lnTo>
                <a:lnTo>
                  <a:pt x="60803" y="59989"/>
                </a:lnTo>
                <a:lnTo>
                  <a:pt x="65092" y="59799"/>
                </a:lnTo>
                <a:lnTo>
                  <a:pt x="68964" y="60068"/>
                </a:lnTo>
                <a:lnTo>
                  <a:pt x="76070" y="62213"/>
                </a:lnTo>
                <a:lnTo>
                  <a:pt x="79302" y="64091"/>
                </a:lnTo>
                <a:lnTo>
                  <a:pt x="82255" y="66433"/>
                </a:lnTo>
                <a:lnTo>
                  <a:pt x="87131" y="72288"/>
                </a:lnTo>
                <a:lnTo>
                  <a:pt x="89053" y="75801"/>
                </a:lnTo>
                <a:lnTo>
                  <a:pt x="90912" y="71134"/>
                </a:lnTo>
                <a:lnTo>
                  <a:pt x="95050" y="66633"/>
                </a:lnTo>
                <a:lnTo>
                  <a:pt x="98706" y="65300"/>
                </a:lnTo>
                <a:lnTo>
                  <a:pt x="100804" y="65133"/>
                </a:lnTo>
                <a:lnTo>
                  <a:pt x="103898" y="65644"/>
                </a:lnTo>
                <a:lnTo>
                  <a:pt x="106430" y="67175"/>
                </a:lnTo>
                <a:lnTo>
                  <a:pt x="108149" y="69519"/>
                </a:lnTo>
                <a:lnTo>
                  <a:pt x="108722" y="72551"/>
                </a:lnTo>
                <a:lnTo>
                  <a:pt x="108701" y="73249"/>
                </a:lnTo>
                <a:lnTo>
                  <a:pt x="108639" y="73759"/>
                </a:lnTo>
                <a:lnTo>
                  <a:pt x="108576" y="74166"/>
                </a:lnTo>
                <a:lnTo>
                  <a:pt x="108472" y="74634"/>
                </a:lnTo>
                <a:lnTo>
                  <a:pt x="89845" y="149144"/>
                </a:lnTo>
                <a:lnTo>
                  <a:pt x="88469" y="156353"/>
                </a:lnTo>
                <a:lnTo>
                  <a:pt x="88011" y="162145"/>
                </a:lnTo>
                <a:lnTo>
                  <a:pt x="88493" y="167159"/>
                </a:lnTo>
                <a:lnTo>
                  <a:pt x="91023" y="171993"/>
                </a:lnTo>
                <a:lnTo>
                  <a:pt x="93913" y="173426"/>
                </a:lnTo>
                <a:lnTo>
                  <a:pt x="95720" y="173605"/>
                </a:lnTo>
                <a:lnTo>
                  <a:pt x="97741" y="173440"/>
                </a:lnTo>
                <a:lnTo>
                  <a:pt x="101408" y="172116"/>
                </a:lnTo>
                <a:lnTo>
                  <a:pt x="105972" y="167651"/>
                </a:lnTo>
                <a:lnTo>
                  <a:pt x="108388" y="163020"/>
                </a:lnTo>
                <a:lnTo>
                  <a:pt x="112420" y="151561"/>
                </a:lnTo>
                <a:lnTo>
                  <a:pt x="115765" y="138434"/>
                </a:lnTo>
                <a:lnTo>
                  <a:pt x="116535" y="137278"/>
                </a:lnTo>
                <a:lnTo>
                  <a:pt x="117848" y="136892"/>
                </a:lnTo>
                <a:lnTo>
                  <a:pt x="121099" y="136892"/>
                </a:lnTo>
                <a:lnTo>
                  <a:pt x="122036" y="137121"/>
                </a:lnTo>
                <a:lnTo>
                  <a:pt x="122765" y="137809"/>
                </a:lnTo>
                <a:lnTo>
                  <a:pt x="123265" y="138684"/>
                </a:lnTo>
                <a:lnTo>
                  <a:pt x="123432" y="139476"/>
                </a:lnTo>
                <a:lnTo>
                  <a:pt x="121044" y="148331"/>
                </a:lnTo>
                <a:lnTo>
                  <a:pt x="115939" y="163291"/>
                </a:lnTo>
                <a:lnTo>
                  <a:pt x="113222" y="169396"/>
                </a:lnTo>
                <a:lnTo>
                  <a:pt x="111728" y="172033"/>
                </a:lnTo>
                <a:lnTo>
                  <a:pt x="108087" y="176252"/>
                </a:lnTo>
                <a:lnTo>
                  <a:pt x="103576" y="179065"/>
                </a:lnTo>
                <a:lnTo>
                  <a:pt x="98195" y="180472"/>
                </a:lnTo>
                <a:lnTo>
                  <a:pt x="95179" y="180648"/>
                </a:lnTo>
                <a:lnTo>
                  <a:pt x="90827" y="180319"/>
                </a:lnTo>
                <a:lnTo>
                  <a:pt x="82888" y="177694"/>
                </a:lnTo>
                <a:lnTo>
                  <a:pt x="79302" y="175397"/>
                </a:lnTo>
                <a:lnTo>
                  <a:pt x="76171" y="172535"/>
                </a:lnTo>
                <a:lnTo>
                  <a:pt x="71879" y="165513"/>
                </a:lnTo>
                <a:lnTo>
                  <a:pt x="70717" y="161354"/>
                </a:lnTo>
                <a:lnTo>
                  <a:pt x="66413" y="165876"/>
                </a:lnTo>
                <a:lnTo>
                  <a:pt x="57798" y="173111"/>
                </a:lnTo>
                <a:lnTo>
                  <a:pt x="49171" y="177934"/>
                </a:lnTo>
                <a:lnTo>
                  <a:pt x="40535" y="180346"/>
                </a:lnTo>
                <a:lnTo>
                  <a:pt x="36213" y="180648"/>
                </a:lnTo>
                <a:close/>
                <a:moveTo>
                  <a:pt x="36463" y="173605"/>
                </a:moveTo>
                <a:lnTo>
                  <a:pt x="41240" y="173154"/>
                </a:lnTo>
                <a:lnTo>
                  <a:pt x="50574" y="169550"/>
                </a:lnTo>
                <a:lnTo>
                  <a:pt x="55132" y="166396"/>
                </a:lnTo>
                <a:lnTo>
                  <a:pt x="59497" y="162614"/>
                </a:lnTo>
                <a:lnTo>
                  <a:pt x="67290" y="154113"/>
                </a:lnTo>
                <a:lnTo>
                  <a:pt x="70717" y="149394"/>
                </a:lnTo>
                <a:lnTo>
                  <a:pt x="70905" y="149071"/>
                </a:lnTo>
                <a:lnTo>
                  <a:pt x="70967" y="148602"/>
                </a:lnTo>
                <a:lnTo>
                  <a:pt x="85302" y="90636"/>
                </a:lnTo>
                <a:lnTo>
                  <a:pt x="85552" y="89886"/>
                </a:lnTo>
                <a:lnTo>
                  <a:pt x="84529" y="85302"/>
                </a:lnTo>
                <a:lnTo>
                  <a:pt x="81091" y="77135"/>
                </a:lnTo>
                <a:lnTo>
                  <a:pt x="78677" y="73551"/>
                </a:lnTo>
                <a:lnTo>
                  <a:pt x="75819" y="70543"/>
                </a:lnTo>
                <a:lnTo>
                  <a:pt x="68714" y="67105"/>
                </a:lnTo>
                <a:lnTo>
                  <a:pt x="64466" y="66675"/>
                </a:lnTo>
                <a:lnTo>
                  <a:pt x="60044" y="67136"/>
                </a:lnTo>
                <a:lnTo>
                  <a:pt x="51668" y="70824"/>
                </a:lnTo>
                <a:lnTo>
                  <a:pt x="47714" y="74051"/>
                </a:lnTo>
                <a:lnTo>
                  <a:pt x="43990" y="77903"/>
                </a:lnTo>
                <a:lnTo>
                  <a:pt x="37447" y="86592"/>
                </a:lnTo>
                <a:lnTo>
                  <a:pt x="34629" y="91428"/>
                </a:lnTo>
                <a:lnTo>
                  <a:pt x="32054" y="97260"/>
                </a:lnTo>
                <a:lnTo>
                  <a:pt x="27074" y="111907"/>
                </a:lnTo>
                <a:lnTo>
                  <a:pt x="24670" y="120723"/>
                </a:lnTo>
                <a:lnTo>
                  <a:pt x="22591" y="129516"/>
                </a:lnTo>
                <a:lnTo>
                  <a:pt x="20216" y="143976"/>
                </a:lnTo>
                <a:lnTo>
                  <a:pt x="19919" y="149644"/>
                </a:lnTo>
                <a:lnTo>
                  <a:pt x="20167" y="154152"/>
                </a:lnTo>
                <a:lnTo>
                  <a:pt x="22146" y="162466"/>
                </a:lnTo>
                <a:lnTo>
                  <a:pt x="23878" y="166271"/>
                </a:lnTo>
                <a:lnTo>
                  <a:pt x="26165" y="169480"/>
                </a:lnTo>
                <a:lnTo>
                  <a:pt x="32457" y="173147"/>
                </a:lnTo>
                <a:lnTo>
                  <a:pt x="36463" y="173605"/>
                </a:lnTo>
                <a:close/>
                <a:moveTo>
                  <a:pt x="197478" y="142226"/>
                </a:moveTo>
                <a:lnTo>
                  <a:pt x="195457" y="141809"/>
                </a:lnTo>
                <a:lnTo>
                  <a:pt x="193811" y="140559"/>
                </a:lnTo>
                <a:lnTo>
                  <a:pt x="192748" y="138788"/>
                </a:lnTo>
                <a:lnTo>
                  <a:pt x="192394" y="136892"/>
                </a:lnTo>
                <a:lnTo>
                  <a:pt x="192748" y="134850"/>
                </a:lnTo>
                <a:lnTo>
                  <a:pt x="193811" y="133142"/>
                </a:lnTo>
                <a:lnTo>
                  <a:pt x="195457" y="131954"/>
                </a:lnTo>
                <a:lnTo>
                  <a:pt x="197478" y="131558"/>
                </a:lnTo>
                <a:lnTo>
                  <a:pt x="364957" y="131558"/>
                </a:lnTo>
                <a:lnTo>
                  <a:pt x="366780" y="131954"/>
                </a:lnTo>
                <a:lnTo>
                  <a:pt x="368332" y="133142"/>
                </a:lnTo>
                <a:lnTo>
                  <a:pt x="369426" y="134850"/>
                </a:lnTo>
                <a:lnTo>
                  <a:pt x="369791" y="136892"/>
                </a:lnTo>
                <a:lnTo>
                  <a:pt x="369426" y="138788"/>
                </a:lnTo>
                <a:lnTo>
                  <a:pt x="368332" y="140559"/>
                </a:lnTo>
                <a:lnTo>
                  <a:pt x="366780" y="141809"/>
                </a:lnTo>
                <a:lnTo>
                  <a:pt x="364957" y="142226"/>
                </a:lnTo>
                <a:lnTo>
                  <a:pt x="197478" y="142226"/>
                </a:lnTo>
                <a:close/>
                <a:moveTo>
                  <a:pt x="197478" y="90386"/>
                </a:moveTo>
                <a:lnTo>
                  <a:pt x="195457" y="90001"/>
                </a:lnTo>
                <a:lnTo>
                  <a:pt x="193811" y="88844"/>
                </a:lnTo>
                <a:lnTo>
                  <a:pt x="192748" y="87105"/>
                </a:lnTo>
                <a:lnTo>
                  <a:pt x="192394" y="85052"/>
                </a:lnTo>
                <a:lnTo>
                  <a:pt x="192748" y="83167"/>
                </a:lnTo>
                <a:lnTo>
                  <a:pt x="193811" y="81427"/>
                </a:lnTo>
                <a:lnTo>
                  <a:pt x="195457" y="80145"/>
                </a:lnTo>
                <a:lnTo>
                  <a:pt x="197478" y="79718"/>
                </a:lnTo>
                <a:lnTo>
                  <a:pt x="364957" y="79718"/>
                </a:lnTo>
                <a:lnTo>
                  <a:pt x="366780" y="80145"/>
                </a:lnTo>
                <a:lnTo>
                  <a:pt x="368332" y="81427"/>
                </a:lnTo>
                <a:lnTo>
                  <a:pt x="369426" y="83167"/>
                </a:lnTo>
                <a:lnTo>
                  <a:pt x="369791" y="85052"/>
                </a:lnTo>
                <a:lnTo>
                  <a:pt x="369426" y="87105"/>
                </a:lnTo>
                <a:lnTo>
                  <a:pt x="368332" y="88844"/>
                </a:lnTo>
                <a:lnTo>
                  <a:pt x="366780" y="90001"/>
                </a:lnTo>
                <a:lnTo>
                  <a:pt x="364957" y="90386"/>
                </a:lnTo>
                <a:lnTo>
                  <a:pt x="197478" y="90386"/>
                </a:lnTo>
                <a:close/>
                <a:moveTo>
                  <a:pt x="498125" y="183523"/>
                </a:moveTo>
                <a:lnTo>
                  <a:pt x="490283" y="183103"/>
                </a:lnTo>
                <a:lnTo>
                  <a:pt x="476558" y="179743"/>
                </a:lnTo>
                <a:lnTo>
                  <a:pt x="465442" y="173023"/>
                </a:lnTo>
                <a:lnTo>
                  <a:pt x="456935" y="162944"/>
                </a:lnTo>
                <a:lnTo>
                  <a:pt x="453661" y="156645"/>
                </a:lnTo>
                <a:lnTo>
                  <a:pt x="450897" y="149755"/>
                </a:lnTo>
                <a:lnTo>
                  <a:pt x="446474" y="135019"/>
                </a:lnTo>
                <a:lnTo>
                  <a:pt x="443526" y="119006"/>
                </a:lnTo>
                <a:lnTo>
                  <a:pt x="442052" y="101718"/>
                </a:lnTo>
                <a:lnTo>
                  <a:pt x="441868" y="92595"/>
                </a:lnTo>
                <a:lnTo>
                  <a:pt x="442131" y="81182"/>
                </a:lnTo>
                <a:lnTo>
                  <a:pt x="444235" y="59388"/>
                </a:lnTo>
                <a:lnTo>
                  <a:pt x="446077" y="49006"/>
                </a:lnTo>
                <a:lnTo>
                  <a:pt x="448720" y="39164"/>
                </a:lnTo>
                <a:lnTo>
                  <a:pt x="457117" y="21808"/>
                </a:lnTo>
                <a:lnTo>
                  <a:pt x="462870" y="14294"/>
                </a:lnTo>
                <a:lnTo>
                  <a:pt x="466174" y="10944"/>
                </a:lnTo>
                <a:lnTo>
                  <a:pt x="473727" y="5583"/>
                </a:lnTo>
                <a:lnTo>
                  <a:pt x="482541" y="2010"/>
                </a:lnTo>
                <a:lnTo>
                  <a:pt x="492615" y="223"/>
                </a:lnTo>
                <a:lnTo>
                  <a:pt x="498125" y="0"/>
                </a:lnTo>
                <a:lnTo>
                  <a:pt x="506516" y="539"/>
                </a:lnTo>
                <a:lnTo>
                  <a:pt x="520893" y="4852"/>
                </a:lnTo>
                <a:lnTo>
                  <a:pt x="526878" y="8626"/>
                </a:lnTo>
                <a:lnTo>
                  <a:pt x="532150" y="13233"/>
                </a:lnTo>
                <a:lnTo>
                  <a:pt x="540693" y="24339"/>
                </a:lnTo>
                <a:lnTo>
                  <a:pt x="543964" y="30837"/>
                </a:lnTo>
                <a:lnTo>
                  <a:pt x="546667" y="37755"/>
                </a:lnTo>
                <a:lnTo>
                  <a:pt x="550668" y="52340"/>
                </a:lnTo>
                <a:lnTo>
                  <a:pt x="551965" y="60008"/>
                </a:lnTo>
                <a:lnTo>
                  <a:pt x="553590" y="75926"/>
                </a:lnTo>
                <a:lnTo>
                  <a:pt x="554132" y="92595"/>
                </a:lnTo>
                <a:lnTo>
                  <a:pt x="553866" y="103872"/>
                </a:lnTo>
                <a:lnTo>
                  <a:pt x="551741" y="125333"/>
                </a:lnTo>
                <a:lnTo>
                  <a:pt x="549881" y="135517"/>
                </a:lnTo>
                <a:lnTo>
                  <a:pt x="547266" y="145143"/>
                </a:lnTo>
                <a:lnTo>
                  <a:pt x="538973" y="162145"/>
                </a:lnTo>
                <a:lnTo>
                  <a:pt x="533296" y="169521"/>
                </a:lnTo>
                <a:lnTo>
                  <a:pt x="530039" y="172803"/>
                </a:lnTo>
                <a:lnTo>
                  <a:pt x="522549" y="178053"/>
                </a:lnTo>
                <a:lnTo>
                  <a:pt x="513756" y="181554"/>
                </a:lnTo>
                <a:lnTo>
                  <a:pt x="503661" y="183304"/>
                </a:lnTo>
                <a:lnTo>
                  <a:pt x="498125" y="183523"/>
                </a:lnTo>
                <a:close/>
                <a:moveTo>
                  <a:pt x="498125" y="176606"/>
                </a:moveTo>
                <a:lnTo>
                  <a:pt x="501716" y="176368"/>
                </a:lnTo>
                <a:lnTo>
                  <a:pt x="508190" y="174466"/>
                </a:lnTo>
                <a:lnTo>
                  <a:pt x="513722" y="170664"/>
                </a:lnTo>
                <a:lnTo>
                  <a:pt x="518311" y="164960"/>
                </a:lnTo>
                <a:lnTo>
                  <a:pt x="520252" y="161395"/>
                </a:lnTo>
                <a:lnTo>
                  <a:pt x="523550" y="153566"/>
                </a:lnTo>
                <a:lnTo>
                  <a:pt x="528050" y="136689"/>
                </a:lnTo>
                <a:lnTo>
                  <a:pt x="529254" y="127641"/>
                </a:lnTo>
                <a:lnTo>
                  <a:pt x="530535" y="108555"/>
                </a:lnTo>
                <a:lnTo>
                  <a:pt x="530962" y="88303"/>
                </a:lnTo>
                <a:lnTo>
                  <a:pt x="530535" y="69040"/>
                </a:lnTo>
                <a:lnTo>
                  <a:pt x="529254" y="51340"/>
                </a:lnTo>
                <a:lnTo>
                  <a:pt x="528053" y="43063"/>
                </a:lnTo>
                <a:lnTo>
                  <a:pt x="523573" y="27727"/>
                </a:lnTo>
                <a:lnTo>
                  <a:pt x="520294" y="20669"/>
                </a:lnTo>
                <a:lnTo>
                  <a:pt x="518371" y="17446"/>
                </a:lnTo>
                <a:lnTo>
                  <a:pt x="513797" y="12289"/>
                </a:lnTo>
                <a:lnTo>
                  <a:pt x="508255" y="8851"/>
                </a:lnTo>
                <a:lnTo>
                  <a:pt x="501744" y="7132"/>
                </a:lnTo>
                <a:lnTo>
                  <a:pt x="498125" y="6918"/>
                </a:lnTo>
                <a:lnTo>
                  <a:pt x="494475" y="7134"/>
                </a:lnTo>
                <a:lnTo>
                  <a:pt x="487907" y="8863"/>
                </a:lnTo>
                <a:lnTo>
                  <a:pt x="482312" y="12322"/>
                </a:lnTo>
                <a:lnTo>
                  <a:pt x="477692" y="17510"/>
                </a:lnTo>
                <a:lnTo>
                  <a:pt x="475747" y="20752"/>
                </a:lnTo>
                <a:lnTo>
                  <a:pt x="472450" y="27842"/>
                </a:lnTo>
                <a:lnTo>
                  <a:pt x="467949" y="43177"/>
                </a:lnTo>
                <a:lnTo>
                  <a:pt x="466746" y="51423"/>
                </a:lnTo>
                <a:lnTo>
                  <a:pt x="465464" y="69061"/>
                </a:lnTo>
                <a:lnTo>
                  <a:pt x="465037" y="88303"/>
                </a:lnTo>
                <a:lnTo>
                  <a:pt x="465214" y="102721"/>
                </a:lnTo>
                <a:lnTo>
                  <a:pt x="465746" y="116306"/>
                </a:lnTo>
                <a:lnTo>
                  <a:pt x="467090" y="129683"/>
                </a:lnTo>
                <a:lnTo>
                  <a:pt x="469621" y="143476"/>
                </a:lnTo>
                <a:lnTo>
                  <a:pt x="471423" y="150201"/>
                </a:lnTo>
                <a:lnTo>
                  <a:pt x="476466" y="161994"/>
                </a:lnTo>
                <a:lnTo>
                  <a:pt x="479706" y="167062"/>
                </a:lnTo>
                <a:lnTo>
                  <a:pt x="483467" y="171238"/>
                </a:lnTo>
                <a:lnTo>
                  <a:pt x="492676" y="176009"/>
                </a:lnTo>
                <a:lnTo>
                  <a:pt x="498125" y="176606"/>
                </a:lnTo>
                <a:close/>
              </a:path>
            </a:pathLst>
          </a:custGeom>
          <a:solidFill xmlns:a="http://schemas.openxmlformats.org/drawingml/2006/main">
            <a:srgbClr val="73808C"/>
          </a:solidFill>
          <a:ln xmlns:a="http://schemas.openxmlformats.org/drawingml/2006/main" w="0">
            <a:noFill/>
          </a:ln>
        </p:spPr>
      </p:sp>
      <p:sp>
        <p:nvSpPr>
          <p:cNvPr id="428" name="retained-answer-gradient-shadow">
            <a:extLst xmlns:a="http://schemas.openxmlformats.org/drawingml/2006/main">
              <a:ext uri="{FF2B5EF4-FFF2-40B4-BE49-F238E27FC236}">
                <a16:creationId xmlns:a16="http://schemas.microsoft.com/office/drawing/2014/main" id="{5FA113E2-F8DB-4D1E-8DDB-C42095D4BE90}"/>
              </a:ext>
            </a:extLst>
          </p:cNvPr>
          <p:cNvSpPr>
            <a:spLocks xmlns:a="http://schemas.openxmlformats.org/drawingml/2006/main" noGrp="1"/>
          </p:cNvSpPr>
          <p:nvPr/>
        </p:nvSpPr>
        <p:spPr>
          <a:xfrm xmlns:a="http://schemas.openxmlformats.org/drawingml/2006/main">
            <a:off x="16954500" y="2047875"/>
            <a:ext cx="1924050" cy="257175"/>
          </a:xfrm>
          <a:prstGeom xmlns:a="http://schemas.openxmlformats.org/drawingml/2006/main" prst="ellipse">
            <a:avLst/>
          </a:prstGeom>
          <a:gradFill xmlns:a="http://schemas.openxmlformats.org/drawingml/2006/main">
            <a:gsLst>
              <a:gs pos="0">
                <a:srgbClr val="233545">
                  <a:alpha val="10000"/>
                </a:srgbClr>
              </a:gs>
              <a:gs pos="48000">
                <a:srgbClr val="233545">
                  <a:alpha val="3500"/>
                </a:srgbClr>
              </a:gs>
              <a:gs pos="100000">
                <a:srgbClr val="233545">
                  <a:alpha val="0"/>
                </a:srgbClr>
              </a:gs>
            </a:gsLst>
            <a:path path="shape"/>
          </a:gradFill>
          <a:ln xmlns:a="http://schemas.openxmlformats.org/drawingml/2006/main" w="0">
            <a:noFill/>
          </a:ln>
        </p:spPr>
      </p:sp>
      <p:sp>
        <p:nvSpPr>
          <p:cNvPr id="429" name="retained-answer">
            <a:extLst xmlns:a="http://schemas.openxmlformats.org/drawingml/2006/main">
              <a:ext uri="{FF2B5EF4-FFF2-40B4-BE49-F238E27FC236}">
                <a16:creationId xmlns:a16="http://schemas.microsoft.com/office/drawing/2014/main" id="{DD1B394D-5835-4EC6-9A99-941E4F0A1F68}"/>
              </a:ext>
            </a:extLst>
          </p:cNvPr>
          <p:cNvSpPr>
            <a:spLocks xmlns:a="http://schemas.openxmlformats.org/drawingml/2006/main" noGrp="1"/>
          </p:cNvSpPr>
          <p:nvPr/>
        </p:nvSpPr>
        <p:spPr>
          <a:xfrm xmlns:a="http://schemas.openxmlformats.org/drawingml/2006/main">
            <a:off x="17068800" y="1476375"/>
            <a:ext cx="1619250" cy="638175"/>
          </a:xfrm>
          <a:prstGeom xmlns:a="http://schemas.openxmlformats.org/drawingml/2006/main" prst="roundRect">
            <a:avLst>
              <a:gd name="adj" fmla="val 7463"/>
            </a:avLst>
          </a:prstGeom>
          <a:solidFill xmlns:a="http://schemas.openxmlformats.org/drawingml/2006/main">
            <a:srgbClr val="DFE9D6"/>
          </a:solidFill>
          <a:ln xmlns:a="http://schemas.openxmlformats.org/drawingml/2006/main" w="15240">
            <a:solidFill>
              <a:srgbClr val="7F9B6A"/>
            </a:solidFill>
          </a:ln>
        </p:spPr>
      </p:sp>
      <p:sp>
        <p:nvSpPr>
          <p:cNvPr id="430" name="retained-text-words-0">
            <a:extLst xmlns:a="http://schemas.openxmlformats.org/drawingml/2006/main">
              <a:ext uri="{FF2B5EF4-FFF2-40B4-BE49-F238E27FC236}">
                <a16:creationId xmlns:a16="http://schemas.microsoft.com/office/drawing/2014/main" id="{B6ED638C-401A-4268-B1B7-EA51EB4BC37A}"/>
              </a:ext>
            </a:extLst>
          </p:cNvPr>
          <p:cNvSpPr>
            <a:spLocks xmlns:a="http://schemas.openxmlformats.org/drawingml/2006/main" noGrp="1"/>
          </p:cNvSpPr>
          <p:nvPr/>
        </p:nvSpPr>
        <p:spPr>
          <a:xfrm xmlns:a="http://schemas.openxmlformats.org/drawingml/2006/main">
            <a:off x="17198531" y="1619250"/>
            <a:ext cx="762381" cy="3619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i="0">
                <a:solidFill>
                  <a:srgbClr val="2B3540"/>
                </a:solidFill>
                <a:latin typeface="Times New Roman"/>
                <a:ea typeface="Times New Roman"/>
                <a:cs typeface="Times New Roman"/>
              </a:defRPr>
            </a:pPr>
            <a:r>
              <a:rPr sz="2400" b="1" i="0">
                <a:solidFill>
                  <a:srgbClr val="2B3540"/>
                </a:solidFill>
                <a:latin typeface="Times New Roman"/>
                <a:ea typeface="Times New Roman"/>
                <a:cs typeface="Times New Roman"/>
              </a:rPr>
              <a:t>Keep </a:t>
            </a:r>
          </a:p>
        </p:txBody>
      </p:sp>
      <p:sp>
        <p:nvSpPr>
          <p:cNvPr id="431" name="retained-text-math-1 S(x)">
            <a:extLst xmlns:a="http://schemas.openxmlformats.org/drawingml/2006/main">
              <a:ext uri="{FF2B5EF4-FFF2-40B4-BE49-F238E27FC236}">
                <a16:creationId xmlns:a16="http://schemas.microsoft.com/office/drawing/2014/main" id="{CDF51922-A2B6-467D-96BE-D6AF6777B612}"/>
              </a:ext>
            </a:extLst>
          </p:cNvPr>
          <p:cNvSpPr>
            <a:spLocks xmlns:a="http://schemas.openxmlformats.org/drawingml/2006/main" noGrp="1"/>
          </p:cNvSpPr>
          <p:nvPr/>
        </p:nvSpPr>
        <p:spPr>
          <a:xfrm xmlns:a="http://schemas.openxmlformats.org/drawingml/2006/main">
            <a:off x="17967627" y="1675257"/>
            <a:ext cx="551563" cy="304800"/>
          </a:xfrm>
          <a:custGeom xmlns:a="http://schemas.openxmlformats.org/drawingml/2006/main">
            <a:pathLst>
              <a:path w="551563" h="304800">
                <a:moveTo>
                  <a:pt x="2381" y="235315"/>
                </a:moveTo>
                <a:lnTo>
                  <a:pt x="1512" y="235053"/>
                </a:lnTo>
                <a:lnTo>
                  <a:pt x="714" y="234267"/>
                </a:lnTo>
                <a:lnTo>
                  <a:pt x="179" y="233255"/>
                </a:lnTo>
                <a:lnTo>
                  <a:pt x="0" y="232315"/>
                </a:lnTo>
                <a:lnTo>
                  <a:pt x="17526" y="161163"/>
                </a:lnTo>
                <a:lnTo>
                  <a:pt x="18478" y="159841"/>
                </a:lnTo>
                <a:lnTo>
                  <a:pt x="20098" y="159401"/>
                </a:lnTo>
                <a:lnTo>
                  <a:pt x="23670" y="159401"/>
                </a:lnTo>
                <a:lnTo>
                  <a:pt x="24729" y="159627"/>
                </a:lnTo>
                <a:lnTo>
                  <a:pt x="25527" y="160306"/>
                </a:lnTo>
                <a:lnTo>
                  <a:pt x="26027" y="161282"/>
                </a:lnTo>
                <a:lnTo>
                  <a:pt x="26194" y="162497"/>
                </a:lnTo>
                <a:lnTo>
                  <a:pt x="24301" y="172367"/>
                </a:lnTo>
                <a:lnTo>
                  <a:pt x="23670" y="181118"/>
                </a:lnTo>
                <a:lnTo>
                  <a:pt x="23906" y="186453"/>
                </a:lnTo>
                <a:lnTo>
                  <a:pt x="25799" y="196062"/>
                </a:lnTo>
                <a:lnTo>
                  <a:pt x="29586" y="204253"/>
                </a:lnTo>
                <a:lnTo>
                  <a:pt x="35265" y="211028"/>
                </a:lnTo>
                <a:lnTo>
                  <a:pt x="38814" y="213884"/>
                </a:lnTo>
                <a:lnTo>
                  <a:pt x="42735" y="216395"/>
                </a:lnTo>
                <a:lnTo>
                  <a:pt x="51314" y="220414"/>
                </a:lnTo>
                <a:lnTo>
                  <a:pt x="66023" y="223930"/>
                </a:lnTo>
                <a:lnTo>
                  <a:pt x="77057" y="224600"/>
                </a:lnTo>
                <a:lnTo>
                  <a:pt x="82037" y="224293"/>
                </a:lnTo>
                <a:lnTo>
                  <a:pt x="91872" y="221840"/>
                </a:lnTo>
                <a:lnTo>
                  <a:pt x="96726" y="219694"/>
                </a:lnTo>
                <a:lnTo>
                  <a:pt x="101406" y="217036"/>
                </a:lnTo>
                <a:lnTo>
                  <a:pt x="109835" y="210631"/>
                </a:lnTo>
                <a:lnTo>
                  <a:pt x="113586" y="206883"/>
                </a:lnTo>
                <a:lnTo>
                  <a:pt x="117021" y="202817"/>
                </a:lnTo>
                <a:lnTo>
                  <a:pt x="122783" y="194006"/>
                </a:lnTo>
                <a:lnTo>
                  <a:pt x="125111" y="189262"/>
                </a:lnTo>
                <a:lnTo>
                  <a:pt x="127007" y="184365"/>
                </a:lnTo>
                <a:lnTo>
                  <a:pt x="129174" y="174483"/>
                </a:lnTo>
                <a:lnTo>
                  <a:pt x="129445" y="169497"/>
                </a:lnTo>
                <a:lnTo>
                  <a:pt x="129091" y="164285"/>
                </a:lnTo>
                <a:lnTo>
                  <a:pt x="126257" y="154737"/>
                </a:lnTo>
                <a:lnTo>
                  <a:pt x="123777" y="150400"/>
                </a:lnTo>
                <a:lnTo>
                  <a:pt x="120697" y="146563"/>
                </a:lnTo>
                <a:lnTo>
                  <a:pt x="112910" y="141157"/>
                </a:lnTo>
                <a:lnTo>
                  <a:pt x="108204" y="139589"/>
                </a:lnTo>
                <a:lnTo>
                  <a:pt x="70961" y="129778"/>
                </a:lnTo>
                <a:lnTo>
                  <a:pt x="63838" y="127269"/>
                </a:lnTo>
                <a:lnTo>
                  <a:pt x="51861" y="119196"/>
                </a:lnTo>
                <a:lnTo>
                  <a:pt x="47006" y="113633"/>
                </a:lnTo>
                <a:lnTo>
                  <a:pt x="43110" y="107371"/>
                </a:lnTo>
                <a:lnTo>
                  <a:pt x="38656" y="93702"/>
                </a:lnTo>
                <a:lnTo>
                  <a:pt x="38100" y="86297"/>
                </a:lnTo>
                <a:lnTo>
                  <a:pt x="38779" y="77236"/>
                </a:lnTo>
                <a:lnTo>
                  <a:pt x="44208" y="59615"/>
                </a:lnTo>
                <a:lnTo>
                  <a:pt x="48958" y="51054"/>
                </a:lnTo>
                <a:lnTo>
                  <a:pt x="54801" y="42999"/>
                </a:lnTo>
                <a:lnTo>
                  <a:pt x="68970" y="29426"/>
                </a:lnTo>
                <a:lnTo>
                  <a:pt x="77295" y="23908"/>
                </a:lnTo>
                <a:lnTo>
                  <a:pt x="86079" y="19428"/>
                </a:lnTo>
                <a:lnTo>
                  <a:pt x="103915" y="14308"/>
                </a:lnTo>
                <a:lnTo>
                  <a:pt x="112966" y="13668"/>
                </a:lnTo>
                <a:lnTo>
                  <a:pt x="119801" y="13990"/>
                </a:lnTo>
                <a:lnTo>
                  <a:pt x="132612" y="16562"/>
                </a:lnTo>
                <a:lnTo>
                  <a:pt x="138589" y="18812"/>
                </a:lnTo>
                <a:lnTo>
                  <a:pt x="144104" y="21759"/>
                </a:lnTo>
                <a:lnTo>
                  <a:pt x="153082" y="29902"/>
                </a:lnTo>
                <a:lnTo>
                  <a:pt x="156543" y="35100"/>
                </a:lnTo>
                <a:lnTo>
                  <a:pt x="173974" y="14573"/>
                </a:lnTo>
                <a:lnTo>
                  <a:pt x="175379" y="13895"/>
                </a:lnTo>
                <a:lnTo>
                  <a:pt x="176070" y="13668"/>
                </a:lnTo>
                <a:lnTo>
                  <a:pt x="177975" y="13668"/>
                </a:lnTo>
                <a:lnTo>
                  <a:pt x="179046" y="13930"/>
                </a:lnTo>
                <a:lnTo>
                  <a:pt x="179880" y="14716"/>
                </a:lnTo>
                <a:lnTo>
                  <a:pt x="180451" y="15764"/>
                </a:lnTo>
                <a:lnTo>
                  <a:pt x="180642" y="16812"/>
                </a:lnTo>
                <a:lnTo>
                  <a:pt x="162973" y="87487"/>
                </a:lnTo>
                <a:lnTo>
                  <a:pt x="162139" y="89059"/>
                </a:lnTo>
                <a:lnTo>
                  <a:pt x="160591" y="89583"/>
                </a:lnTo>
                <a:lnTo>
                  <a:pt x="156829" y="89583"/>
                </a:lnTo>
                <a:lnTo>
                  <a:pt x="155662" y="89377"/>
                </a:lnTo>
                <a:lnTo>
                  <a:pt x="154329" y="87734"/>
                </a:lnTo>
                <a:lnTo>
                  <a:pt x="154162" y="86297"/>
                </a:lnTo>
                <a:lnTo>
                  <a:pt x="155269" y="77260"/>
                </a:lnTo>
                <a:lnTo>
                  <a:pt x="155638" y="69485"/>
                </a:lnTo>
                <a:lnTo>
                  <a:pt x="155335" y="62642"/>
                </a:lnTo>
                <a:lnTo>
                  <a:pt x="152906" y="50331"/>
                </a:lnTo>
                <a:lnTo>
                  <a:pt x="150781" y="44863"/>
                </a:lnTo>
                <a:lnTo>
                  <a:pt x="148066" y="39939"/>
                </a:lnTo>
                <a:lnTo>
                  <a:pt x="140779" y="31986"/>
                </a:lnTo>
                <a:lnTo>
                  <a:pt x="136207" y="28956"/>
                </a:lnTo>
                <a:lnTo>
                  <a:pt x="131055" y="26581"/>
                </a:lnTo>
                <a:lnTo>
                  <a:pt x="118982" y="23866"/>
                </a:lnTo>
                <a:lnTo>
                  <a:pt x="112062" y="23527"/>
                </a:lnTo>
                <a:lnTo>
                  <a:pt x="105972" y="23964"/>
                </a:lnTo>
                <a:lnTo>
                  <a:pt x="93827" y="27465"/>
                </a:lnTo>
                <a:lnTo>
                  <a:pt x="87773" y="30528"/>
                </a:lnTo>
                <a:lnTo>
                  <a:pt x="82037" y="34296"/>
                </a:lnTo>
                <a:lnTo>
                  <a:pt x="72298" y="43583"/>
                </a:lnTo>
                <a:lnTo>
                  <a:pt x="68294" y="49101"/>
                </a:lnTo>
                <a:lnTo>
                  <a:pt x="65044" y="54965"/>
                </a:lnTo>
                <a:lnTo>
                  <a:pt x="61329" y="67014"/>
                </a:lnTo>
                <a:lnTo>
                  <a:pt x="60865" y="73200"/>
                </a:lnTo>
                <a:lnTo>
                  <a:pt x="61222" y="77986"/>
                </a:lnTo>
                <a:lnTo>
                  <a:pt x="64080" y="86701"/>
                </a:lnTo>
                <a:lnTo>
                  <a:pt x="66580" y="90630"/>
                </a:lnTo>
                <a:lnTo>
                  <a:pt x="69675" y="94113"/>
                </a:lnTo>
                <a:lnTo>
                  <a:pt x="77295" y="99257"/>
                </a:lnTo>
                <a:lnTo>
                  <a:pt x="81820" y="100917"/>
                </a:lnTo>
                <a:lnTo>
                  <a:pt x="119062" y="110585"/>
                </a:lnTo>
                <a:lnTo>
                  <a:pt x="123950" y="112175"/>
                </a:lnTo>
                <a:lnTo>
                  <a:pt x="132761" y="116890"/>
                </a:lnTo>
                <a:lnTo>
                  <a:pt x="136684" y="120015"/>
                </a:lnTo>
                <a:lnTo>
                  <a:pt x="140217" y="123557"/>
                </a:lnTo>
                <a:lnTo>
                  <a:pt x="145908" y="131606"/>
                </a:lnTo>
                <a:lnTo>
                  <a:pt x="148066" y="136112"/>
                </a:lnTo>
                <a:lnTo>
                  <a:pt x="149754" y="140863"/>
                </a:lnTo>
                <a:lnTo>
                  <a:pt x="151683" y="151007"/>
                </a:lnTo>
                <a:lnTo>
                  <a:pt x="151924" y="156401"/>
                </a:lnTo>
                <a:lnTo>
                  <a:pt x="151543" y="163595"/>
                </a:lnTo>
                <a:lnTo>
                  <a:pt x="148495" y="177858"/>
                </a:lnTo>
                <a:lnTo>
                  <a:pt x="145828" y="184928"/>
                </a:lnTo>
                <a:lnTo>
                  <a:pt x="142476" y="191801"/>
                </a:lnTo>
                <a:lnTo>
                  <a:pt x="133951" y="204636"/>
                </a:lnTo>
                <a:lnTo>
                  <a:pt x="128778" y="210598"/>
                </a:lnTo>
                <a:lnTo>
                  <a:pt x="123140" y="216089"/>
                </a:lnTo>
                <a:lnTo>
                  <a:pt x="110758" y="225162"/>
                </a:lnTo>
                <a:lnTo>
                  <a:pt x="104013" y="228743"/>
                </a:lnTo>
                <a:lnTo>
                  <a:pt x="97048" y="231618"/>
                </a:lnTo>
                <a:lnTo>
                  <a:pt x="82903" y="234904"/>
                </a:lnTo>
                <a:lnTo>
                  <a:pt x="75724" y="235315"/>
                </a:lnTo>
                <a:lnTo>
                  <a:pt x="66972" y="234983"/>
                </a:lnTo>
                <a:lnTo>
                  <a:pt x="51393" y="232321"/>
                </a:lnTo>
                <a:lnTo>
                  <a:pt x="38379" y="226999"/>
                </a:lnTo>
                <a:lnTo>
                  <a:pt x="27931" y="219016"/>
                </a:lnTo>
                <a:lnTo>
                  <a:pt x="23670" y="214027"/>
                </a:lnTo>
                <a:lnTo>
                  <a:pt x="6667" y="234410"/>
                </a:lnTo>
                <a:lnTo>
                  <a:pt x="5227" y="235089"/>
                </a:lnTo>
                <a:lnTo>
                  <a:pt x="4429" y="235315"/>
                </a:lnTo>
                <a:lnTo>
                  <a:pt x="2381" y="235315"/>
                </a:lnTo>
                <a:close/>
                <a:moveTo>
                  <a:pt x="265027" y="304229"/>
                </a:moveTo>
                <a:lnTo>
                  <a:pt x="256842" y="297269"/>
                </a:lnTo>
                <a:lnTo>
                  <a:pt x="242221" y="281886"/>
                </a:lnTo>
                <a:lnTo>
                  <a:pt x="235785" y="273463"/>
                </a:lnTo>
                <a:lnTo>
                  <a:pt x="229940" y="264649"/>
                </a:lnTo>
                <a:lnTo>
                  <a:pt x="219891" y="246147"/>
                </a:lnTo>
                <a:lnTo>
                  <a:pt x="215688" y="236458"/>
                </a:lnTo>
                <a:lnTo>
                  <a:pt x="212029" y="226534"/>
                </a:lnTo>
                <a:lnTo>
                  <a:pt x="206195" y="206008"/>
                </a:lnTo>
                <a:lnTo>
                  <a:pt x="204020" y="195405"/>
                </a:lnTo>
                <a:lnTo>
                  <a:pt x="202332" y="184681"/>
                </a:lnTo>
                <a:lnTo>
                  <a:pt x="200403" y="163178"/>
                </a:lnTo>
                <a:lnTo>
                  <a:pt x="200162" y="152400"/>
                </a:lnTo>
                <a:lnTo>
                  <a:pt x="200403" y="141497"/>
                </a:lnTo>
                <a:lnTo>
                  <a:pt x="202332" y="119851"/>
                </a:lnTo>
                <a:lnTo>
                  <a:pt x="204020" y="109109"/>
                </a:lnTo>
                <a:lnTo>
                  <a:pt x="206204" y="98495"/>
                </a:lnTo>
                <a:lnTo>
                  <a:pt x="212110" y="77873"/>
                </a:lnTo>
                <a:lnTo>
                  <a:pt x="215831" y="67866"/>
                </a:lnTo>
                <a:lnTo>
                  <a:pt x="220102" y="58120"/>
                </a:lnTo>
                <a:lnTo>
                  <a:pt x="230270" y="39594"/>
                </a:lnTo>
                <a:lnTo>
                  <a:pt x="236166" y="30813"/>
                </a:lnTo>
                <a:lnTo>
                  <a:pt x="242614" y="22440"/>
                </a:lnTo>
                <a:lnTo>
                  <a:pt x="257044" y="7319"/>
                </a:lnTo>
                <a:lnTo>
                  <a:pt x="265027" y="572"/>
                </a:lnTo>
                <a:lnTo>
                  <a:pt x="265408" y="143"/>
                </a:lnTo>
                <a:lnTo>
                  <a:pt x="266551" y="0"/>
                </a:lnTo>
                <a:lnTo>
                  <a:pt x="269361" y="0"/>
                </a:lnTo>
                <a:lnTo>
                  <a:pt x="270218" y="202"/>
                </a:lnTo>
                <a:lnTo>
                  <a:pt x="270980" y="810"/>
                </a:lnTo>
                <a:lnTo>
                  <a:pt x="271552" y="1679"/>
                </a:lnTo>
                <a:lnTo>
                  <a:pt x="271742" y="2667"/>
                </a:lnTo>
                <a:lnTo>
                  <a:pt x="271599" y="3822"/>
                </a:lnTo>
                <a:lnTo>
                  <a:pt x="271171" y="4620"/>
                </a:lnTo>
                <a:lnTo>
                  <a:pt x="264030" y="12037"/>
                </a:lnTo>
                <a:lnTo>
                  <a:pt x="251624" y="27658"/>
                </a:lnTo>
                <a:lnTo>
                  <a:pt x="246358" y="35862"/>
                </a:lnTo>
                <a:lnTo>
                  <a:pt x="241646" y="44333"/>
                </a:lnTo>
                <a:lnTo>
                  <a:pt x="233669" y="62097"/>
                </a:lnTo>
                <a:lnTo>
                  <a:pt x="230404" y="71390"/>
                </a:lnTo>
                <a:lnTo>
                  <a:pt x="227612" y="80882"/>
                </a:lnTo>
                <a:lnTo>
                  <a:pt x="223278" y="100385"/>
                </a:lnTo>
                <a:lnTo>
                  <a:pt x="221736" y="110395"/>
                </a:lnTo>
                <a:lnTo>
                  <a:pt x="219736" y="130969"/>
                </a:lnTo>
                <a:lnTo>
                  <a:pt x="219069" y="152400"/>
                </a:lnTo>
                <a:lnTo>
                  <a:pt x="219271" y="164327"/>
                </a:lnTo>
                <a:lnTo>
                  <a:pt x="220889" y="187090"/>
                </a:lnTo>
                <a:lnTo>
                  <a:pt x="224125" y="208399"/>
                </a:lnTo>
                <a:lnTo>
                  <a:pt x="228978" y="228255"/>
                </a:lnTo>
                <a:lnTo>
                  <a:pt x="235449" y="246656"/>
                </a:lnTo>
                <a:lnTo>
                  <a:pt x="243538" y="263603"/>
                </a:lnTo>
                <a:lnTo>
                  <a:pt x="253244" y="279096"/>
                </a:lnTo>
                <a:lnTo>
                  <a:pt x="264568" y="293135"/>
                </a:lnTo>
                <a:lnTo>
                  <a:pt x="270837" y="299609"/>
                </a:lnTo>
                <a:lnTo>
                  <a:pt x="271516" y="300668"/>
                </a:lnTo>
                <a:lnTo>
                  <a:pt x="271742" y="302133"/>
                </a:lnTo>
                <a:lnTo>
                  <a:pt x="271540" y="302907"/>
                </a:lnTo>
                <a:lnTo>
                  <a:pt x="270933" y="303800"/>
                </a:lnTo>
                <a:lnTo>
                  <a:pt x="270135" y="304550"/>
                </a:lnTo>
                <a:lnTo>
                  <a:pt x="269361" y="304800"/>
                </a:lnTo>
                <a:lnTo>
                  <a:pt x="266551" y="304800"/>
                </a:lnTo>
                <a:lnTo>
                  <a:pt x="265408" y="304657"/>
                </a:lnTo>
                <a:lnTo>
                  <a:pt x="265027" y="304229"/>
                </a:lnTo>
                <a:close/>
                <a:moveTo>
                  <a:pt x="312670" y="219837"/>
                </a:moveTo>
                <a:lnTo>
                  <a:pt x="315638" y="221650"/>
                </a:lnTo>
                <a:lnTo>
                  <a:pt x="323234" y="223721"/>
                </a:lnTo>
                <a:lnTo>
                  <a:pt x="327862" y="223980"/>
                </a:lnTo>
                <a:lnTo>
                  <a:pt x="332485" y="223409"/>
                </a:lnTo>
                <a:lnTo>
                  <a:pt x="340891" y="218837"/>
                </a:lnTo>
                <a:lnTo>
                  <a:pt x="344674" y="214836"/>
                </a:lnTo>
                <a:lnTo>
                  <a:pt x="348028" y="210157"/>
                </a:lnTo>
                <a:lnTo>
                  <a:pt x="353006" y="200156"/>
                </a:lnTo>
                <a:lnTo>
                  <a:pt x="354628" y="194834"/>
                </a:lnTo>
                <a:lnTo>
                  <a:pt x="368487" y="140780"/>
                </a:lnTo>
                <a:lnTo>
                  <a:pt x="370951" y="128397"/>
                </a:lnTo>
                <a:lnTo>
                  <a:pt x="371773" y="120682"/>
                </a:lnTo>
                <a:lnTo>
                  <a:pt x="371508" y="117015"/>
                </a:lnTo>
                <a:lnTo>
                  <a:pt x="369389" y="110395"/>
                </a:lnTo>
                <a:lnTo>
                  <a:pt x="367534" y="107442"/>
                </a:lnTo>
                <a:lnTo>
                  <a:pt x="365203" y="104962"/>
                </a:lnTo>
                <a:lnTo>
                  <a:pt x="359274" y="102129"/>
                </a:lnTo>
                <a:lnTo>
                  <a:pt x="355675" y="101775"/>
                </a:lnTo>
                <a:lnTo>
                  <a:pt x="350916" y="102153"/>
                </a:lnTo>
                <a:lnTo>
                  <a:pt x="341843" y="105177"/>
                </a:lnTo>
                <a:lnTo>
                  <a:pt x="337530" y="107823"/>
                </a:lnTo>
                <a:lnTo>
                  <a:pt x="333458" y="111050"/>
                </a:lnTo>
                <a:lnTo>
                  <a:pt x="326315" y="118717"/>
                </a:lnTo>
                <a:lnTo>
                  <a:pt x="323243" y="123158"/>
                </a:lnTo>
                <a:lnTo>
                  <a:pt x="320552" y="127817"/>
                </a:lnTo>
                <a:lnTo>
                  <a:pt x="316456" y="137222"/>
                </a:lnTo>
                <a:lnTo>
                  <a:pt x="315051" y="141970"/>
                </a:lnTo>
                <a:lnTo>
                  <a:pt x="314170" y="143435"/>
                </a:lnTo>
                <a:lnTo>
                  <a:pt x="312670" y="143923"/>
                </a:lnTo>
                <a:lnTo>
                  <a:pt x="308955" y="143923"/>
                </a:lnTo>
                <a:lnTo>
                  <a:pt x="307913" y="143744"/>
                </a:lnTo>
                <a:lnTo>
                  <a:pt x="306723" y="142315"/>
                </a:lnTo>
                <a:lnTo>
                  <a:pt x="306574" y="141065"/>
                </a:lnTo>
                <a:lnTo>
                  <a:pt x="306574" y="140208"/>
                </a:lnTo>
                <a:lnTo>
                  <a:pt x="308312" y="134576"/>
                </a:lnTo>
                <a:lnTo>
                  <a:pt x="313361" y="123527"/>
                </a:lnTo>
                <a:lnTo>
                  <a:pt x="316671" y="118110"/>
                </a:lnTo>
                <a:lnTo>
                  <a:pt x="320442" y="112963"/>
                </a:lnTo>
                <a:lnTo>
                  <a:pt x="329181" y="104224"/>
                </a:lnTo>
                <a:lnTo>
                  <a:pt x="334149" y="100632"/>
                </a:lnTo>
                <a:lnTo>
                  <a:pt x="339426" y="97694"/>
                </a:lnTo>
                <a:lnTo>
                  <a:pt x="350499" y="94336"/>
                </a:lnTo>
                <a:lnTo>
                  <a:pt x="356295" y="93917"/>
                </a:lnTo>
                <a:lnTo>
                  <a:pt x="361733" y="94289"/>
                </a:lnTo>
                <a:lnTo>
                  <a:pt x="371805" y="97265"/>
                </a:lnTo>
                <a:lnTo>
                  <a:pt x="376440" y="99870"/>
                </a:lnTo>
                <a:lnTo>
                  <a:pt x="380610" y="103114"/>
                </a:lnTo>
                <a:lnTo>
                  <a:pt x="386968" y="111210"/>
                </a:lnTo>
                <a:lnTo>
                  <a:pt x="389156" y="116062"/>
                </a:lnTo>
                <a:lnTo>
                  <a:pt x="391954" y="111579"/>
                </a:lnTo>
                <a:lnTo>
                  <a:pt x="398621" y="103721"/>
                </a:lnTo>
                <a:lnTo>
                  <a:pt x="402491" y="100346"/>
                </a:lnTo>
                <a:lnTo>
                  <a:pt x="406637" y="97533"/>
                </a:lnTo>
                <a:lnTo>
                  <a:pt x="415519" y="94318"/>
                </a:lnTo>
                <a:lnTo>
                  <a:pt x="420255" y="93917"/>
                </a:lnTo>
                <a:lnTo>
                  <a:pt x="426887" y="94500"/>
                </a:lnTo>
                <a:lnTo>
                  <a:pt x="433638" y="96250"/>
                </a:lnTo>
                <a:lnTo>
                  <a:pt x="436909" y="97548"/>
                </a:lnTo>
                <a:lnTo>
                  <a:pt x="442505" y="101072"/>
                </a:lnTo>
                <a:lnTo>
                  <a:pt x="444829" y="103299"/>
                </a:lnTo>
                <a:lnTo>
                  <a:pt x="446725" y="105829"/>
                </a:lnTo>
                <a:lnTo>
                  <a:pt x="448892" y="111782"/>
                </a:lnTo>
                <a:lnTo>
                  <a:pt x="449163" y="115205"/>
                </a:lnTo>
                <a:lnTo>
                  <a:pt x="448851" y="118931"/>
                </a:lnTo>
                <a:lnTo>
                  <a:pt x="446351" y="125599"/>
                </a:lnTo>
                <a:lnTo>
                  <a:pt x="444163" y="128540"/>
                </a:lnTo>
                <a:lnTo>
                  <a:pt x="441493" y="130978"/>
                </a:lnTo>
                <a:lnTo>
                  <a:pt x="435135" y="133764"/>
                </a:lnTo>
                <a:lnTo>
                  <a:pt x="431447" y="134112"/>
                </a:lnTo>
                <a:lnTo>
                  <a:pt x="429095" y="133915"/>
                </a:lnTo>
                <a:lnTo>
                  <a:pt x="425000" y="132344"/>
                </a:lnTo>
                <a:lnTo>
                  <a:pt x="423255" y="130969"/>
                </a:lnTo>
                <a:lnTo>
                  <a:pt x="421818" y="129296"/>
                </a:lnTo>
                <a:lnTo>
                  <a:pt x="420175" y="125343"/>
                </a:lnTo>
                <a:lnTo>
                  <a:pt x="419969" y="123063"/>
                </a:lnTo>
                <a:lnTo>
                  <a:pt x="420243" y="119970"/>
                </a:lnTo>
                <a:lnTo>
                  <a:pt x="422434" y="114374"/>
                </a:lnTo>
                <a:lnTo>
                  <a:pt x="424351" y="111871"/>
                </a:lnTo>
                <a:lnTo>
                  <a:pt x="426669" y="109689"/>
                </a:lnTo>
                <a:lnTo>
                  <a:pt x="431932" y="106808"/>
                </a:lnTo>
                <a:lnTo>
                  <a:pt x="434876" y="106109"/>
                </a:lnTo>
                <a:lnTo>
                  <a:pt x="431855" y="104212"/>
                </a:lnTo>
                <a:lnTo>
                  <a:pt x="424258" y="102046"/>
                </a:lnTo>
                <a:lnTo>
                  <a:pt x="419683" y="101775"/>
                </a:lnTo>
                <a:lnTo>
                  <a:pt x="414939" y="102343"/>
                </a:lnTo>
                <a:lnTo>
                  <a:pt x="406414" y="106891"/>
                </a:lnTo>
                <a:lnTo>
                  <a:pt x="402634" y="110871"/>
                </a:lnTo>
                <a:lnTo>
                  <a:pt x="399300" y="115547"/>
                </a:lnTo>
                <a:lnTo>
                  <a:pt x="394204" y="125668"/>
                </a:lnTo>
                <a:lnTo>
                  <a:pt x="392442" y="131112"/>
                </a:lnTo>
                <a:lnTo>
                  <a:pt x="379059" y="184976"/>
                </a:lnTo>
                <a:lnTo>
                  <a:pt x="376595" y="196120"/>
                </a:lnTo>
                <a:lnTo>
                  <a:pt x="375773" y="205073"/>
                </a:lnTo>
                <a:lnTo>
                  <a:pt x="376047" y="208818"/>
                </a:lnTo>
                <a:lnTo>
                  <a:pt x="378238" y="215485"/>
                </a:lnTo>
                <a:lnTo>
                  <a:pt x="380155" y="218408"/>
                </a:lnTo>
                <a:lnTo>
                  <a:pt x="382530" y="220846"/>
                </a:lnTo>
                <a:lnTo>
                  <a:pt x="388388" y="223632"/>
                </a:lnTo>
                <a:lnTo>
                  <a:pt x="391870" y="223980"/>
                </a:lnTo>
                <a:lnTo>
                  <a:pt x="395394" y="223784"/>
                </a:lnTo>
                <a:lnTo>
                  <a:pt x="402151" y="222212"/>
                </a:lnTo>
                <a:lnTo>
                  <a:pt x="411560" y="216908"/>
                </a:lnTo>
                <a:lnTo>
                  <a:pt x="417350" y="211407"/>
                </a:lnTo>
                <a:lnTo>
                  <a:pt x="422490" y="204966"/>
                </a:lnTo>
                <a:lnTo>
                  <a:pt x="429896" y="191155"/>
                </a:lnTo>
                <a:lnTo>
                  <a:pt x="432161" y="183785"/>
                </a:lnTo>
                <a:lnTo>
                  <a:pt x="433066" y="182463"/>
                </a:lnTo>
                <a:lnTo>
                  <a:pt x="434542" y="182023"/>
                </a:lnTo>
                <a:lnTo>
                  <a:pt x="438305" y="182023"/>
                </a:lnTo>
                <a:lnTo>
                  <a:pt x="439376" y="182225"/>
                </a:lnTo>
                <a:lnTo>
                  <a:pt x="440210" y="182832"/>
                </a:lnTo>
                <a:lnTo>
                  <a:pt x="440781" y="183701"/>
                </a:lnTo>
                <a:lnTo>
                  <a:pt x="440972" y="184690"/>
                </a:lnTo>
                <a:lnTo>
                  <a:pt x="440900" y="185059"/>
                </a:lnTo>
                <a:lnTo>
                  <a:pt x="440686" y="185595"/>
                </a:lnTo>
                <a:lnTo>
                  <a:pt x="437924" y="194417"/>
                </a:lnTo>
                <a:lnTo>
                  <a:pt x="428827" y="210562"/>
                </a:lnTo>
                <a:lnTo>
                  <a:pt x="422493" y="217884"/>
                </a:lnTo>
                <a:lnTo>
                  <a:pt x="418984" y="221199"/>
                </a:lnTo>
                <a:lnTo>
                  <a:pt x="411626" y="226504"/>
                </a:lnTo>
                <a:lnTo>
                  <a:pt x="403815" y="230040"/>
                </a:lnTo>
                <a:lnTo>
                  <a:pt x="395552" y="231808"/>
                </a:lnTo>
                <a:lnTo>
                  <a:pt x="391251" y="232029"/>
                </a:lnTo>
                <a:lnTo>
                  <a:pt x="385813" y="231654"/>
                </a:lnTo>
                <a:lnTo>
                  <a:pt x="375740" y="228654"/>
                </a:lnTo>
                <a:lnTo>
                  <a:pt x="371106" y="226028"/>
                </a:lnTo>
                <a:lnTo>
                  <a:pt x="366933" y="222739"/>
                </a:lnTo>
                <a:lnTo>
                  <a:pt x="360551" y="214572"/>
                </a:lnTo>
                <a:lnTo>
                  <a:pt x="358342" y="209693"/>
                </a:lnTo>
                <a:lnTo>
                  <a:pt x="355732" y="214030"/>
                </a:lnTo>
                <a:lnTo>
                  <a:pt x="349136" y="221864"/>
                </a:lnTo>
                <a:lnTo>
                  <a:pt x="345150" y="225362"/>
                </a:lnTo>
                <a:lnTo>
                  <a:pt x="340888" y="228278"/>
                </a:lnTo>
                <a:lnTo>
                  <a:pt x="331934" y="231612"/>
                </a:lnTo>
                <a:lnTo>
                  <a:pt x="327243" y="232029"/>
                </a:lnTo>
                <a:lnTo>
                  <a:pt x="320611" y="231446"/>
                </a:lnTo>
                <a:lnTo>
                  <a:pt x="313765" y="229695"/>
                </a:lnTo>
                <a:lnTo>
                  <a:pt x="310473" y="228398"/>
                </a:lnTo>
                <a:lnTo>
                  <a:pt x="304854" y="224873"/>
                </a:lnTo>
                <a:lnTo>
                  <a:pt x="302526" y="222647"/>
                </a:lnTo>
                <a:lnTo>
                  <a:pt x="300651" y="220108"/>
                </a:lnTo>
                <a:lnTo>
                  <a:pt x="298508" y="214083"/>
                </a:lnTo>
                <a:lnTo>
                  <a:pt x="298240" y="210598"/>
                </a:lnTo>
                <a:lnTo>
                  <a:pt x="298549" y="207106"/>
                </a:lnTo>
                <a:lnTo>
                  <a:pt x="301026" y="200605"/>
                </a:lnTo>
                <a:lnTo>
                  <a:pt x="303193" y="197596"/>
                </a:lnTo>
                <a:lnTo>
                  <a:pt x="305848" y="195013"/>
                </a:lnTo>
                <a:lnTo>
                  <a:pt x="312087" y="192060"/>
                </a:lnTo>
                <a:lnTo>
                  <a:pt x="315670" y="191691"/>
                </a:lnTo>
                <a:lnTo>
                  <a:pt x="318093" y="191881"/>
                </a:lnTo>
                <a:lnTo>
                  <a:pt x="322332" y="193405"/>
                </a:lnTo>
                <a:lnTo>
                  <a:pt x="324148" y="194739"/>
                </a:lnTo>
                <a:lnTo>
                  <a:pt x="325648" y="196379"/>
                </a:lnTo>
                <a:lnTo>
                  <a:pt x="327362" y="200355"/>
                </a:lnTo>
                <a:lnTo>
                  <a:pt x="327577" y="202692"/>
                </a:lnTo>
                <a:lnTo>
                  <a:pt x="327309" y="205802"/>
                </a:lnTo>
                <a:lnTo>
                  <a:pt x="325166" y="211398"/>
                </a:lnTo>
                <a:lnTo>
                  <a:pt x="323290" y="213884"/>
                </a:lnTo>
                <a:lnTo>
                  <a:pt x="321037" y="216042"/>
                </a:lnTo>
                <a:lnTo>
                  <a:pt x="315727" y="219018"/>
                </a:lnTo>
                <a:lnTo>
                  <a:pt x="312670" y="219837"/>
                </a:lnTo>
                <a:close/>
                <a:moveTo>
                  <a:pt x="482650" y="304800"/>
                </a:moveTo>
                <a:lnTo>
                  <a:pt x="481462" y="304633"/>
                </a:lnTo>
                <a:lnTo>
                  <a:pt x="480105" y="303300"/>
                </a:lnTo>
                <a:lnTo>
                  <a:pt x="479935" y="302133"/>
                </a:lnTo>
                <a:lnTo>
                  <a:pt x="480090" y="300978"/>
                </a:lnTo>
                <a:lnTo>
                  <a:pt x="480554" y="300180"/>
                </a:lnTo>
                <a:lnTo>
                  <a:pt x="486863" y="293637"/>
                </a:lnTo>
                <a:lnTo>
                  <a:pt x="498260" y="279473"/>
                </a:lnTo>
                <a:lnTo>
                  <a:pt x="508030" y="263873"/>
                </a:lnTo>
                <a:lnTo>
                  <a:pt x="516170" y="246836"/>
                </a:lnTo>
                <a:lnTo>
                  <a:pt x="522683" y="228364"/>
                </a:lnTo>
                <a:lnTo>
                  <a:pt x="527568" y="208455"/>
                </a:lnTo>
                <a:lnTo>
                  <a:pt x="530824" y="187110"/>
                </a:lnTo>
                <a:lnTo>
                  <a:pt x="532452" y="164329"/>
                </a:lnTo>
                <a:lnTo>
                  <a:pt x="532656" y="152400"/>
                </a:lnTo>
                <a:lnTo>
                  <a:pt x="532454" y="140473"/>
                </a:lnTo>
                <a:lnTo>
                  <a:pt x="530844" y="117710"/>
                </a:lnTo>
                <a:lnTo>
                  <a:pt x="527624" y="96401"/>
                </a:lnTo>
                <a:lnTo>
                  <a:pt x="522793" y="76545"/>
                </a:lnTo>
                <a:lnTo>
                  <a:pt x="516351" y="58144"/>
                </a:lnTo>
                <a:lnTo>
                  <a:pt x="508300" y="41197"/>
                </a:lnTo>
                <a:lnTo>
                  <a:pt x="498638" y="25704"/>
                </a:lnTo>
                <a:lnTo>
                  <a:pt x="487366" y="11665"/>
                </a:lnTo>
                <a:lnTo>
                  <a:pt x="481126" y="5191"/>
                </a:lnTo>
                <a:lnTo>
                  <a:pt x="480233" y="4203"/>
                </a:lnTo>
                <a:lnTo>
                  <a:pt x="479935" y="2667"/>
                </a:lnTo>
                <a:lnTo>
                  <a:pt x="480137" y="1679"/>
                </a:lnTo>
                <a:lnTo>
                  <a:pt x="480745" y="810"/>
                </a:lnTo>
                <a:lnTo>
                  <a:pt x="481649" y="202"/>
                </a:lnTo>
                <a:lnTo>
                  <a:pt x="482650" y="0"/>
                </a:lnTo>
                <a:lnTo>
                  <a:pt x="485459" y="0"/>
                </a:lnTo>
                <a:lnTo>
                  <a:pt x="486281" y="143"/>
                </a:lnTo>
                <a:lnTo>
                  <a:pt x="486936" y="572"/>
                </a:lnTo>
                <a:lnTo>
                  <a:pt x="497431" y="9680"/>
                </a:lnTo>
                <a:lnTo>
                  <a:pt x="515672" y="30682"/>
                </a:lnTo>
                <a:lnTo>
                  <a:pt x="523417" y="42577"/>
                </a:lnTo>
                <a:lnTo>
                  <a:pt x="530215" y="55120"/>
                </a:lnTo>
                <a:lnTo>
                  <a:pt x="540883" y="81457"/>
                </a:lnTo>
                <a:lnTo>
                  <a:pt x="544753" y="95250"/>
                </a:lnTo>
                <a:lnTo>
                  <a:pt x="547732" y="109305"/>
                </a:lnTo>
                <a:lnTo>
                  <a:pt x="551137" y="137880"/>
                </a:lnTo>
                <a:lnTo>
                  <a:pt x="551563" y="152400"/>
                </a:lnTo>
                <a:lnTo>
                  <a:pt x="551334" y="163145"/>
                </a:lnTo>
                <a:lnTo>
                  <a:pt x="549500" y="184386"/>
                </a:lnTo>
                <a:lnTo>
                  <a:pt x="547896" y="194882"/>
                </a:lnTo>
                <a:lnTo>
                  <a:pt x="545794" y="205297"/>
                </a:lnTo>
                <a:lnTo>
                  <a:pt x="539984" y="225894"/>
                </a:lnTo>
                <a:lnTo>
                  <a:pt x="536275" y="236077"/>
                </a:lnTo>
                <a:lnTo>
                  <a:pt x="532034" y="246049"/>
                </a:lnTo>
                <a:lnTo>
                  <a:pt x="521961" y="264813"/>
                </a:lnTo>
                <a:lnTo>
                  <a:pt x="516130" y="273606"/>
                </a:lnTo>
                <a:lnTo>
                  <a:pt x="509733" y="281967"/>
                </a:lnTo>
                <a:lnTo>
                  <a:pt x="495136" y="297278"/>
                </a:lnTo>
                <a:lnTo>
                  <a:pt x="486936" y="304229"/>
                </a:lnTo>
                <a:lnTo>
                  <a:pt x="486281" y="304657"/>
                </a:lnTo>
                <a:lnTo>
                  <a:pt x="485459" y="304800"/>
                </a:lnTo>
                <a:lnTo>
                  <a:pt x="482650" y="304800"/>
                </a:lnTo>
                <a:close/>
              </a:path>
            </a:pathLst>
          </a:custGeom>
          <a:solidFill xmlns:a="http://schemas.openxmlformats.org/drawingml/2006/main">
            <a:srgbClr val="2B3540"/>
          </a:solidFill>
          <a:ln xmlns:a="http://schemas.openxmlformats.org/drawingml/2006/main" w="0">
            <a:noFill/>
          </a:ln>
        </p:spPr>
      </p:sp>
      <p:pic>
        <p:nvPicPr>
          <p:cNvPr id="963" name=""/>
          <p:cNvPicPr>
            <a:picLocks xmlns:a="http://schemas.openxmlformats.org/drawingml/2006/main" noChangeAspect="1"/>
          </p:cNvPicPr>
          <p:nvPr/>
        </p:nvPicPr>
        <p:blipFill>
          <a:blip xmlns:r="http://schemas.openxmlformats.org/officeDocument/2006/relationships" xmlns:a="http://schemas.openxmlformats.org/drawingml/2006/main" r:embed="Rf16e250b84994ce2"/>
          <a:stretch xmlns:a="http://schemas.openxmlformats.org/drawingml/2006/main"/>
        </p:blipFill>
        <p:spPr>
          <a:xfrm xmlns:a="http://schemas.openxmlformats.org/drawingml/2006/main">
            <a:off x="17030700" y="3715338"/>
            <a:ext cx="1695450" cy="1808573"/>
          </a:xfrm>
          <a:prstGeom xmlns:a="http://schemas.openxmlformats.org/drawingml/2006/main" prst="rect">
            <a:avLst/>
          </a:prstGeom>
        </p:spPr>
      </p:pic>
      <p:sp>
        <p:nvSpPr>
          <p:cNvPr id="433" name="mllm-label-words-0">
            <a:extLst xmlns:a="http://schemas.openxmlformats.org/drawingml/2006/main">
              <a:ext uri="{FF2B5EF4-FFF2-40B4-BE49-F238E27FC236}">
                <a16:creationId xmlns:a16="http://schemas.microsoft.com/office/drawing/2014/main" id="{81C81EA8-E59A-4B59-BE08-A6768D624F05}"/>
              </a:ext>
            </a:extLst>
          </p:cNvPr>
          <p:cNvSpPr>
            <a:spLocks xmlns:a="http://schemas.openxmlformats.org/drawingml/2006/main" noGrp="1"/>
          </p:cNvSpPr>
          <p:nvPr/>
        </p:nvSpPr>
        <p:spPr>
          <a:xfrm xmlns:a="http://schemas.openxmlformats.org/drawingml/2006/main">
            <a:off x="17204817" y="5610225"/>
            <a:ext cx="1133285" cy="4095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1" i="0">
                <a:solidFill>
                  <a:srgbClr val="2B3540"/>
                </a:solidFill>
                <a:latin typeface="Times New Roman"/>
                <a:ea typeface="Times New Roman"/>
                <a:cs typeface="Times New Roman"/>
              </a:defRPr>
            </a:pPr>
            <a:r>
              <a:rPr sz="2550" b="1" i="0">
                <a:solidFill>
                  <a:srgbClr val="2B3540"/>
                </a:solidFill>
                <a:latin typeface="Times New Roman"/>
                <a:ea typeface="Times New Roman"/>
                <a:cs typeface="Times New Roman"/>
              </a:rPr>
              <a:t>MLLM </a:t>
            </a:r>
          </a:p>
        </p:txBody>
      </p:sp>
      <p:sp>
        <p:nvSpPr>
          <p:cNvPr id="434" name="mllm-label-math-1 L">
            <a:extLst xmlns:a="http://schemas.openxmlformats.org/drawingml/2006/main">
              <a:ext uri="{FF2B5EF4-FFF2-40B4-BE49-F238E27FC236}">
                <a16:creationId xmlns:a16="http://schemas.microsoft.com/office/drawing/2014/main" id="{B7BA95DA-93B0-47D9-BFF6-7D179FCD12C9}"/>
              </a:ext>
            </a:extLst>
          </p:cNvPr>
          <p:cNvSpPr>
            <a:spLocks xmlns:a="http://schemas.openxmlformats.org/drawingml/2006/main" noGrp="1"/>
          </p:cNvSpPr>
          <p:nvPr/>
        </p:nvSpPr>
        <p:spPr>
          <a:xfrm xmlns:a="http://schemas.openxmlformats.org/drawingml/2006/main">
            <a:off x="18340620" y="5701665"/>
            <a:ext cx="196840" cy="221230"/>
          </a:xfrm>
          <a:custGeom xmlns:a="http://schemas.openxmlformats.org/drawingml/2006/main">
            <a:pathLst>
              <a:path w="196840" h="221230">
                <a:moveTo>
                  <a:pt x="3137" y="221230"/>
                </a:moveTo>
                <a:lnTo>
                  <a:pt x="1765" y="220964"/>
                </a:lnTo>
                <a:lnTo>
                  <a:pt x="196" y="218839"/>
                </a:lnTo>
                <a:lnTo>
                  <a:pt x="0" y="216980"/>
                </a:lnTo>
                <a:lnTo>
                  <a:pt x="228" y="215879"/>
                </a:lnTo>
                <a:lnTo>
                  <a:pt x="607" y="214196"/>
                </a:lnTo>
                <a:lnTo>
                  <a:pt x="1164" y="212426"/>
                </a:lnTo>
                <a:lnTo>
                  <a:pt x="1923" y="211059"/>
                </a:lnTo>
                <a:lnTo>
                  <a:pt x="2922" y="210148"/>
                </a:lnTo>
                <a:lnTo>
                  <a:pt x="4099" y="209845"/>
                </a:lnTo>
                <a:lnTo>
                  <a:pt x="20848" y="209288"/>
                </a:lnTo>
                <a:lnTo>
                  <a:pt x="31626" y="207618"/>
                </a:lnTo>
                <a:lnTo>
                  <a:pt x="33603" y="206543"/>
                </a:lnTo>
                <a:lnTo>
                  <a:pt x="36664" y="202191"/>
                </a:lnTo>
                <a:lnTo>
                  <a:pt x="37749" y="198915"/>
                </a:lnTo>
                <a:lnTo>
                  <a:pt x="82228" y="21050"/>
                </a:lnTo>
                <a:lnTo>
                  <a:pt x="82683" y="18343"/>
                </a:lnTo>
                <a:lnTo>
                  <a:pt x="82835" y="16597"/>
                </a:lnTo>
                <a:lnTo>
                  <a:pt x="82588" y="15041"/>
                </a:lnTo>
                <a:lnTo>
                  <a:pt x="80615" y="13068"/>
                </a:lnTo>
                <a:lnTo>
                  <a:pt x="78888" y="12650"/>
                </a:lnTo>
                <a:lnTo>
                  <a:pt x="70071" y="11702"/>
                </a:lnTo>
                <a:lnTo>
                  <a:pt x="55662" y="11385"/>
                </a:lnTo>
                <a:lnTo>
                  <a:pt x="54267" y="11120"/>
                </a:lnTo>
                <a:lnTo>
                  <a:pt x="52673" y="8994"/>
                </a:lnTo>
                <a:lnTo>
                  <a:pt x="52474" y="7135"/>
                </a:lnTo>
                <a:lnTo>
                  <a:pt x="53461" y="3656"/>
                </a:lnTo>
                <a:lnTo>
                  <a:pt x="54194" y="1518"/>
                </a:lnTo>
                <a:lnTo>
                  <a:pt x="55434" y="380"/>
                </a:lnTo>
                <a:lnTo>
                  <a:pt x="57838" y="0"/>
                </a:lnTo>
                <a:lnTo>
                  <a:pt x="153525" y="0"/>
                </a:lnTo>
                <a:lnTo>
                  <a:pt x="154765" y="266"/>
                </a:lnTo>
                <a:lnTo>
                  <a:pt x="156182" y="2391"/>
                </a:lnTo>
                <a:lnTo>
                  <a:pt x="156359" y="4251"/>
                </a:lnTo>
                <a:lnTo>
                  <a:pt x="155853" y="7236"/>
                </a:lnTo>
                <a:lnTo>
                  <a:pt x="155245" y="9513"/>
                </a:lnTo>
                <a:lnTo>
                  <a:pt x="154158" y="10917"/>
                </a:lnTo>
                <a:lnTo>
                  <a:pt x="152108" y="11385"/>
                </a:lnTo>
                <a:lnTo>
                  <a:pt x="132184" y="11777"/>
                </a:lnTo>
                <a:lnTo>
                  <a:pt x="120179" y="12954"/>
                </a:lnTo>
                <a:lnTo>
                  <a:pt x="116586" y="14080"/>
                </a:lnTo>
                <a:lnTo>
                  <a:pt x="111678" y="18836"/>
                </a:lnTo>
                <a:lnTo>
                  <a:pt x="110362" y="22467"/>
                </a:lnTo>
                <a:lnTo>
                  <a:pt x="66086" y="200180"/>
                </a:lnTo>
                <a:lnTo>
                  <a:pt x="65023" y="203937"/>
                </a:lnTo>
                <a:lnTo>
                  <a:pt x="64669" y="207315"/>
                </a:lnTo>
                <a:lnTo>
                  <a:pt x="65358" y="208421"/>
                </a:lnTo>
                <a:lnTo>
                  <a:pt x="70874" y="209686"/>
                </a:lnTo>
                <a:lnTo>
                  <a:pt x="75700" y="209845"/>
                </a:lnTo>
                <a:lnTo>
                  <a:pt x="105757" y="209845"/>
                </a:lnTo>
                <a:lnTo>
                  <a:pt x="117880" y="209212"/>
                </a:lnTo>
                <a:lnTo>
                  <a:pt x="133797" y="205892"/>
                </a:lnTo>
                <a:lnTo>
                  <a:pt x="142900" y="202096"/>
                </a:lnTo>
                <a:lnTo>
                  <a:pt x="146998" y="199724"/>
                </a:lnTo>
                <a:lnTo>
                  <a:pt x="154401" y="194503"/>
                </a:lnTo>
                <a:lnTo>
                  <a:pt x="166115" y="183092"/>
                </a:lnTo>
                <a:lnTo>
                  <a:pt x="170426" y="176903"/>
                </a:lnTo>
                <a:lnTo>
                  <a:pt x="177396" y="163924"/>
                </a:lnTo>
                <a:lnTo>
                  <a:pt x="183127" y="150489"/>
                </a:lnTo>
                <a:lnTo>
                  <a:pt x="185534" y="144461"/>
                </a:lnTo>
                <a:lnTo>
                  <a:pt x="189304" y="137377"/>
                </a:lnTo>
                <a:lnTo>
                  <a:pt x="190667" y="136321"/>
                </a:lnTo>
                <a:lnTo>
                  <a:pt x="193551" y="136321"/>
                </a:lnTo>
                <a:lnTo>
                  <a:pt x="194990" y="136586"/>
                </a:lnTo>
                <a:lnTo>
                  <a:pt x="196634" y="138711"/>
                </a:lnTo>
                <a:lnTo>
                  <a:pt x="196840" y="140571"/>
                </a:lnTo>
                <a:lnTo>
                  <a:pt x="168048" y="219004"/>
                </a:lnTo>
                <a:lnTo>
                  <a:pt x="167074" y="220673"/>
                </a:lnTo>
                <a:lnTo>
                  <a:pt x="165062" y="221230"/>
                </a:lnTo>
                <a:lnTo>
                  <a:pt x="3137" y="221230"/>
                </a:lnTo>
                <a:close/>
              </a:path>
            </a:pathLst>
          </a:custGeom>
          <a:solidFill xmlns:a="http://schemas.openxmlformats.org/drawingml/2006/main">
            <a:srgbClr val="2B3540"/>
          </a:solidFill>
          <a:ln xmlns:a="http://schemas.openxmlformats.org/drawingml/2006/main" w="0">
            <a:noFill/>
          </a:ln>
        </p:spPr>
      </p:sp>
      <p:sp>
        <p:nvSpPr>
          <p:cNvPr id="435" name="prompt-bubble-shadow-gradient-shadow">
            <a:extLst xmlns:a="http://schemas.openxmlformats.org/drawingml/2006/main">
              <a:ext uri="{FF2B5EF4-FFF2-40B4-BE49-F238E27FC236}">
                <a16:creationId xmlns:a16="http://schemas.microsoft.com/office/drawing/2014/main" id="{7F5C3A7F-0D69-4037-ACC5-10DB5D320225}"/>
              </a:ext>
            </a:extLst>
          </p:cNvPr>
          <p:cNvSpPr>
            <a:spLocks xmlns:a="http://schemas.openxmlformats.org/drawingml/2006/main" noGrp="1"/>
          </p:cNvSpPr>
          <p:nvPr/>
        </p:nvSpPr>
        <p:spPr>
          <a:xfrm xmlns:a="http://schemas.openxmlformats.org/drawingml/2006/main">
            <a:off x="18811875" y="4733925"/>
            <a:ext cx="1609725" cy="257175"/>
          </a:xfrm>
          <a:prstGeom xmlns:a="http://schemas.openxmlformats.org/drawingml/2006/main" prst="ellipse">
            <a:avLst/>
          </a:prstGeom>
          <a:gradFill xmlns:a="http://schemas.openxmlformats.org/drawingml/2006/main">
            <a:gsLst>
              <a:gs pos="0">
                <a:srgbClr val="233545">
                  <a:alpha val="10000"/>
                </a:srgbClr>
              </a:gs>
              <a:gs pos="48000">
                <a:srgbClr val="233545">
                  <a:alpha val="3500"/>
                </a:srgbClr>
              </a:gs>
              <a:gs pos="100000">
                <a:srgbClr val="233545">
                  <a:alpha val="0"/>
                </a:srgbClr>
              </a:gs>
            </a:gsLst>
            <a:path path="shape"/>
          </a:gradFill>
          <a:ln xmlns:a="http://schemas.openxmlformats.org/drawingml/2006/main" w="0">
            <a:noFill/>
          </a:ln>
        </p:spPr>
      </p:sp>
      <p:sp>
        <p:nvSpPr>
          <p:cNvPr id="436" name="prompt-bubble">
            <a:extLst xmlns:a="http://schemas.openxmlformats.org/drawingml/2006/main">
              <a:ext uri="{FF2B5EF4-FFF2-40B4-BE49-F238E27FC236}">
                <a16:creationId xmlns:a16="http://schemas.microsoft.com/office/drawing/2014/main" id="{0C4F94E8-5D7E-49CE-AFBC-BCC2C073375E}"/>
              </a:ext>
            </a:extLst>
          </p:cNvPr>
          <p:cNvSpPr>
            <a:spLocks xmlns:a="http://schemas.openxmlformats.org/drawingml/2006/main" noGrp="1"/>
          </p:cNvSpPr>
          <p:nvPr/>
        </p:nvSpPr>
        <p:spPr>
          <a:xfrm xmlns:a="http://schemas.openxmlformats.org/drawingml/2006/main">
            <a:off x="18926175" y="3810000"/>
            <a:ext cx="1304925" cy="990600"/>
          </a:xfrm>
          <a:prstGeom xmlns:a="http://schemas.openxmlformats.org/drawingml/2006/main" prst="roundRect">
            <a:avLst>
              <a:gd name="adj" fmla="val 10577"/>
            </a:avLst>
          </a:prstGeom>
          <a:solidFill xmlns:a="http://schemas.openxmlformats.org/drawingml/2006/main">
            <a:srgbClr val="E7F0F8"/>
          </a:solidFill>
          <a:ln xmlns:a="http://schemas.openxmlformats.org/drawingml/2006/main" w="16193">
            <a:solidFill>
              <a:srgbClr val="779ABB"/>
            </a:solidFill>
          </a:ln>
        </p:spPr>
      </p:sp>
      <p:sp>
        <p:nvSpPr>
          <p:cNvPr id="437" name="prompt-tail">
            <a:extLst xmlns:a="http://schemas.openxmlformats.org/drawingml/2006/main">
              <a:ext uri="{FF2B5EF4-FFF2-40B4-BE49-F238E27FC236}">
                <a16:creationId xmlns:a16="http://schemas.microsoft.com/office/drawing/2014/main" id="{D6357BE4-7D1F-487C-A695-7003EB7B3EE2}"/>
              </a:ext>
            </a:extLst>
          </p:cNvPr>
          <p:cNvSpPr>
            <a:spLocks xmlns:a="http://schemas.openxmlformats.org/drawingml/2006/main" noGrp="1"/>
          </p:cNvSpPr>
          <p:nvPr/>
        </p:nvSpPr>
        <p:spPr>
          <a:xfrm xmlns:a="http://schemas.openxmlformats.org/drawingml/2006/main">
            <a:off x="18764250" y="4267200"/>
            <a:ext cx="161925" cy="219075"/>
          </a:xfrm>
          <a:custGeom xmlns:a="http://schemas.openxmlformats.org/drawingml/2006/main">
            <a:pathLst>
              <a:path w="161925" h="219075">
                <a:moveTo>
                  <a:pt x="161925" y="0"/>
                </a:moveTo>
                <a:lnTo>
                  <a:pt x="0" y="171450"/>
                </a:lnTo>
                <a:lnTo>
                  <a:pt x="161925" y="219075"/>
                </a:lnTo>
                <a:close/>
              </a:path>
            </a:pathLst>
          </a:custGeom>
          <a:solidFill xmlns:a="http://schemas.openxmlformats.org/drawingml/2006/main">
            <a:srgbClr val="E7F0F8"/>
          </a:solidFill>
          <a:ln xmlns:a="http://schemas.openxmlformats.org/drawingml/2006/main" w="16193">
            <a:solidFill>
              <a:srgbClr val="779ABB"/>
            </a:solidFill>
          </a:ln>
        </p:spPr>
      </p:sp>
      <p:sp>
        <p:nvSpPr>
          <p:cNvPr id="438" name="bubble-image-icon">
            <a:extLst xmlns:a="http://schemas.openxmlformats.org/drawingml/2006/main">
              <a:ext uri="{FF2B5EF4-FFF2-40B4-BE49-F238E27FC236}">
                <a16:creationId xmlns:a16="http://schemas.microsoft.com/office/drawing/2014/main" id="{1FF10F20-BCFD-4DDF-9BA6-DA12B7D6BF70}"/>
              </a:ext>
            </a:extLst>
          </p:cNvPr>
          <p:cNvSpPr>
            <a:spLocks xmlns:a="http://schemas.openxmlformats.org/drawingml/2006/main" noGrp="1"/>
          </p:cNvSpPr>
          <p:nvPr/>
        </p:nvSpPr>
        <p:spPr>
          <a:xfrm xmlns:a="http://schemas.openxmlformats.org/drawingml/2006/main">
            <a:off x="19030950" y="4000500"/>
            <a:ext cx="400050" cy="371475"/>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12383">
            <a:solidFill>
              <a:srgbClr val="779ABB"/>
            </a:solidFill>
          </a:ln>
        </p:spPr>
      </p:sp>
      <p:sp>
        <p:nvSpPr>
          <p:cNvPr id="439" name="bubble-sun">
            <a:extLst xmlns:a="http://schemas.openxmlformats.org/drawingml/2006/main">
              <a:ext uri="{FF2B5EF4-FFF2-40B4-BE49-F238E27FC236}">
                <a16:creationId xmlns:a16="http://schemas.microsoft.com/office/drawing/2014/main" id="{D5006589-B138-4908-B187-7E38E06A3A75}"/>
              </a:ext>
            </a:extLst>
          </p:cNvPr>
          <p:cNvSpPr>
            <a:spLocks xmlns:a="http://schemas.openxmlformats.org/drawingml/2006/main" noGrp="1"/>
          </p:cNvSpPr>
          <p:nvPr/>
        </p:nvSpPr>
        <p:spPr>
          <a:xfrm xmlns:a="http://schemas.openxmlformats.org/drawingml/2006/main">
            <a:off x="19288125" y="4057650"/>
            <a:ext cx="76200" cy="76200"/>
          </a:xfrm>
          <a:prstGeom xmlns:a="http://schemas.openxmlformats.org/drawingml/2006/main" prst="ellipse">
            <a:avLst/>
          </a:prstGeom>
          <a:solidFill xmlns:a="http://schemas.openxmlformats.org/drawingml/2006/main">
            <a:srgbClr val="CFB278"/>
          </a:solidFill>
          <a:ln xmlns:a="http://schemas.openxmlformats.org/drawingml/2006/main" w="15240">
            <a:noFill/>
          </a:ln>
        </p:spPr>
      </p:sp>
      <p:sp>
        <p:nvSpPr>
          <p:cNvPr id="440" name="bubble-mountain">
            <a:extLst xmlns:a="http://schemas.openxmlformats.org/drawingml/2006/main">
              <a:ext uri="{FF2B5EF4-FFF2-40B4-BE49-F238E27FC236}">
                <a16:creationId xmlns:a16="http://schemas.microsoft.com/office/drawing/2014/main" id="{47B29191-E272-424B-9095-68FD0E53A7F1}"/>
              </a:ext>
            </a:extLst>
          </p:cNvPr>
          <p:cNvSpPr>
            <a:spLocks xmlns:a="http://schemas.openxmlformats.org/drawingml/2006/main" noGrp="1"/>
          </p:cNvSpPr>
          <p:nvPr/>
        </p:nvSpPr>
        <p:spPr>
          <a:xfrm xmlns:a="http://schemas.openxmlformats.org/drawingml/2006/main">
            <a:off x="19069050" y="4162425"/>
            <a:ext cx="323850" cy="161925"/>
          </a:xfrm>
          <a:custGeom xmlns:a="http://schemas.openxmlformats.org/drawingml/2006/main">
            <a:pathLst>
              <a:path w="323850" h="161925">
                <a:moveTo>
                  <a:pt x="0" y="161925"/>
                </a:moveTo>
                <a:lnTo>
                  <a:pt x="104775" y="19050"/>
                </a:lnTo>
                <a:lnTo>
                  <a:pt x="190500" y="104775"/>
                </a:lnTo>
                <a:lnTo>
                  <a:pt x="266700" y="0"/>
                </a:lnTo>
                <a:lnTo>
                  <a:pt x="323850" y="161925"/>
                </a:lnTo>
                <a:close/>
              </a:path>
            </a:pathLst>
          </a:custGeom>
          <a:solidFill xmlns:a="http://schemas.openxmlformats.org/drawingml/2006/main">
            <a:srgbClr val="9EB8CC"/>
          </a:solidFill>
          <a:ln xmlns:a="http://schemas.openxmlformats.org/drawingml/2006/main" w="15240">
            <a:noFill/>
          </a:ln>
        </p:spPr>
      </p:sp>
      <p:sp>
        <p:nvSpPr>
          <p:cNvPr id="441" name="bubble-text-1-1">
            <a:extLst xmlns:a="http://schemas.openxmlformats.org/drawingml/2006/main">
              <a:ext uri="{FF2B5EF4-FFF2-40B4-BE49-F238E27FC236}">
                <a16:creationId xmlns:a16="http://schemas.microsoft.com/office/drawing/2014/main" id="{C371B23D-DCF0-45F5-9559-6660B627B4B6}"/>
              </a:ext>
            </a:extLst>
          </p:cNvPr>
          <p:cNvSpPr>
            <a:spLocks xmlns:a="http://schemas.openxmlformats.org/drawingml/2006/main" noGrp="1"/>
          </p:cNvSpPr>
          <p:nvPr/>
        </p:nvSpPr>
        <p:spPr>
          <a:xfrm xmlns:a="http://schemas.openxmlformats.org/drawingml/2006/main" flipV="0">
            <a:off x="19545300" y="4057650"/>
            <a:ext cx="533400" cy="95"/>
          </a:xfrm>
          <a:prstGeom xmlns:a="http://schemas.openxmlformats.org/drawingml/2006/main" prst="line">
            <a:avLst/>
          </a:prstGeom>
          <a:noFill xmlns:a="http://schemas.openxmlformats.org/drawingml/2006/main"/>
          <a:ln xmlns:a="http://schemas.openxmlformats.org/drawingml/2006/main" w="24765">
            <a:solidFill>
              <a:srgbClr val="779ABB"/>
            </a:solidFill>
            <a:prstDash val="solid"/>
          </a:ln>
        </p:spPr>
      </p:sp>
      <p:sp>
        <p:nvSpPr>
          <p:cNvPr id="442" name="bubble-text-2-1">
            <a:extLst xmlns:a="http://schemas.openxmlformats.org/drawingml/2006/main">
              <a:ext uri="{FF2B5EF4-FFF2-40B4-BE49-F238E27FC236}">
                <a16:creationId xmlns:a16="http://schemas.microsoft.com/office/drawing/2014/main" id="{6FA15C28-096B-477B-9C5F-1C51EED36232}"/>
              </a:ext>
            </a:extLst>
          </p:cNvPr>
          <p:cNvSpPr>
            <a:spLocks xmlns:a="http://schemas.openxmlformats.org/drawingml/2006/main" noGrp="1"/>
          </p:cNvSpPr>
          <p:nvPr/>
        </p:nvSpPr>
        <p:spPr>
          <a:xfrm xmlns:a="http://schemas.openxmlformats.org/drawingml/2006/main" flipV="0">
            <a:off x="19545300" y="4200525"/>
            <a:ext cx="533400" cy="95"/>
          </a:xfrm>
          <a:prstGeom xmlns:a="http://schemas.openxmlformats.org/drawingml/2006/main" prst="line">
            <a:avLst/>
          </a:prstGeom>
          <a:noFill xmlns:a="http://schemas.openxmlformats.org/drawingml/2006/main"/>
          <a:ln xmlns:a="http://schemas.openxmlformats.org/drawingml/2006/main" w="24765">
            <a:solidFill>
              <a:srgbClr val="779ABB"/>
            </a:solidFill>
            <a:prstDash val="solid"/>
          </a:ln>
        </p:spPr>
      </p:sp>
      <p:sp>
        <p:nvSpPr>
          <p:cNvPr id="443" name="bubble-text-3-1">
            <a:extLst xmlns:a="http://schemas.openxmlformats.org/drawingml/2006/main">
              <a:ext uri="{FF2B5EF4-FFF2-40B4-BE49-F238E27FC236}">
                <a16:creationId xmlns:a16="http://schemas.microsoft.com/office/drawing/2014/main" id="{77C25892-3A32-4ABB-980F-87ED7098BA43}"/>
              </a:ext>
            </a:extLst>
          </p:cNvPr>
          <p:cNvSpPr>
            <a:spLocks xmlns:a="http://schemas.openxmlformats.org/drawingml/2006/main" noGrp="1"/>
          </p:cNvSpPr>
          <p:nvPr/>
        </p:nvSpPr>
        <p:spPr>
          <a:xfrm xmlns:a="http://schemas.openxmlformats.org/drawingml/2006/main" flipV="0">
            <a:off x="19030950" y="4572000"/>
            <a:ext cx="1047750" cy="95"/>
          </a:xfrm>
          <a:prstGeom xmlns:a="http://schemas.openxmlformats.org/drawingml/2006/main" prst="line">
            <a:avLst/>
          </a:prstGeom>
          <a:noFill xmlns:a="http://schemas.openxmlformats.org/drawingml/2006/main"/>
          <a:ln xmlns:a="http://schemas.openxmlformats.org/drawingml/2006/main" w="24765">
            <a:solidFill>
              <a:srgbClr val="779ABB"/>
            </a:solidFill>
            <a:prstDash val="solid"/>
          </a:ln>
        </p:spPr>
      </p:sp>
      <p:sp>
        <p:nvSpPr>
          <p:cNvPr id="444" name="prompt-image-label">
            <a:extLst xmlns:a="http://schemas.openxmlformats.org/drawingml/2006/main">
              <a:ext uri="{FF2B5EF4-FFF2-40B4-BE49-F238E27FC236}">
                <a16:creationId xmlns:a16="http://schemas.microsoft.com/office/drawing/2014/main" id="{5F0ECFFD-ECB2-4DFA-BB40-A9707C36814C}"/>
              </a:ext>
            </a:extLst>
          </p:cNvPr>
          <p:cNvSpPr>
            <a:spLocks xmlns:a="http://schemas.openxmlformats.org/drawingml/2006/main" noGrp="1"/>
          </p:cNvSpPr>
          <p:nvPr/>
        </p:nvSpPr>
        <p:spPr>
          <a:xfrm xmlns:a="http://schemas.openxmlformats.org/drawingml/2006/main">
            <a:off x="18878550" y="4933950"/>
            <a:ext cx="561975" cy="3238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779ABB"/>
                </a:solidFill>
                <a:latin typeface="Times New Roman"/>
                <a:ea typeface="Times New Roman"/>
                <a:cs typeface="Times New Roman"/>
              </a:defRPr>
            </a:pPr>
            <a:r>
              <a:rPr sz="1575" b="0" i="0">
                <a:solidFill>
                  <a:srgbClr val="779ABB"/>
                </a:solidFill>
                <a:latin typeface="Times New Roman"/>
                <a:ea typeface="Times New Roman"/>
                <a:cs typeface="Times New Roman"/>
              </a:rPr>
              <a:t>Image</a:t>
            </a:r>
          </a:p>
        </p:txBody>
      </p:sp>
      <p:sp>
        <p:nvSpPr>
          <p:cNvPr id="445" name="prompt-text-label">
            <a:extLst xmlns:a="http://schemas.openxmlformats.org/drawingml/2006/main">
              <a:ext uri="{FF2B5EF4-FFF2-40B4-BE49-F238E27FC236}">
                <a16:creationId xmlns:a16="http://schemas.microsoft.com/office/drawing/2014/main" id="{1D395EFD-B207-4932-A831-8E2AFF05F9C3}"/>
              </a:ext>
            </a:extLst>
          </p:cNvPr>
          <p:cNvSpPr>
            <a:spLocks xmlns:a="http://schemas.openxmlformats.org/drawingml/2006/main" noGrp="1"/>
          </p:cNvSpPr>
          <p:nvPr/>
        </p:nvSpPr>
        <p:spPr>
          <a:xfrm xmlns:a="http://schemas.openxmlformats.org/drawingml/2006/main">
            <a:off x="19707225" y="4933950"/>
            <a:ext cx="619125" cy="3238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779ABB"/>
                </a:solidFill>
                <a:latin typeface="Times New Roman"/>
                <a:ea typeface="Times New Roman"/>
                <a:cs typeface="Times New Roman"/>
              </a:defRPr>
            </a:pPr>
            <a:r>
              <a:rPr sz="1575" b="0" i="0">
                <a:solidFill>
                  <a:srgbClr val="779ABB"/>
                </a:solidFill>
                <a:latin typeface="Times New Roman"/>
                <a:ea typeface="Times New Roman"/>
                <a:cs typeface="Times New Roman"/>
              </a:rPr>
              <a:t>Prompt</a:t>
            </a:r>
          </a:p>
        </p:txBody>
      </p:sp>
      <p:sp>
        <p:nvSpPr>
          <p:cNvPr id="446" name="original-input-bypass-1">
            <a:extLst xmlns:a="http://schemas.openxmlformats.org/drawingml/2006/main">
              <a:ext uri="{FF2B5EF4-FFF2-40B4-BE49-F238E27FC236}">
                <a16:creationId xmlns:a16="http://schemas.microsoft.com/office/drawing/2014/main" id="{5491CB01-71D6-4884-93B4-FCD3A757EE86}"/>
              </a:ext>
            </a:extLst>
          </p:cNvPr>
          <p:cNvSpPr>
            <a:spLocks xmlns:a="http://schemas.openxmlformats.org/drawingml/2006/main" noGrp="1"/>
          </p:cNvSpPr>
          <p:nvPr/>
        </p:nvSpPr>
        <p:spPr>
          <a:xfrm xmlns:a="http://schemas.openxmlformats.org/drawingml/2006/main" flipV="0">
            <a:off x="1285875" y="5657850"/>
            <a:ext cx="95" cy="1114425"/>
          </a:xfrm>
          <a:prstGeom xmlns:a="http://schemas.openxmlformats.org/drawingml/2006/main" prst="line">
            <a:avLst/>
          </a:prstGeom>
          <a:noFill xmlns:a="http://schemas.openxmlformats.org/drawingml/2006/main"/>
          <a:ln xmlns:a="http://schemas.openxmlformats.org/drawingml/2006/main" w="28575">
            <a:solidFill>
              <a:srgbClr val="779ABB"/>
            </a:solidFill>
            <a:prstDash val="solid"/>
          </a:ln>
        </p:spPr>
      </p:sp>
      <p:sp>
        <p:nvSpPr>
          <p:cNvPr id="447" name="original-input-bypass-2">
            <a:extLst xmlns:a="http://schemas.openxmlformats.org/drawingml/2006/main">
              <a:ext uri="{FF2B5EF4-FFF2-40B4-BE49-F238E27FC236}">
                <a16:creationId xmlns:a16="http://schemas.microsoft.com/office/drawing/2014/main" id="{2487A800-0269-41C4-B48E-66A05A718770}"/>
              </a:ext>
            </a:extLst>
          </p:cNvPr>
          <p:cNvSpPr>
            <a:spLocks xmlns:a="http://schemas.openxmlformats.org/drawingml/2006/main" noGrp="1"/>
          </p:cNvSpPr>
          <p:nvPr/>
        </p:nvSpPr>
        <p:spPr>
          <a:xfrm xmlns:a="http://schemas.openxmlformats.org/drawingml/2006/main" flipV="0">
            <a:off x="1285875" y="6772275"/>
            <a:ext cx="14754225" cy="95"/>
          </a:xfrm>
          <a:prstGeom xmlns:a="http://schemas.openxmlformats.org/drawingml/2006/main" prst="line">
            <a:avLst/>
          </a:prstGeom>
          <a:noFill xmlns:a="http://schemas.openxmlformats.org/drawingml/2006/main"/>
          <a:ln xmlns:a="http://schemas.openxmlformats.org/drawingml/2006/main" w="28575">
            <a:solidFill>
              <a:srgbClr val="779ABB"/>
            </a:solidFill>
            <a:prstDash val="solid"/>
          </a:ln>
        </p:spPr>
      </p:sp>
      <p:sp>
        <p:nvSpPr>
          <p:cNvPr id="448" name="original-input-bypass-head">
            <a:extLst xmlns:a="http://schemas.openxmlformats.org/drawingml/2006/main">
              <a:ext uri="{FF2B5EF4-FFF2-40B4-BE49-F238E27FC236}">
                <a16:creationId xmlns:a16="http://schemas.microsoft.com/office/drawing/2014/main" id="{C88F2876-E217-49F4-9553-3758071CE48D}"/>
              </a:ext>
            </a:extLst>
          </p:cNvPr>
          <p:cNvSpPr>
            <a:spLocks xmlns:a="http://schemas.openxmlformats.org/drawingml/2006/main" noGrp="1"/>
          </p:cNvSpPr>
          <p:nvPr/>
        </p:nvSpPr>
        <p:spPr>
          <a:xfrm xmlns:a="http://schemas.openxmlformats.org/drawingml/2006/main">
            <a:off x="15916275" y="672465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779ABB"/>
          </a:solidFill>
          <a:ln xmlns:a="http://schemas.openxmlformats.org/drawingml/2006/main" w="15240">
            <a:noFill/>
          </a:ln>
        </p:spPr>
      </p:sp>
      <p:sp>
        <p:nvSpPr>
          <p:cNvPr id="449" name="original-input-label">
            <a:extLst xmlns:a="http://schemas.openxmlformats.org/drawingml/2006/main">
              <a:ext uri="{FF2B5EF4-FFF2-40B4-BE49-F238E27FC236}">
                <a16:creationId xmlns:a16="http://schemas.microsoft.com/office/drawing/2014/main" id="{01C8260C-C9EE-47EA-B791-48BC60A94B13}"/>
              </a:ext>
            </a:extLst>
          </p:cNvPr>
          <p:cNvSpPr>
            <a:spLocks xmlns:a="http://schemas.openxmlformats.org/drawingml/2006/main" noGrp="1"/>
          </p:cNvSpPr>
          <p:nvPr/>
        </p:nvSpPr>
        <p:spPr>
          <a:xfrm xmlns:a="http://schemas.openxmlformats.org/drawingml/2006/main">
            <a:off x="3457575" y="6372225"/>
            <a:ext cx="5514975" cy="3714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i="0">
                <a:solidFill>
                  <a:srgbClr val="779ABB"/>
                </a:solidFill>
                <a:latin typeface="Times New Roman"/>
                <a:ea typeface="Times New Roman"/>
                <a:cs typeface="Times New Roman"/>
              </a:defRPr>
            </a:pPr>
            <a:r>
              <a:rPr sz="2250" b="0" i="0">
                <a:solidFill>
                  <a:srgbClr val="779ABB"/>
                </a:solidFill>
                <a:latin typeface="Times New Roman"/>
                <a:ea typeface="Times New Roman"/>
                <a:cs typeface="Times New Roman"/>
              </a:rPr>
              <a:t>Original image + task prompt</a:t>
            </a:r>
          </a:p>
        </p:txBody>
      </p:sp>
      <p:sp>
        <p:nvSpPr>
          <p:cNvPr id="450" name="call-gate">
            <a:extLst xmlns:a="http://schemas.openxmlformats.org/drawingml/2006/main">
              <a:ext uri="{FF2B5EF4-FFF2-40B4-BE49-F238E27FC236}">
                <a16:creationId xmlns:a16="http://schemas.microsoft.com/office/drawing/2014/main" id="{7AE8FF21-B8B4-43AC-82A1-155EC1E7DA6A}"/>
              </a:ext>
            </a:extLst>
          </p:cNvPr>
          <p:cNvSpPr>
            <a:spLocks xmlns:a="http://schemas.openxmlformats.org/drawingml/2006/main" noGrp="1"/>
          </p:cNvSpPr>
          <p:nvPr/>
        </p:nvSpPr>
        <p:spPr>
          <a:xfrm xmlns:a="http://schemas.openxmlformats.org/drawingml/2006/main">
            <a:off x="16078200" y="6534150"/>
            <a:ext cx="533400" cy="476250"/>
          </a:xfrm>
          <a:custGeom xmlns:a="http://schemas.openxmlformats.org/drawingml/2006/main">
            <a:pathLst>
              <a:path w="533400" h="476250">
                <a:moveTo>
                  <a:pt x="0" y="238125"/>
                </a:moveTo>
                <a:lnTo>
                  <a:pt x="266700" y="0"/>
                </a:lnTo>
                <a:lnTo>
                  <a:pt x="533400" y="238125"/>
                </a:lnTo>
                <a:lnTo>
                  <a:pt x="266700" y="476250"/>
                </a:lnTo>
                <a:close/>
              </a:path>
            </a:pathLst>
          </a:custGeom>
          <a:solidFill xmlns:a="http://schemas.openxmlformats.org/drawingml/2006/main">
            <a:srgbClr val="EDF4FA"/>
          </a:solidFill>
          <a:ln xmlns:a="http://schemas.openxmlformats.org/drawingml/2006/main" w="17145">
            <a:solidFill>
              <a:srgbClr val="779ABB"/>
            </a:solidFill>
          </a:ln>
        </p:spPr>
      </p:sp>
      <p:sp>
        <p:nvSpPr>
          <p:cNvPr id="451" name="budget-to-call-gate-1">
            <a:extLst xmlns:a="http://schemas.openxmlformats.org/drawingml/2006/main">
              <a:ext uri="{FF2B5EF4-FFF2-40B4-BE49-F238E27FC236}">
                <a16:creationId xmlns:a16="http://schemas.microsoft.com/office/drawing/2014/main" id="{2726ECC1-8F16-447D-89D6-A9ADA0039EF4}"/>
              </a:ext>
            </a:extLst>
          </p:cNvPr>
          <p:cNvSpPr>
            <a:spLocks xmlns:a="http://schemas.openxmlformats.org/drawingml/2006/main" noGrp="1"/>
          </p:cNvSpPr>
          <p:nvPr/>
        </p:nvSpPr>
        <p:spPr>
          <a:xfrm xmlns:a="http://schemas.openxmlformats.org/drawingml/2006/main" flipV="0">
            <a:off x="16354425" y="4610100"/>
            <a:ext cx="95" cy="1905000"/>
          </a:xfrm>
          <a:prstGeom xmlns:a="http://schemas.openxmlformats.org/drawingml/2006/main" prst="line">
            <a:avLst/>
          </a:prstGeom>
          <a:noFill xmlns:a="http://schemas.openxmlformats.org/drawingml/2006/main"/>
          <a:ln xmlns:a="http://schemas.openxmlformats.org/drawingml/2006/main" w="20955">
            <a:solidFill>
              <a:srgbClr val="73808C"/>
            </a:solidFill>
            <a:prstDash val="dash"/>
          </a:ln>
        </p:spPr>
      </p:sp>
      <p:sp>
        <p:nvSpPr>
          <p:cNvPr id="452" name="budget-to-call-gate-head">
            <a:extLst xmlns:a="http://schemas.openxmlformats.org/drawingml/2006/main">
              <a:ext uri="{FF2B5EF4-FFF2-40B4-BE49-F238E27FC236}">
                <a16:creationId xmlns:a16="http://schemas.microsoft.com/office/drawing/2014/main" id="{3EE95421-AFFB-49E7-9246-D15F54B2F91A}"/>
              </a:ext>
            </a:extLst>
          </p:cNvPr>
          <p:cNvSpPr>
            <a:spLocks xmlns:a="http://schemas.openxmlformats.org/drawingml/2006/main" noGrp="1"/>
          </p:cNvSpPr>
          <p:nvPr/>
        </p:nvSpPr>
        <p:spPr>
          <a:xfrm xmlns:a="http://schemas.openxmlformats.org/drawingml/2006/main">
            <a:off x="16306800" y="6391275"/>
            <a:ext cx="95250" cy="123825"/>
          </a:xfrm>
          <a:custGeom xmlns:a="http://schemas.openxmlformats.org/drawingml/2006/main">
            <a:pathLst>
              <a:path w="95250" h="123825">
                <a:moveTo>
                  <a:pt x="47625" y="123825"/>
                </a:moveTo>
                <a:lnTo>
                  <a:pt x="95250" y="0"/>
                </a:lnTo>
                <a:lnTo>
                  <a:pt x="47625" y="38100"/>
                </a:lnTo>
                <a:lnTo>
                  <a:pt x="0" y="0"/>
                </a:lnTo>
                <a:close/>
              </a:path>
            </a:pathLst>
          </a:custGeom>
          <a:solidFill xmlns:a="http://schemas.openxmlformats.org/drawingml/2006/main">
            <a:srgbClr val="73808C"/>
          </a:solidFill>
          <a:ln xmlns:a="http://schemas.openxmlformats.org/drawingml/2006/main" w="15240">
            <a:noFill/>
          </a:ln>
        </p:spPr>
      </p:sp>
      <p:sp>
        <p:nvSpPr>
          <p:cNvPr id="453" name="call-action-math-0 a=1">
            <a:extLst xmlns:a="http://schemas.openxmlformats.org/drawingml/2006/main">
              <a:ext uri="{FF2B5EF4-FFF2-40B4-BE49-F238E27FC236}">
                <a16:creationId xmlns:a16="http://schemas.microsoft.com/office/drawing/2014/main" id="{86CA652A-9918-4C58-8C7F-8C36A3F13549}"/>
              </a:ext>
            </a:extLst>
          </p:cNvPr>
          <p:cNvSpPr>
            <a:spLocks xmlns:a="http://schemas.openxmlformats.org/drawingml/2006/main" noGrp="1"/>
          </p:cNvSpPr>
          <p:nvPr/>
        </p:nvSpPr>
        <p:spPr>
          <a:xfrm xmlns:a="http://schemas.openxmlformats.org/drawingml/2006/main">
            <a:off x="16459843" y="6265164"/>
            <a:ext cx="543714" cy="180648"/>
          </a:xfrm>
          <a:custGeom xmlns:a="http://schemas.openxmlformats.org/drawingml/2006/main">
            <a:pathLst>
              <a:path w="543714" h="180648">
                <a:moveTo>
                  <a:pt x="36213" y="180648"/>
                </a:moveTo>
                <a:lnTo>
                  <a:pt x="32115" y="180449"/>
                </a:lnTo>
                <a:lnTo>
                  <a:pt x="24588" y="178860"/>
                </a:lnTo>
                <a:lnTo>
                  <a:pt x="17952" y="175683"/>
                </a:lnTo>
                <a:lnTo>
                  <a:pt x="12207" y="170917"/>
                </a:lnTo>
                <a:lnTo>
                  <a:pt x="9668" y="167938"/>
                </a:lnTo>
                <a:lnTo>
                  <a:pt x="7402" y="164689"/>
                </a:lnTo>
                <a:lnTo>
                  <a:pt x="3776" y="157761"/>
                </a:lnTo>
                <a:lnTo>
                  <a:pt x="604" y="146294"/>
                </a:lnTo>
                <a:lnTo>
                  <a:pt x="0" y="137934"/>
                </a:lnTo>
                <a:lnTo>
                  <a:pt x="552" y="129313"/>
                </a:lnTo>
                <a:lnTo>
                  <a:pt x="4969" y="111602"/>
                </a:lnTo>
                <a:lnTo>
                  <a:pt x="8834" y="102513"/>
                </a:lnTo>
                <a:lnTo>
                  <a:pt x="13658" y="93712"/>
                </a:lnTo>
                <a:lnTo>
                  <a:pt x="25618" y="78439"/>
                </a:lnTo>
                <a:lnTo>
                  <a:pt x="32754" y="71967"/>
                </a:lnTo>
                <a:lnTo>
                  <a:pt x="36550" y="69115"/>
                </a:lnTo>
                <a:lnTo>
                  <a:pt x="44353" y="64552"/>
                </a:lnTo>
                <a:lnTo>
                  <a:pt x="52437" y="61510"/>
                </a:lnTo>
                <a:lnTo>
                  <a:pt x="60803" y="59989"/>
                </a:lnTo>
                <a:lnTo>
                  <a:pt x="65092" y="59799"/>
                </a:lnTo>
                <a:lnTo>
                  <a:pt x="68964" y="60068"/>
                </a:lnTo>
                <a:lnTo>
                  <a:pt x="76070" y="62213"/>
                </a:lnTo>
                <a:lnTo>
                  <a:pt x="79302" y="64091"/>
                </a:lnTo>
                <a:lnTo>
                  <a:pt x="82255" y="66433"/>
                </a:lnTo>
                <a:lnTo>
                  <a:pt x="87131" y="72288"/>
                </a:lnTo>
                <a:lnTo>
                  <a:pt x="89053" y="75801"/>
                </a:lnTo>
                <a:lnTo>
                  <a:pt x="90912" y="71134"/>
                </a:lnTo>
                <a:lnTo>
                  <a:pt x="95050" y="66633"/>
                </a:lnTo>
                <a:lnTo>
                  <a:pt x="98706" y="65300"/>
                </a:lnTo>
                <a:lnTo>
                  <a:pt x="100804" y="65133"/>
                </a:lnTo>
                <a:lnTo>
                  <a:pt x="103898" y="65644"/>
                </a:lnTo>
                <a:lnTo>
                  <a:pt x="106430" y="67175"/>
                </a:lnTo>
                <a:lnTo>
                  <a:pt x="108149" y="69519"/>
                </a:lnTo>
                <a:lnTo>
                  <a:pt x="108722" y="72551"/>
                </a:lnTo>
                <a:lnTo>
                  <a:pt x="108701" y="73249"/>
                </a:lnTo>
                <a:lnTo>
                  <a:pt x="108639" y="73759"/>
                </a:lnTo>
                <a:lnTo>
                  <a:pt x="108576" y="74166"/>
                </a:lnTo>
                <a:lnTo>
                  <a:pt x="108472" y="74634"/>
                </a:lnTo>
                <a:lnTo>
                  <a:pt x="89845" y="149144"/>
                </a:lnTo>
                <a:lnTo>
                  <a:pt x="88469" y="156353"/>
                </a:lnTo>
                <a:lnTo>
                  <a:pt x="88011" y="162145"/>
                </a:lnTo>
                <a:lnTo>
                  <a:pt x="88493" y="167159"/>
                </a:lnTo>
                <a:lnTo>
                  <a:pt x="91023" y="171993"/>
                </a:lnTo>
                <a:lnTo>
                  <a:pt x="93913" y="173426"/>
                </a:lnTo>
                <a:lnTo>
                  <a:pt x="95720" y="173605"/>
                </a:lnTo>
                <a:lnTo>
                  <a:pt x="97741" y="173440"/>
                </a:lnTo>
                <a:lnTo>
                  <a:pt x="101408" y="172116"/>
                </a:lnTo>
                <a:lnTo>
                  <a:pt x="105972" y="167651"/>
                </a:lnTo>
                <a:lnTo>
                  <a:pt x="108388" y="163020"/>
                </a:lnTo>
                <a:lnTo>
                  <a:pt x="112420" y="151561"/>
                </a:lnTo>
                <a:lnTo>
                  <a:pt x="115765" y="138434"/>
                </a:lnTo>
                <a:lnTo>
                  <a:pt x="116535" y="137278"/>
                </a:lnTo>
                <a:lnTo>
                  <a:pt x="117848" y="136892"/>
                </a:lnTo>
                <a:lnTo>
                  <a:pt x="121099" y="136892"/>
                </a:lnTo>
                <a:lnTo>
                  <a:pt x="122036" y="137121"/>
                </a:lnTo>
                <a:lnTo>
                  <a:pt x="122765" y="137809"/>
                </a:lnTo>
                <a:lnTo>
                  <a:pt x="123265" y="138684"/>
                </a:lnTo>
                <a:lnTo>
                  <a:pt x="123432" y="139476"/>
                </a:lnTo>
                <a:lnTo>
                  <a:pt x="121044" y="148331"/>
                </a:lnTo>
                <a:lnTo>
                  <a:pt x="115939" y="163291"/>
                </a:lnTo>
                <a:lnTo>
                  <a:pt x="113222" y="169396"/>
                </a:lnTo>
                <a:lnTo>
                  <a:pt x="111728" y="172033"/>
                </a:lnTo>
                <a:lnTo>
                  <a:pt x="108087" y="176252"/>
                </a:lnTo>
                <a:lnTo>
                  <a:pt x="103576" y="179065"/>
                </a:lnTo>
                <a:lnTo>
                  <a:pt x="98195" y="180472"/>
                </a:lnTo>
                <a:lnTo>
                  <a:pt x="95179" y="180648"/>
                </a:lnTo>
                <a:lnTo>
                  <a:pt x="90827" y="180319"/>
                </a:lnTo>
                <a:lnTo>
                  <a:pt x="82888" y="177694"/>
                </a:lnTo>
                <a:lnTo>
                  <a:pt x="79302" y="175397"/>
                </a:lnTo>
                <a:lnTo>
                  <a:pt x="76171" y="172535"/>
                </a:lnTo>
                <a:lnTo>
                  <a:pt x="71879" y="165513"/>
                </a:lnTo>
                <a:lnTo>
                  <a:pt x="70717" y="161354"/>
                </a:lnTo>
                <a:lnTo>
                  <a:pt x="66413" y="165876"/>
                </a:lnTo>
                <a:lnTo>
                  <a:pt x="57798" y="173111"/>
                </a:lnTo>
                <a:lnTo>
                  <a:pt x="49171" y="177934"/>
                </a:lnTo>
                <a:lnTo>
                  <a:pt x="40535" y="180346"/>
                </a:lnTo>
                <a:lnTo>
                  <a:pt x="36213" y="180648"/>
                </a:lnTo>
                <a:close/>
                <a:moveTo>
                  <a:pt x="36463" y="173605"/>
                </a:moveTo>
                <a:lnTo>
                  <a:pt x="41240" y="173154"/>
                </a:lnTo>
                <a:lnTo>
                  <a:pt x="50574" y="169550"/>
                </a:lnTo>
                <a:lnTo>
                  <a:pt x="55132" y="166396"/>
                </a:lnTo>
                <a:lnTo>
                  <a:pt x="59497" y="162614"/>
                </a:lnTo>
                <a:lnTo>
                  <a:pt x="67290" y="154113"/>
                </a:lnTo>
                <a:lnTo>
                  <a:pt x="70717" y="149394"/>
                </a:lnTo>
                <a:lnTo>
                  <a:pt x="70905" y="149071"/>
                </a:lnTo>
                <a:lnTo>
                  <a:pt x="70967" y="148602"/>
                </a:lnTo>
                <a:lnTo>
                  <a:pt x="85302" y="90636"/>
                </a:lnTo>
                <a:lnTo>
                  <a:pt x="85552" y="89886"/>
                </a:lnTo>
                <a:lnTo>
                  <a:pt x="84529" y="85302"/>
                </a:lnTo>
                <a:lnTo>
                  <a:pt x="81091" y="77135"/>
                </a:lnTo>
                <a:lnTo>
                  <a:pt x="78677" y="73551"/>
                </a:lnTo>
                <a:lnTo>
                  <a:pt x="75819" y="70543"/>
                </a:lnTo>
                <a:lnTo>
                  <a:pt x="68714" y="67105"/>
                </a:lnTo>
                <a:lnTo>
                  <a:pt x="64466" y="66675"/>
                </a:lnTo>
                <a:lnTo>
                  <a:pt x="60044" y="67136"/>
                </a:lnTo>
                <a:lnTo>
                  <a:pt x="51668" y="70824"/>
                </a:lnTo>
                <a:lnTo>
                  <a:pt x="47714" y="74051"/>
                </a:lnTo>
                <a:lnTo>
                  <a:pt x="43990" y="77903"/>
                </a:lnTo>
                <a:lnTo>
                  <a:pt x="37447" y="86592"/>
                </a:lnTo>
                <a:lnTo>
                  <a:pt x="34629" y="91428"/>
                </a:lnTo>
                <a:lnTo>
                  <a:pt x="32054" y="97260"/>
                </a:lnTo>
                <a:lnTo>
                  <a:pt x="27074" y="111907"/>
                </a:lnTo>
                <a:lnTo>
                  <a:pt x="24670" y="120723"/>
                </a:lnTo>
                <a:lnTo>
                  <a:pt x="22591" y="129516"/>
                </a:lnTo>
                <a:lnTo>
                  <a:pt x="20216" y="143976"/>
                </a:lnTo>
                <a:lnTo>
                  <a:pt x="19919" y="149644"/>
                </a:lnTo>
                <a:lnTo>
                  <a:pt x="20167" y="154152"/>
                </a:lnTo>
                <a:lnTo>
                  <a:pt x="22146" y="162466"/>
                </a:lnTo>
                <a:lnTo>
                  <a:pt x="23878" y="166271"/>
                </a:lnTo>
                <a:lnTo>
                  <a:pt x="26165" y="169480"/>
                </a:lnTo>
                <a:lnTo>
                  <a:pt x="32457" y="173147"/>
                </a:lnTo>
                <a:lnTo>
                  <a:pt x="36463" y="173605"/>
                </a:lnTo>
                <a:close/>
                <a:moveTo>
                  <a:pt x="197478" y="142226"/>
                </a:moveTo>
                <a:lnTo>
                  <a:pt x="195457" y="141809"/>
                </a:lnTo>
                <a:lnTo>
                  <a:pt x="193811" y="140559"/>
                </a:lnTo>
                <a:lnTo>
                  <a:pt x="192748" y="138788"/>
                </a:lnTo>
                <a:lnTo>
                  <a:pt x="192394" y="136892"/>
                </a:lnTo>
                <a:lnTo>
                  <a:pt x="192748" y="134850"/>
                </a:lnTo>
                <a:lnTo>
                  <a:pt x="193811" y="133142"/>
                </a:lnTo>
                <a:lnTo>
                  <a:pt x="195457" y="131954"/>
                </a:lnTo>
                <a:lnTo>
                  <a:pt x="197478" y="131558"/>
                </a:lnTo>
                <a:lnTo>
                  <a:pt x="364957" y="131558"/>
                </a:lnTo>
                <a:lnTo>
                  <a:pt x="366780" y="131954"/>
                </a:lnTo>
                <a:lnTo>
                  <a:pt x="368332" y="133142"/>
                </a:lnTo>
                <a:lnTo>
                  <a:pt x="369426" y="134850"/>
                </a:lnTo>
                <a:lnTo>
                  <a:pt x="369791" y="136892"/>
                </a:lnTo>
                <a:lnTo>
                  <a:pt x="369426" y="138788"/>
                </a:lnTo>
                <a:lnTo>
                  <a:pt x="368332" y="140559"/>
                </a:lnTo>
                <a:lnTo>
                  <a:pt x="366780" y="141809"/>
                </a:lnTo>
                <a:lnTo>
                  <a:pt x="364957" y="142226"/>
                </a:lnTo>
                <a:lnTo>
                  <a:pt x="197478" y="142226"/>
                </a:lnTo>
                <a:close/>
                <a:moveTo>
                  <a:pt x="197478" y="90386"/>
                </a:moveTo>
                <a:lnTo>
                  <a:pt x="195457" y="90001"/>
                </a:lnTo>
                <a:lnTo>
                  <a:pt x="193811" y="88844"/>
                </a:lnTo>
                <a:lnTo>
                  <a:pt x="192748" y="87105"/>
                </a:lnTo>
                <a:lnTo>
                  <a:pt x="192394" y="85052"/>
                </a:lnTo>
                <a:lnTo>
                  <a:pt x="192748" y="83167"/>
                </a:lnTo>
                <a:lnTo>
                  <a:pt x="193811" y="81427"/>
                </a:lnTo>
                <a:lnTo>
                  <a:pt x="195457" y="80145"/>
                </a:lnTo>
                <a:lnTo>
                  <a:pt x="197478" y="79718"/>
                </a:lnTo>
                <a:lnTo>
                  <a:pt x="364957" y="79718"/>
                </a:lnTo>
                <a:lnTo>
                  <a:pt x="366780" y="80145"/>
                </a:lnTo>
                <a:lnTo>
                  <a:pt x="368332" y="81427"/>
                </a:lnTo>
                <a:lnTo>
                  <a:pt x="369426" y="83167"/>
                </a:lnTo>
                <a:lnTo>
                  <a:pt x="369791" y="85052"/>
                </a:lnTo>
                <a:lnTo>
                  <a:pt x="369426" y="87105"/>
                </a:lnTo>
                <a:lnTo>
                  <a:pt x="368332" y="88844"/>
                </a:lnTo>
                <a:lnTo>
                  <a:pt x="366780" y="90001"/>
                </a:lnTo>
                <a:lnTo>
                  <a:pt x="364957" y="90386"/>
                </a:lnTo>
                <a:lnTo>
                  <a:pt x="197478" y="90386"/>
                </a:lnTo>
                <a:close/>
                <a:moveTo>
                  <a:pt x="456203" y="177647"/>
                </a:moveTo>
                <a:lnTo>
                  <a:pt x="456203" y="168271"/>
                </a:lnTo>
                <a:lnTo>
                  <a:pt x="464016" y="168139"/>
                </a:lnTo>
                <a:lnTo>
                  <a:pt x="476518" y="167081"/>
                </a:lnTo>
                <a:lnTo>
                  <a:pt x="484852" y="164966"/>
                </a:lnTo>
                <a:lnTo>
                  <a:pt x="489020" y="161794"/>
                </a:lnTo>
                <a:lnTo>
                  <a:pt x="489540" y="159812"/>
                </a:lnTo>
                <a:lnTo>
                  <a:pt x="489540" y="19794"/>
                </a:lnTo>
                <a:lnTo>
                  <a:pt x="482185" y="22711"/>
                </a:lnTo>
                <a:lnTo>
                  <a:pt x="464725" y="26045"/>
                </a:lnTo>
                <a:lnTo>
                  <a:pt x="454619" y="26462"/>
                </a:lnTo>
                <a:lnTo>
                  <a:pt x="454619" y="17085"/>
                </a:lnTo>
                <a:lnTo>
                  <a:pt x="462547" y="16819"/>
                </a:lnTo>
                <a:lnTo>
                  <a:pt x="476897" y="14683"/>
                </a:lnTo>
                <a:lnTo>
                  <a:pt x="489243" y="10411"/>
                </a:lnTo>
                <a:lnTo>
                  <a:pt x="499583" y="4005"/>
                </a:lnTo>
                <a:lnTo>
                  <a:pt x="504001" y="0"/>
                </a:lnTo>
                <a:lnTo>
                  <a:pt x="507751" y="0"/>
                </a:lnTo>
                <a:lnTo>
                  <a:pt x="508647" y="187"/>
                </a:lnTo>
                <a:lnTo>
                  <a:pt x="509501" y="750"/>
                </a:lnTo>
                <a:lnTo>
                  <a:pt x="510158" y="1511"/>
                </a:lnTo>
                <a:lnTo>
                  <a:pt x="510376" y="2375"/>
                </a:lnTo>
                <a:lnTo>
                  <a:pt x="510376" y="159812"/>
                </a:lnTo>
                <a:lnTo>
                  <a:pt x="510897" y="161794"/>
                </a:lnTo>
                <a:lnTo>
                  <a:pt x="515064" y="164966"/>
                </a:lnTo>
                <a:lnTo>
                  <a:pt x="523399" y="167081"/>
                </a:lnTo>
                <a:lnTo>
                  <a:pt x="535900" y="168139"/>
                </a:lnTo>
                <a:lnTo>
                  <a:pt x="543714" y="168271"/>
                </a:lnTo>
                <a:lnTo>
                  <a:pt x="543714" y="177647"/>
                </a:lnTo>
                <a:lnTo>
                  <a:pt x="456203" y="177647"/>
                </a:lnTo>
                <a:close/>
              </a:path>
            </a:pathLst>
          </a:custGeom>
          <a:solidFill xmlns:a="http://schemas.openxmlformats.org/drawingml/2006/main">
            <a:srgbClr val="73808C"/>
          </a:solidFill>
          <a:ln xmlns:a="http://schemas.openxmlformats.org/drawingml/2006/main" w="0">
            <a:noFill/>
          </a:ln>
        </p:spPr>
      </p:sp>
      <p:sp>
        <p:nvSpPr>
          <p:cNvPr id="454" name="selected-inputs-to-mllm-1">
            <a:extLst xmlns:a="http://schemas.openxmlformats.org/drawingml/2006/main">
              <a:ext uri="{FF2B5EF4-FFF2-40B4-BE49-F238E27FC236}">
                <a16:creationId xmlns:a16="http://schemas.microsoft.com/office/drawing/2014/main" id="{62436B2D-201A-4F52-8EF4-2FA57A250BE0}"/>
              </a:ext>
            </a:extLst>
          </p:cNvPr>
          <p:cNvSpPr>
            <a:spLocks xmlns:a="http://schemas.openxmlformats.org/drawingml/2006/main" noGrp="1"/>
          </p:cNvSpPr>
          <p:nvPr/>
        </p:nvSpPr>
        <p:spPr>
          <a:xfrm xmlns:a="http://schemas.openxmlformats.org/drawingml/2006/main" flipV="0">
            <a:off x="16611600" y="6772275"/>
            <a:ext cx="2962275" cy="95"/>
          </a:xfrm>
          <a:prstGeom xmlns:a="http://schemas.openxmlformats.org/drawingml/2006/main" prst="line">
            <a:avLst/>
          </a:prstGeom>
          <a:noFill xmlns:a="http://schemas.openxmlformats.org/drawingml/2006/main"/>
          <a:ln xmlns:a="http://schemas.openxmlformats.org/drawingml/2006/main" w="28575">
            <a:solidFill>
              <a:srgbClr val="779ABB"/>
            </a:solidFill>
            <a:prstDash val="solid"/>
          </a:ln>
        </p:spPr>
      </p:sp>
      <p:sp>
        <p:nvSpPr>
          <p:cNvPr id="455" name="selected-inputs-to-mllm-2">
            <a:extLst xmlns:a="http://schemas.openxmlformats.org/drawingml/2006/main">
              <a:ext uri="{FF2B5EF4-FFF2-40B4-BE49-F238E27FC236}">
                <a16:creationId xmlns:a16="http://schemas.microsoft.com/office/drawing/2014/main" id="{41B3B66D-086E-46E4-8841-9D0B1F3F3FFD}"/>
              </a:ext>
            </a:extLst>
          </p:cNvPr>
          <p:cNvSpPr>
            <a:spLocks xmlns:a="http://schemas.openxmlformats.org/drawingml/2006/main" noGrp="1"/>
          </p:cNvSpPr>
          <p:nvPr/>
        </p:nvSpPr>
        <p:spPr>
          <a:xfrm xmlns:a="http://schemas.openxmlformats.org/drawingml/2006/main" flipV="0">
            <a:off x="19573875" y="4800600"/>
            <a:ext cx="95" cy="1971675"/>
          </a:xfrm>
          <a:prstGeom xmlns:a="http://schemas.openxmlformats.org/drawingml/2006/main" prst="line">
            <a:avLst/>
          </a:prstGeom>
          <a:noFill xmlns:a="http://schemas.openxmlformats.org/drawingml/2006/main"/>
          <a:ln xmlns:a="http://schemas.openxmlformats.org/drawingml/2006/main" w="28575">
            <a:solidFill>
              <a:srgbClr val="779ABB"/>
            </a:solidFill>
            <a:prstDash val="solid"/>
          </a:ln>
        </p:spPr>
      </p:sp>
      <p:sp>
        <p:nvSpPr>
          <p:cNvPr id="456" name="selected-inputs-to-mllm-head">
            <a:extLst xmlns:a="http://schemas.openxmlformats.org/drawingml/2006/main">
              <a:ext uri="{FF2B5EF4-FFF2-40B4-BE49-F238E27FC236}">
                <a16:creationId xmlns:a16="http://schemas.microsoft.com/office/drawing/2014/main" id="{60D7CA02-8F7C-4587-BD08-A7BAAD65AC6B}"/>
              </a:ext>
            </a:extLst>
          </p:cNvPr>
          <p:cNvSpPr>
            <a:spLocks xmlns:a="http://schemas.openxmlformats.org/drawingml/2006/main" noGrp="1"/>
          </p:cNvSpPr>
          <p:nvPr/>
        </p:nvSpPr>
        <p:spPr>
          <a:xfrm xmlns:a="http://schemas.openxmlformats.org/drawingml/2006/main">
            <a:off x="19526250" y="4800600"/>
            <a:ext cx="95250" cy="123825"/>
          </a:xfrm>
          <a:custGeom xmlns:a="http://schemas.openxmlformats.org/drawingml/2006/main">
            <a:pathLst>
              <a:path w="95250" h="123825">
                <a:moveTo>
                  <a:pt x="47625" y="0"/>
                </a:moveTo>
                <a:lnTo>
                  <a:pt x="0" y="123825"/>
                </a:lnTo>
                <a:lnTo>
                  <a:pt x="47625" y="85725"/>
                </a:lnTo>
                <a:lnTo>
                  <a:pt x="95250" y="123825"/>
                </a:lnTo>
                <a:close/>
              </a:path>
            </a:pathLst>
          </a:custGeom>
          <a:solidFill xmlns:a="http://schemas.openxmlformats.org/drawingml/2006/main">
            <a:srgbClr val="779ABB"/>
          </a:solidFill>
          <a:ln xmlns:a="http://schemas.openxmlformats.org/drawingml/2006/main" w="15240">
            <a:noFill/>
          </a:ln>
        </p:spPr>
      </p:sp>
      <p:sp>
        <p:nvSpPr>
          <p:cNvPr id="457" name="selected-inputs-label">
            <a:extLst xmlns:a="http://schemas.openxmlformats.org/drawingml/2006/main">
              <a:ext uri="{FF2B5EF4-FFF2-40B4-BE49-F238E27FC236}">
                <a16:creationId xmlns:a16="http://schemas.microsoft.com/office/drawing/2014/main" id="{112400C2-2A7C-488B-9CFE-DFD83EE583F4}"/>
              </a:ext>
            </a:extLst>
          </p:cNvPr>
          <p:cNvSpPr>
            <a:spLocks xmlns:a="http://schemas.openxmlformats.org/drawingml/2006/main" noGrp="1"/>
          </p:cNvSpPr>
          <p:nvPr/>
        </p:nvSpPr>
        <p:spPr>
          <a:xfrm xmlns:a="http://schemas.openxmlformats.org/drawingml/2006/main">
            <a:off x="17411700" y="6838950"/>
            <a:ext cx="2219325" cy="3619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i="0">
                <a:solidFill>
                  <a:srgbClr val="779ABB"/>
                </a:solidFill>
                <a:latin typeface="Times New Roman"/>
                <a:ea typeface="Times New Roman"/>
                <a:cs typeface="Times New Roman"/>
              </a:defRPr>
            </a:pPr>
            <a:r>
              <a:rPr sz="2175" b="0" i="0">
                <a:solidFill>
                  <a:srgbClr val="779ABB"/>
                </a:solidFill>
                <a:latin typeface="Times New Roman"/>
                <a:ea typeface="Times New Roman"/>
                <a:cs typeface="Times New Roman"/>
              </a:rPr>
              <a:t>Selected inputs</a:t>
            </a:r>
          </a:p>
        </p:txBody>
      </p:sp>
      <p:sp>
        <p:nvSpPr>
          <p:cNvPr id="458" name="final-output-title-words-0">
            <a:extLst xmlns:a="http://schemas.openxmlformats.org/drawingml/2006/main">
              <a:ext uri="{FF2B5EF4-FFF2-40B4-BE49-F238E27FC236}">
                <a16:creationId xmlns:a16="http://schemas.microsoft.com/office/drawing/2014/main" id="{6CD876FD-2076-4E0C-96AF-6E2C6D27E92F}"/>
              </a:ext>
            </a:extLst>
          </p:cNvPr>
          <p:cNvSpPr>
            <a:spLocks xmlns:a="http://schemas.openxmlformats.org/drawingml/2006/main" noGrp="1"/>
          </p:cNvSpPr>
          <p:nvPr/>
        </p:nvSpPr>
        <p:spPr>
          <a:xfrm xmlns:a="http://schemas.openxmlformats.org/drawingml/2006/main">
            <a:off x="19052619" y="1095375"/>
            <a:ext cx="1132999" cy="4095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25" b="1" i="0">
                <a:solidFill>
                  <a:srgbClr val="2B3540"/>
                </a:solidFill>
                <a:latin typeface="Times New Roman"/>
                <a:ea typeface="Times New Roman"/>
                <a:cs typeface="Times New Roman"/>
              </a:defRPr>
            </a:pPr>
            <a:r>
              <a:rPr sz="2625" b="1" i="0">
                <a:solidFill>
                  <a:srgbClr val="2B3540"/>
                </a:solidFill>
                <a:latin typeface="Times New Roman"/>
                <a:ea typeface="Times New Roman"/>
                <a:cs typeface="Times New Roman"/>
              </a:rPr>
              <a:t>Output </a:t>
            </a:r>
          </a:p>
        </p:txBody>
      </p:sp>
      <p:sp>
        <p:nvSpPr>
          <p:cNvPr id="459" name="final-output-title-math-1 \hat{y}">
            <a:extLst xmlns:a="http://schemas.openxmlformats.org/drawingml/2006/main">
              <a:ext uri="{FF2B5EF4-FFF2-40B4-BE49-F238E27FC236}">
                <a16:creationId xmlns:a16="http://schemas.microsoft.com/office/drawing/2014/main" id="{FEE7928F-7022-4555-A265-14A74115434F}"/>
              </a:ext>
            </a:extLst>
          </p:cNvPr>
          <p:cNvSpPr>
            <a:spLocks xmlns:a="http://schemas.openxmlformats.org/drawingml/2006/main" noGrp="1"/>
          </p:cNvSpPr>
          <p:nvPr/>
        </p:nvSpPr>
        <p:spPr>
          <a:xfrm xmlns:a="http://schemas.openxmlformats.org/drawingml/2006/main">
            <a:off x="20185053" y="1170146"/>
            <a:ext cx="155124" cy="309309"/>
          </a:xfrm>
          <a:custGeom xmlns:a="http://schemas.openxmlformats.org/drawingml/2006/main">
            <a:pathLst>
              <a:path w="155124" h="309309">
                <a:moveTo>
                  <a:pt x="55079" y="51933"/>
                </a:moveTo>
                <a:lnTo>
                  <a:pt x="48567" y="44954"/>
                </a:lnTo>
                <a:lnTo>
                  <a:pt x="93469" y="0"/>
                </a:lnTo>
                <a:lnTo>
                  <a:pt x="138058" y="44954"/>
                </a:lnTo>
                <a:lnTo>
                  <a:pt x="131390" y="51933"/>
                </a:lnTo>
                <a:lnTo>
                  <a:pt x="93469" y="18596"/>
                </a:lnTo>
                <a:lnTo>
                  <a:pt x="55079" y="51933"/>
                </a:lnTo>
                <a:close/>
                <a:moveTo>
                  <a:pt x="19065" y="288630"/>
                </a:moveTo>
                <a:lnTo>
                  <a:pt x="20973" y="291450"/>
                </a:lnTo>
                <a:lnTo>
                  <a:pt x="25765" y="295962"/>
                </a:lnTo>
                <a:lnTo>
                  <a:pt x="31859" y="298970"/>
                </a:lnTo>
                <a:lnTo>
                  <a:pt x="39256" y="300475"/>
                </a:lnTo>
                <a:lnTo>
                  <a:pt x="43443" y="300663"/>
                </a:lnTo>
                <a:lnTo>
                  <a:pt x="51071" y="299969"/>
                </a:lnTo>
                <a:lnTo>
                  <a:pt x="64744" y="294421"/>
                </a:lnTo>
                <a:lnTo>
                  <a:pt x="70790" y="289568"/>
                </a:lnTo>
                <a:lnTo>
                  <a:pt x="76292" y="283753"/>
                </a:lnTo>
                <a:lnTo>
                  <a:pt x="85616" y="270366"/>
                </a:lnTo>
                <a:lnTo>
                  <a:pt x="89438" y="262793"/>
                </a:lnTo>
                <a:lnTo>
                  <a:pt x="95728" y="246919"/>
                </a:lnTo>
                <a:lnTo>
                  <a:pt x="100429" y="230654"/>
                </a:lnTo>
                <a:lnTo>
                  <a:pt x="92876" y="236784"/>
                </a:lnTo>
                <a:lnTo>
                  <a:pt x="80961" y="242696"/>
                </a:lnTo>
                <a:lnTo>
                  <a:pt x="72626" y="244447"/>
                </a:lnTo>
                <a:lnTo>
                  <a:pt x="68342" y="244666"/>
                </a:lnTo>
                <a:lnTo>
                  <a:pt x="61997" y="244383"/>
                </a:lnTo>
                <a:lnTo>
                  <a:pt x="50771" y="242117"/>
                </a:lnTo>
                <a:lnTo>
                  <a:pt x="45891" y="240134"/>
                </a:lnTo>
                <a:lnTo>
                  <a:pt x="41512" y="237565"/>
                </a:lnTo>
                <a:lnTo>
                  <a:pt x="34298" y="230768"/>
                </a:lnTo>
                <a:lnTo>
                  <a:pt x="31462" y="226539"/>
                </a:lnTo>
                <a:lnTo>
                  <a:pt x="29229" y="221769"/>
                </a:lnTo>
                <a:lnTo>
                  <a:pt x="26677" y="210804"/>
                </a:lnTo>
                <a:lnTo>
                  <a:pt x="26358" y="204609"/>
                </a:lnTo>
                <a:lnTo>
                  <a:pt x="27087" y="193579"/>
                </a:lnTo>
                <a:lnTo>
                  <a:pt x="29275" y="182262"/>
                </a:lnTo>
                <a:lnTo>
                  <a:pt x="32816" y="170112"/>
                </a:lnTo>
                <a:lnTo>
                  <a:pt x="37505" y="156686"/>
                </a:lnTo>
                <a:lnTo>
                  <a:pt x="42466" y="143495"/>
                </a:lnTo>
                <a:lnTo>
                  <a:pt x="46725" y="132152"/>
                </a:lnTo>
                <a:lnTo>
                  <a:pt x="48639" y="126331"/>
                </a:lnTo>
                <a:lnTo>
                  <a:pt x="50827" y="116330"/>
                </a:lnTo>
                <a:lnTo>
                  <a:pt x="51100" y="112149"/>
                </a:lnTo>
                <a:lnTo>
                  <a:pt x="50644" y="107797"/>
                </a:lnTo>
                <a:lnTo>
                  <a:pt x="46998" y="102822"/>
                </a:lnTo>
                <a:lnTo>
                  <a:pt x="43807" y="102200"/>
                </a:lnTo>
                <a:lnTo>
                  <a:pt x="40573" y="102413"/>
                </a:lnTo>
                <a:lnTo>
                  <a:pt x="34544" y="104112"/>
                </a:lnTo>
                <a:lnTo>
                  <a:pt x="26598" y="109848"/>
                </a:lnTo>
                <a:lnTo>
                  <a:pt x="22034" y="115796"/>
                </a:lnTo>
                <a:lnTo>
                  <a:pt x="18043" y="122792"/>
                </a:lnTo>
                <a:lnTo>
                  <a:pt x="11740" y="137976"/>
                </a:lnTo>
                <a:lnTo>
                  <a:pt x="9428" y="146164"/>
                </a:lnTo>
                <a:lnTo>
                  <a:pt x="8425" y="147766"/>
                </a:lnTo>
                <a:lnTo>
                  <a:pt x="6668" y="148300"/>
                </a:lnTo>
                <a:lnTo>
                  <a:pt x="2761" y="148300"/>
                </a:lnTo>
                <a:lnTo>
                  <a:pt x="1553" y="148105"/>
                </a:lnTo>
                <a:lnTo>
                  <a:pt x="173" y="146542"/>
                </a:lnTo>
                <a:lnTo>
                  <a:pt x="0" y="145174"/>
                </a:lnTo>
                <a:lnTo>
                  <a:pt x="0" y="144237"/>
                </a:lnTo>
                <a:lnTo>
                  <a:pt x="3037" y="134571"/>
                </a:lnTo>
                <a:lnTo>
                  <a:pt x="11242" y="116938"/>
                </a:lnTo>
                <a:lnTo>
                  <a:pt x="16408" y="108972"/>
                </a:lnTo>
                <a:lnTo>
                  <a:pt x="19273" y="105371"/>
                </a:lnTo>
                <a:lnTo>
                  <a:pt x="25550" y="99608"/>
                </a:lnTo>
                <a:lnTo>
                  <a:pt x="32556" y="95766"/>
                </a:lnTo>
                <a:lnTo>
                  <a:pt x="40291" y="93845"/>
                </a:lnTo>
                <a:lnTo>
                  <a:pt x="44433" y="93605"/>
                </a:lnTo>
                <a:lnTo>
                  <a:pt x="50143" y="94094"/>
                </a:lnTo>
                <a:lnTo>
                  <a:pt x="60196" y="98001"/>
                </a:lnTo>
                <a:lnTo>
                  <a:pt x="64539" y="101419"/>
                </a:lnTo>
                <a:lnTo>
                  <a:pt x="68140" y="105590"/>
                </a:lnTo>
                <a:lnTo>
                  <a:pt x="72255" y="115512"/>
                </a:lnTo>
                <a:lnTo>
                  <a:pt x="72769" y="121265"/>
                </a:lnTo>
                <a:lnTo>
                  <a:pt x="72079" y="127620"/>
                </a:lnTo>
                <a:lnTo>
                  <a:pt x="70009" y="134287"/>
                </a:lnTo>
                <a:lnTo>
                  <a:pt x="67613" y="140760"/>
                </a:lnTo>
                <a:lnTo>
                  <a:pt x="63341" y="152050"/>
                </a:lnTo>
                <a:lnTo>
                  <a:pt x="58731" y="164526"/>
                </a:lnTo>
                <a:lnTo>
                  <a:pt x="55319" y="174657"/>
                </a:lnTo>
                <a:lnTo>
                  <a:pt x="52806" y="183539"/>
                </a:lnTo>
                <a:lnTo>
                  <a:pt x="50788" y="192264"/>
                </a:lnTo>
                <a:lnTo>
                  <a:pt x="49459" y="200871"/>
                </a:lnTo>
                <a:lnTo>
                  <a:pt x="49016" y="209506"/>
                </a:lnTo>
                <a:lnTo>
                  <a:pt x="49309" y="214815"/>
                </a:lnTo>
                <a:lnTo>
                  <a:pt x="51653" y="224165"/>
                </a:lnTo>
                <a:lnTo>
                  <a:pt x="53705" y="228206"/>
                </a:lnTo>
                <a:lnTo>
                  <a:pt x="56420" y="231556"/>
                </a:lnTo>
                <a:lnTo>
                  <a:pt x="63921" y="235384"/>
                </a:lnTo>
                <a:lnTo>
                  <a:pt x="68707" y="235863"/>
                </a:lnTo>
                <a:lnTo>
                  <a:pt x="73810" y="235469"/>
                </a:lnTo>
                <a:lnTo>
                  <a:pt x="83615" y="232317"/>
                </a:lnTo>
                <a:lnTo>
                  <a:pt x="92888" y="226015"/>
                </a:lnTo>
                <a:lnTo>
                  <a:pt x="101626" y="216560"/>
                </a:lnTo>
                <a:lnTo>
                  <a:pt x="105795" y="210651"/>
                </a:lnTo>
                <a:lnTo>
                  <a:pt x="131058" y="107930"/>
                </a:lnTo>
                <a:lnTo>
                  <a:pt x="132894" y="103828"/>
                </a:lnTo>
                <a:lnTo>
                  <a:pt x="136215" y="100377"/>
                </a:lnTo>
                <a:lnTo>
                  <a:pt x="140473" y="97994"/>
                </a:lnTo>
                <a:lnTo>
                  <a:pt x="145018" y="97199"/>
                </a:lnTo>
                <a:lnTo>
                  <a:pt x="148821" y="97851"/>
                </a:lnTo>
                <a:lnTo>
                  <a:pt x="152102" y="99804"/>
                </a:lnTo>
                <a:lnTo>
                  <a:pt x="153424" y="101207"/>
                </a:lnTo>
                <a:lnTo>
                  <a:pt x="154935" y="104619"/>
                </a:lnTo>
                <a:lnTo>
                  <a:pt x="155124" y="106628"/>
                </a:lnTo>
                <a:lnTo>
                  <a:pt x="155045" y="108243"/>
                </a:lnTo>
                <a:lnTo>
                  <a:pt x="154811" y="109232"/>
                </a:lnTo>
                <a:lnTo>
                  <a:pt x="121734" y="241905"/>
                </a:lnTo>
                <a:lnTo>
                  <a:pt x="119087" y="250357"/>
                </a:lnTo>
                <a:lnTo>
                  <a:pt x="111039" y="266713"/>
                </a:lnTo>
                <a:lnTo>
                  <a:pt x="105638" y="274618"/>
                </a:lnTo>
                <a:lnTo>
                  <a:pt x="99478" y="282050"/>
                </a:lnTo>
                <a:lnTo>
                  <a:pt x="85362" y="294630"/>
                </a:lnTo>
                <a:lnTo>
                  <a:pt x="77405" y="299777"/>
                </a:lnTo>
                <a:lnTo>
                  <a:pt x="69061" y="303948"/>
                </a:lnTo>
                <a:lnTo>
                  <a:pt x="51846" y="308714"/>
                </a:lnTo>
                <a:lnTo>
                  <a:pt x="42974" y="309309"/>
                </a:lnTo>
                <a:lnTo>
                  <a:pt x="38660" y="309098"/>
                </a:lnTo>
                <a:lnTo>
                  <a:pt x="30092" y="307405"/>
                </a:lnTo>
                <a:lnTo>
                  <a:pt x="25837" y="305924"/>
                </a:lnTo>
                <a:lnTo>
                  <a:pt x="21819" y="304048"/>
                </a:lnTo>
                <a:lnTo>
                  <a:pt x="14995" y="299048"/>
                </a:lnTo>
                <a:lnTo>
                  <a:pt x="12189" y="295922"/>
                </a:lnTo>
                <a:lnTo>
                  <a:pt x="9910" y="292446"/>
                </a:lnTo>
                <a:lnTo>
                  <a:pt x="7306" y="284632"/>
                </a:lnTo>
                <a:lnTo>
                  <a:pt x="6980" y="280295"/>
                </a:lnTo>
                <a:lnTo>
                  <a:pt x="7315" y="275890"/>
                </a:lnTo>
                <a:lnTo>
                  <a:pt x="9998" y="267999"/>
                </a:lnTo>
                <a:lnTo>
                  <a:pt x="12345" y="264512"/>
                </a:lnTo>
                <a:lnTo>
                  <a:pt x="15272" y="261595"/>
                </a:lnTo>
                <a:lnTo>
                  <a:pt x="22434" y="258262"/>
                </a:lnTo>
                <a:lnTo>
                  <a:pt x="26670" y="257845"/>
                </a:lnTo>
                <a:lnTo>
                  <a:pt x="29268" y="258053"/>
                </a:lnTo>
                <a:lnTo>
                  <a:pt x="33800" y="259720"/>
                </a:lnTo>
                <a:lnTo>
                  <a:pt x="35733" y="261179"/>
                </a:lnTo>
                <a:lnTo>
                  <a:pt x="37329" y="262972"/>
                </a:lnTo>
                <a:lnTo>
                  <a:pt x="39152" y="267322"/>
                </a:lnTo>
                <a:lnTo>
                  <a:pt x="39380" y="269877"/>
                </a:lnTo>
                <a:lnTo>
                  <a:pt x="39022" y="273583"/>
                </a:lnTo>
                <a:lnTo>
                  <a:pt x="36157" y="280250"/>
                </a:lnTo>
                <a:lnTo>
                  <a:pt x="33650" y="283212"/>
                </a:lnTo>
                <a:lnTo>
                  <a:pt x="30691" y="285719"/>
                </a:lnTo>
                <a:lnTo>
                  <a:pt x="24049" y="288584"/>
                </a:lnTo>
                <a:lnTo>
                  <a:pt x="20367" y="288942"/>
                </a:lnTo>
                <a:lnTo>
                  <a:pt x="20016" y="288799"/>
                </a:lnTo>
                <a:lnTo>
                  <a:pt x="19690" y="288682"/>
                </a:lnTo>
                <a:lnTo>
                  <a:pt x="19377" y="288643"/>
                </a:lnTo>
                <a:lnTo>
                  <a:pt x="19065" y="288630"/>
                </a:lnTo>
                <a:close/>
              </a:path>
            </a:pathLst>
          </a:custGeom>
          <a:solidFill xmlns:a="http://schemas.openxmlformats.org/drawingml/2006/main">
            <a:srgbClr val="2B3540"/>
          </a:solidFill>
          <a:ln xmlns:a="http://schemas.openxmlformats.org/drawingml/2006/main" w="0">
            <a:noFill/>
          </a:ln>
        </p:spPr>
      </p:sp>
      <p:sp>
        <p:nvSpPr>
          <p:cNvPr id="460" name="final-output-gradient-shadow">
            <a:extLst xmlns:a="http://schemas.openxmlformats.org/drawingml/2006/main">
              <a:ext uri="{FF2B5EF4-FFF2-40B4-BE49-F238E27FC236}">
                <a16:creationId xmlns:a16="http://schemas.microsoft.com/office/drawing/2014/main" id="{8008E378-07D0-42CF-ADD7-DEA2E74E8CF4}"/>
              </a:ext>
            </a:extLst>
          </p:cNvPr>
          <p:cNvSpPr>
            <a:spLocks xmlns:a="http://schemas.openxmlformats.org/drawingml/2006/main" noGrp="1"/>
          </p:cNvSpPr>
          <p:nvPr/>
        </p:nvSpPr>
        <p:spPr>
          <a:xfrm xmlns:a="http://schemas.openxmlformats.org/drawingml/2006/main">
            <a:off x="18992850" y="2933700"/>
            <a:ext cx="1581150" cy="257175"/>
          </a:xfrm>
          <a:prstGeom xmlns:a="http://schemas.openxmlformats.org/drawingml/2006/main" prst="ellipse">
            <a:avLst/>
          </a:prstGeom>
          <a:gradFill xmlns:a="http://schemas.openxmlformats.org/drawingml/2006/main">
            <a:gsLst>
              <a:gs pos="0">
                <a:srgbClr val="233545">
                  <a:alpha val="10000"/>
                </a:srgbClr>
              </a:gs>
              <a:gs pos="48000">
                <a:srgbClr val="233545">
                  <a:alpha val="3500"/>
                </a:srgbClr>
              </a:gs>
              <a:gs pos="100000">
                <a:srgbClr val="233545">
                  <a:alpha val="0"/>
                </a:srgbClr>
              </a:gs>
            </a:gsLst>
            <a:path path="shape"/>
          </a:gradFill>
          <a:ln xmlns:a="http://schemas.openxmlformats.org/drawingml/2006/main" w="0">
            <a:noFill/>
          </a:ln>
        </p:spPr>
      </p:sp>
      <p:sp>
        <p:nvSpPr>
          <p:cNvPr id="461" name="final-output">
            <a:extLst xmlns:a="http://schemas.openxmlformats.org/drawingml/2006/main">
              <a:ext uri="{FF2B5EF4-FFF2-40B4-BE49-F238E27FC236}">
                <a16:creationId xmlns:a16="http://schemas.microsoft.com/office/drawing/2014/main" id="{9654C9D5-8DC7-4B43-AB13-8170FC01B379}"/>
              </a:ext>
            </a:extLst>
          </p:cNvPr>
          <p:cNvSpPr>
            <a:spLocks xmlns:a="http://schemas.openxmlformats.org/drawingml/2006/main" noGrp="1"/>
          </p:cNvSpPr>
          <p:nvPr/>
        </p:nvSpPr>
        <p:spPr>
          <a:xfrm xmlns:a="http://schemas.openxmlformats.org/drawingml/2006/main">
            <a:off x="19107150" y="1743075"/>
            <a:ext cx="1276350" cy="1257300"/>
          </a:xfrm>
          <a:prstGeom xmlns:a="http://schemas.openxmlformats.org/drawingml/2006/main" prst="roundRect">
            <a:avLst>
              <a:gd name="adj" fmla="val 3030"/>
            </a:avLst>
          </a:prstGeom>
          <a:solidFill xmlns:a="http://schemas.openxmlformats.org/drawingml/2006/main">
            <a:srgbClr val="FFFFFF"/>
          </a:solidFill>
          <a:ln xmlns:a="http://schemas.openxmlformats.org/drawingml/2006/main" w="15240">
            <a:solidFill>
              <a:srgbClr val="A9B7C2"/>
            </a:solidFill>
          </a:ln>
        </p:spPr>
      </p:sp>
      <p:pic>
        <p:nvPicPr>
          <p:cNvPr id="993" name=""/>
          <p:cNvPicPr>
            <a:picLocks xmlns:a="http://schemas.openxmlformats.org/drawingml/2006/main" noChangeAspect="1"/>
          </p:cNvPicPr>
          <p:nvPr/>
        </p:nvPicPr>
        <p:blipFill>
          <a:blip xmlns:r="http://schemas.openxmlformats.org/officeDocument/2006/relationships" xmlns:a="http://schemas.openxmlformats.org/drawingml/2006/main" r:embed="R5f9d3051ba014874"/>
          <a:stretch xmlns:a="http://schemas.openxmlformats.org/drawingml/2006/main"/>
        </p:blipFill>
        <p:spPr>
          <a:xfrm xmlns:a="http://schemas.openxmlformats.org/drawingml/2006/main">
            <a:off x="19145250" y="1905000"/>
            <a:ext cx="1200150" cy="705688"/>
          </a:xfrm>
          <a:prstGeom xmlns:a="http://schemas.openxmlformats.org/drawingml/2006/main" prst="rect">
            <a:avLst/>
          </a:prstGeom>
        </p:spPr>
      </p:pic>
      <p:sp>
        <p:nvSpPr>
          <p:cNvPr id="463" name="output-detection-0">
            <a:extLst xmlns:a="http://schemas.openxmlformats.org/drawingml/2006/main">
              <a:ext uri="{FF2B5EF4-FFF2-40B4-BE49-F238E27FC236}">
                <a16:creationId xmlns:a16="http://schemas.microsoft.com/office/drawing/2014/main" id="{D68C025C-D4D4-42BC-AF9C-E5A8233AE801}"/>
              </a:ext>
            </a:extLst>
          </p:cNvPr>
          <p:cNvSpPr>
            <a:spLocks xmlns:a="http://schemas.openxmlformats.org/drawingml/2006/main" noGrp="1"/>
          </p:cNvSpPr>
          <p:nvPr/>
        </p:nvSpPr>
        <p:spPr>
          <a:xfrm xmlns:a="http://schemas.openxmlformats.org/drawingml/2006/main">
            <a:off x="19190856" y="2343938"/>
            <a:ext cx="447656" cy="219469"/>
          </a:xfrm>
          <a:prstGeom xmlns:a="http://schemas.openxmlformats.org/drawingml/2006/main" prst="rect">
            <a:avLst/>
          </a:prstGeom>
          <a:noFill xmlns:a="http://schemas.openxmlformats.org/drawingml/2006/main"/>
          <a:ln xmlns:a="http://schemas.openxmlformats.org/drawingml/2006/main" w="23813">
            <a:solidFill>
              <a:srgbClr val="779ABB"/>
            </a:solidFill>
          </a:ln>
        </p:spPr>
      </p:sp>
      <p:sp>
        <p:nvSpPr>
          <p:cNvPr id="464" name="output-detection-1">
            <a:extLst xmlns:a="http://schemas.openxmlformats.org/drawingml/2006/main">
              <a:ext uri="{FF2B5EF4-FFF2-40B4-BE49-F238E27FC236}">
                <a16:creationId xmlns:a16="http://schemas.microsoft.com/office/drawing/2014/main" id="{5DEEE535-5104-4786-B8A7-DC2D6A6BBC42}"/>
              </a:ext>
            </a:extLst>
          </p:cNvPr>
          <p:cNvSpPr>
            <a:spLocks xmlns:a="http://schemas.openxmlformats.org/drawingml/2006/main" noGrp="1"/>
          </p:cNvSpPr>
          <p:nvPr/>
        </p:nvSpPr>
        <p:spPr>
          <a:xfrm xmlns:a="http://schemas.openxmlformats.org/drawingml/2006/main">
            <a:off x="19927748" y="1905000"/>
            <a:ext cx="402050" cy="629474"/>
          </a:xfrm>
          <a:prstGeom xmlns:a="http://schemas.openxmlformats.org/drawingml/2006/main" prst="rect">
            <a:avLst/>
          </a:prstGeom>
          <a:noFill xmlns:a="http://schemas.openxmlformats.org/drawingml/2006/main"/>
          <a:ln xmlns:a="http://schemas.openxmlformats.org/drawingml/2006/main" w="23813">
            <a:solidFill>
              <a:srgbClr val="779ABB"/>
            </a:solidFill>
          </a:ln>
        </p:spPr>
      </p:sp>
      <p:sp>
        <p:nvSpPr>
          <p:cNvPr id="465" name="final-regions-label">
            <a:extLst xmlns:a="http://schemas.openxmlformats.org/drawingml/2006/main">
              <a:ext uri="{FF2B5EF4-FFF2-40B4-BE49-F238E27FC236}">
                <a16:creationId xmlns:a16="http://schemas.microsoft.com/office/drawing/2014/main" id="{C6DC2D93-1076-4DD9-BBA5-38B9B8E44C31}"/>
              </a:ext>
            </a:extLst>
          </p:cNvPr>
          <p:cNvSpPr>
            <a:spLocks xmlns:a="http://schemas.openxmlformats.org/drawingml/2006/main" noGrp="1"/>
          </p:cNvSpPr>
          <p:nvPr/>
        </p:nvSpPr>
        <p:spPr>
          <a:xfrm xmlns:a="http://schemas.openxmlformats.org/drawingml/2006/main">
            <a:off x="19145250" y="2667000"/>
            <a:ext cx="1200150" cy="2762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i="0">
                <a:solidFill>
                  <a:srgbClr val="2B3540"/>
                </a:solidFill>
                <a:latin typeface="Times New Roman"/>
                <a:ea typeface="Times New Roman"/>
                <a:cs typeface="Times New Roman"/>
              </a:defRPr>
            </a:pPr>
            <a:r>
              <a:rPr sz="1875" b="1" i="0">
                <a:solidFill>
                  <a:srgbClr val="2B3540"/>
                </a:solidFill>
                <a:latin typeface="Times New Roman"/>
                <a:ea typeface="Times New Roman"/>
                <a:cs typeface="Times New Roman"/>
              </a:rPr>
              <a:t>2 regions</a:t>
            </a:r>
          </a:p>
        </p:txBody>
      </p:sp>
      <p:sp>
        <p:nvSpPr>
          <p:cNvPr id="466" name="illustrative-label">
            <a:extLst xmlns:a="http://schemas.openxmlformats.org/drawingml/2006/main">
              <a:ext uri="{FF2B5EF4-FFF2-40B4-BE49-F238E27FC236}">
                <a16:creationId xmlns:a16="http://schemas.microsoft.com/office/drawing/2014/main" id="{D293294A-EF34-4632-8874-893FF6F648D8}"/>
              </a:ext>
            </a:extLst>
          </p:cNvPr>
          <p:cNvSpPr>
            <a:spLocks xmlns:a="http://schemas.openxmlformats.org/drawingml/2006/main" noGrp="1"/>
          </p:cNvSpPr>
          <p:nvPr/>
        </p:nvSpPr>
        <p:spPr>
          <a:xfrm xmlns:a="http://schemas.openxmlformats.org/drawingml/2006/main">
            <a:off x="18954750" y="3067050"/>
            <a:ext cx="1466850" cy="3238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73808C"/>
                </a:solidFill>
                <a:latin typeface="Times New Roman"/>
                <a:ea typeface="Times New Roman"/>
                <a:cs typeface="Times New Roman"/>
              </a:defRPr>
            </a:pPr>
            <a:r>
              <a:rPr sz="1725" b="0" i="0">
                <a:solidFill>
                  <a:srgbClr val="73808C"/>
                </a:solidFill>
                <a:latin typeface="Times New Roman"/>
                <a:ea typeface="Times New Roman"/>
                <a:cs typeface="Times New Roman"/>
              </a:rPr>
              <a:t>MLLM example</a:t>
            </a:r>
          </a:p>
        </p:txBody>
      </p:sp>
      <p:sp>
        <p:nvSpPr>
          <p:cNvPr id="467" name="expert-answer-to-output-1">
            <a:extLst xmlns:a="http://schemas.openxmlformats.org/drawingml/2006/main">
              <a:ext uri="{FF2B5EF4-FFF2-40B4-BE49-F238E27FC236}">
                <a16:creationId xmlns:a16="http://schemas.microsoft.com/office/drawing/2014/main" id="{0E99177B-C20E-45ED-BE9C-E1A1AE354199}"/>
              </a:ext>
            </a:extLst>
          </p:cNvPr>
          <p:cNvSpPr>
            <a:spLocks xmlns:a="http://schemas.openxmlformats.org/drawingml/2006/main" noGrp="1"/>
          </p:cNvSpPr>
          <p:nvPr/>
        </p:nvSpPr>
        <p:spPr>
          <a:xfrm xmlns:a="http://schemas.openxmlformats.org/drawingml/2006/main" flipV="0">
            <a:off x="18688050" y="1790700"/>
            <a:ext cx="180975" cy="95"/>
          </a:xfrm>
          <a:prstGeom xmlns:a="http://schemas.openxmlformats.org/drawingml/2006/main" prst="line">
            <a:avLst/>
          </a:prstGeom>
          <a:noFill xmlns:a="http://schemas.openxmlformats.org/drawingml/2006/main"/>
          <a:ln xmlns:a="http://schemas.openxmlformats.org/drawingml/2006/main" w="23813">
            <a:solidFill>
              <a:srgbClr val="7F9B6A"/>
            </a:solidFill>
            <a:prstDash val="solid"/>
          </a:ln>
        </p:spPr>
      </p:sp>
      <p:sp>
        <p:nvSpPr>
          <p:cNvPr id="468" name="expert-answer-to-output-2">
            <a:extLst xmlns:a="http://schemas.openxmlformats.org/drawingml/2006/main">
              <a:ext uri="{FF2B5EF4-FFF2-40B4-BE49-F238E27FC236}">
                <a16:creationId xmlns:a16="http://schemas.microsoft.com/office/drawing/2014/main" id="{74E942C2-B72A-4C58-929E-D908B7C54872}"/>
              </a:ext>
            </a:extLst>
          </p:cNvPr>
          <p:cNvSpPr>
            <a:spLocks xmlns:a="http://schemas.openxmlformats.org/drawingml/2006/main" noGrp="1"/>
          </p:cNvSpPr>
          <p:nvPr/>
        </p:nvSpPr>
        <p:spPr>
          <a:xfrm xmlns:a="http://schemas.openxmlformats.org/drawingml/2006/main" flipV="0">
            <a:off x="18869025" y="1790700"/>
            <a:ext cx="95" cy="323850"/>
          </a:xfrm>
          <a:prstGeom xmlns:a="http://schemas.openxmlformats.org/drawingml/2006/main" prst="line">
            <a:avLst/>
          </a:prstGeom>
          <a:noFill xmlns:a="http://schemas.openxmlformats.org/drawingml/2006/main"/>
          <a:ln xmlns:a="http://schemas.openxmlformats.org/drawingml/2006/main" w="23813">
            <a:solidFill>
              <a:srgbClr val="7F9B6A"/>
            </a:solidFill>
            <a:prstDash val="solid"/>
          </a:ln>
        </p:spPr>
      </p:sp>
      <p:sp>
        <p:nvSpPr>
          <p:cNvPr id="469" name="expert-answer-to-output-3">
            <a:extLst xmlns:a="http://schemas.openxmlformats.org/drawingml/2006/main">
              <a:ext uri="{FF2B5EF4-FFF2-40B4-BE49-F238E27FC236}">
                <a16:creationId xmlns:a16="http://schemas.microsoft.com/office/drawing/2014/main" id="{5AB99863-57CF-449A-9D88-9A85A84745E3}"/>
              </a:ext>
            </a:extLst>
          </p:cNvPr>
          <p:cNvSpPr>
            <a:spLocks xmlns:a="http://schemas.openxmlformats.org/drawingml/2006/main" noGrp="1"/>
          </p:cNvSpPr>
          <p:nvPr/>
        </p:nvSpPr>
        <p:spPr>
          <a:xfrm xmlns:a="http://schemas.openxmlformats.org/drawingml/2006/main" flipV="0">
            <a:off x="18869025" y="2114550"/>
            <a:ext cx="238125" cy="95"/>
          </a:xfrm>
          <a:prstGeom xmlns:a="http://schemas.openxmlformats.org/drawingml/2006/main" prst="line">
            <a:avLst/>
          </a:prstGeom>
          <a:noFill xmlns:a="http://schemas.openxmlformats.org/drawingml/2006/main"/>
          <a:ln xmlns:a="http://schemas.openxmlformats.org/drawingml/2006/main" w="23813">
            <a:solidFill>
              <a:srgbClr val="7F9B6A"/>
            </a:solidFill>
            <a:prstDash val="solid"/>
          </a:ln>
        </p:spPr>
      </p:sp>
      <p:sp>
        <p:nvSpPr>
          <p:cNvPr id="470" name="expert-answer-to-output-head">
            <a:extLst xmlns:a="http://schemas.openxmlformats.org/drawingml/2006/main">
              <a:ext uri="{FF2B5EF4-FFF2-40B4-BE49-F238E27FC236}">
                <a16:creationId xmlns:a16="http://schemas.microsoft.com/office/drawing/2014/main" id="{8A8B5E5E-CCD3-4613-B4D7-6E7C15F8249F}"/>
              </a:ext>
            </a:extLst>
          </p:cNvPr>
          <p:cNvSpPr>
            <a:spLocks xmlns:a="http://schemas.openxmlformats.org/drawingml/2006/main" noGrp="1"/>
          </p:cNvSpPr>
          <p:nvPr/>
        </p:nvSpPr>
        <p:spPr>
          <a:xfrm xmlns:a="http://schemas.openxmlformats.org/drawingml/2006/main">
            <a:off x="18983325" y="2066925"/>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7F9B6A"/>
          </a:solidFill>
          <a:ln xmlns:a="http://schemas.openxmlformats.org/drawingml/2006/main" w="15240">
            <a:noFill/>
          </a:ln>
        </p:spPr>
      </p:sp>
      <p:sp>
        <p:nvSpPr>
          <p:cNvPr id="471" name="mllm-answer-to-output-1">
            <a:extLst xmlns:a="http://schemas.openxmlformats.org/drawingml/2006/main">
              <a:ext uri="{FF2B5EF4-FFF2-40B4-BE49-F238E27FC236}">
                <a16:creationId xmlns:a16="http://schemas.microsoft.com/office/drawing/2014/main" id="{7BFA424F-1A49-430E-A1B2-2CB1EE9D5BF5}"/>
              </a:ext>
            </a:extLst>
          </p:cNvPr>
          <p:cNvSpPr>
            <a:spLocks xmlns:a="http://schemas.openxmlformats.org/drawingml/2006/main" noGrp="1"/>
          </p:cNvSpPr>
          <p:nvPr/>
        </p:nvSpPr>
        <p:spPr>
          <a:xfrm xmlns:a="http://schemas.openxmlformats.org/drawingml/2006/main" flipV="0">
            <a:off x="17878425" y="2562225"/>
            <a:ext cx="95" cy="1143000"/>
          </a:xfrm>
          <a:prstGeom xmlns:a="http://schemas.openxmlformats.org/drawingml/2006/main" prst="line">
            <a:avLst/>
          </a:prstGeom>
          <a:noFill xmlns:a="http://schemas.openxmlformats.org/drawingml/2006/main"/>
          <a:ln xmlns:a="http://schemas.openxmlformats.org/drawingml/2006/main" w="23813">
            <a:solidFill>
              <a:srgbClr val="779ABB"/>
            </a:solidFill>
            <a:prstDash val="solid"/>
          </a:ln>
        </p:spPr>
      </p:sp>
      <p:sp>
        <p:nvSpPr>
          <p:cNvPr id="472" name="mllm-answer-to-output-2">
            <a:extLst xmlns:a="http://schemas.openxmlformats.org/drawingml/2006/main">
              <a:ext uri="{FF2B5EF4-FFF2-40B4-BE49-F238E27FC236}">
                <a16:creationId xmlns:a16="http://schemas.microsoft.com/office/drawing/2014/main" id="{96CC7F42-9FE3-49F3-9C1F-5ABF027A67A4}"/>
              </a:ext>
            </a:extLst>
          </p:cNvPr>
          <p:cNvSpPr>
            <a:spLocks xmlns:a="http://schemas.openxmlformats.org/drawingml/2006/main" noGrp="1"/>
          </p:cNvSpPr>
          <p:nvPr/>
        </p:nvSpPr>
        <p:spPr>
          <a:xfrm xmlns:a="http://schemas.openxmlformats.org/drawingml/2006/main" flipV="0">
            <a:off x="17878425" y="2562225"/>
            <a:ext cx="1228725" cy="95"/>
          </a:xfrm>
          <a:prstGeom xmlns:a="http://schemas.openxmlformats.org/drawingml/2006/main" prst="line">
            <a:avLst/>
          </a:prstGeom>
          <a:noFill xmlns:a="http://schemas.openxmlformats.org/drawingml/2006/main"/>
          <a:ln xmlns:a="http://schemas.openxmlformats.org/drawingml/2006/main" w="23813">
            <a:solidFill>
              <a:srgbClr val="779ABB"/>
            </a:solidFill>
            <a:prstDash val="solid"/>
          </a:ln>
        </p:spPr>
      </p:sp>
      <p:sp>
        <p:nvSpPr>
          <p:cNvPr id="473" name="mllm-answer-to-output-head">
            <a:extLst xmlns:a="http://schemas.openxmlformats.org/drawingml/2006/main">
              <a:ext uri="{FF2B5EF4-FFF2-40B4-BE49-F238E27FC236}">
                <a16:creationId xmlns:a16="http://schemas.microsoft.com/office/drawing/2014/main" id="{F09B90F8-1042-4E7E-8A81-C888DEF691EA}"/>
              </a:ext>
            </a:extLst>
          </p:cNvPr>
          <p:cNvSpPr>
            <a:spLocks xmlns:a="http://schemas.openxmlformats.org/drawingml/2006/main" noGrp="1"/>
          </p:cNvSpPr>
          <p:nvPr/>
        </p:nvSpPr>
        <p:spPr>
          <a:xfrm xmlns:a="http://schemas.openxmlformats.org/drawingml/2006/main">
            <a:off x="18983325" y="251460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779ABB"/>
          </a:solidFill>
          <a:ln xmlns:a="http://schemas.openxmlformats.org/drawingml/2006/main" w="15240">
            <a:noFill/>
          </a:ln>
        </p:spPr>
      </p:sp>
      <p:sp>
        <p:nvSpPr>
          <p:cNvPr id="474" name="mllm-answer-label-math-0 L(x)">
            <a:extLst xmlns:a="http://schemas.openxmlformats.org/drawingml/2006/main">
              <a:ext uri="{FF2B5EF4-FFF2-40B4-BE49-F238E27FC236}">
                <a16:creationId xmlns:a16="http://schemas.microsoft.com/office/drawing/2014/main" id="{88807A7B-06F3-41B9-8740-165E83D5E306}"/>
              </a:ext>
            </a:extLst>
          </p:cNvPr>
          <p:cNvSpPr>
            <a:spLocks xmlns:a="http://schemas.openxmlformats.org/drawingml/2006/main" noGrp="1"/>
          </p:cNvSpPr>
          <p:nvPr/>
        </p:nvSpPr>
        <p:spPr>
          <a:xfrm xmlns:a="http://schemas.openxmlformats.org/drawingml/2006/main">
            <a:off x="18051241" y="3015710"/>
            <a:ext cx="522912" cy="276225"/>
          </a:xfrm>
          <a:custGeom xmlns:a="http://schemas.openxmlformats.org/drawingml/2006/main">
            <a:pathLst>
              <a:path w="522912" h="276225">
                <a:moveTo>
                  <a:pt x="2676" y="207169"/>
                </a:moveTo>
                <a:lnTo>
                  <a:pt x="1505" y="206942"/>
                </a:lnTo>
                <a:lnTo>
                  <a:pt x="167" y="205129"/>
                </a:lnTo>
                <a:lnTo>
                  <a:pt x="0" y="203543"/>
                </a:lnTo>
                <a:lnTo>
                  <a:pt x="194" y="202605"/>
                </a:lnTo>
                <a:lnTo>
                  <a:pt x="518" y="201169"/>
                </a:lnTo>
                <a:lnTo>
                  <a:pt x="993" y="199659"/>
                </a:lnTo>
                <a:lnTo>
                  <a:pt x="1640" y="198494"/>
                </a:lnTo>
                <a:lnTo>
                  <a:pt x="2493" y="197717"/>
                </a:lnTo>
                <a:lnTo>
                  <a:pt x="3496" y="197458"/>
                </a:lnTo>
                <a:lnTo>
                  <a:pt x="17782" y="196983"/>
                </a:lnTo>
                <a:lnTo>
                  <a:pt x="26975" y="195559"/>
                </a:lnTo>
                <a:lnTo>
                  <a:pt x="28661" y="194641"/>
                </a:lnTo>
                <a:lnTo>
                  <a:pt x="31272" y="190930"/>
                </a:lnTo>
                <a:lnTo>
                  <a:pt x="32197" y="188135"/>
                </a:lnTo>
                <a:lnTo>
                  <a:pt x="70135" y="36427"/>
                </a:lnTo>
                <a:lnTo>
                  <a:pt x="70524" y="34118"/>
                </a:lnTo>
                <a:lnTo>
                  <a:pt x="70653" y="32629"/>
                </a:lnTo>
                <a:lnTo>
                  <a:pt x="70443" y="31302"/>
                </a:lnTo>
                <a:lnTo>
                  <a:pt x="68759" y="29619"/>
                </a:lnTo>
                <a:lnTo>
                  <a:pt x="67287" y="29263"/>
                </a:lnTo>
                <a:lnTo>
                  <a:pt x="59766" y="28453"/>
                </a:lnTo>
                <a:lnTo>
                  <a:pt x="47476" y="28184"/>
                </a:lnTo>
                <a:lnTo>
                  <a:pt x="46287" y="27957"/>
                </a:lnTo>
                <a:lnTo>
                  <a:pt x="44927" y="26144"/>
                </a:lnTo>
                <a:lnTo>
                  <a:pt x="44757" y="24558"/>
                </a:lnTo>
                <a:lnTo>
                  <a:pt x="45599" y="21591"/>
                </a:lnTo>
                <a:lnTo>
                  <a:pt x="46224" y="19767"/>
                </a:lnTo>
                <a:lnTo>
                  <a:pt x="47282" y="18796"/>
                </a:lnTo>
                <a:lnTo>
                  <a:pt x="49332" y="18473"/>
                </a:lnTo>
                <a:lnTo>
                  <a:pt x="130948" y="18473"/>
                </a:lnTo>
                <a:lnTo>
                  <a:pt x="132005" y="18699"/>
                </a:lnTo>
                <a:lnTo>
                  <a:pt x="133214" y="20512"/>
                </a:lnTo>
                <a:lnTo>
                  <a:pt x="133365" y="22098"/>
                </a:lnTo>
                <a:lnTo>
                  <a:pt x="132933" y="24645"/>
                </a:lnTo>
                <a:lnTo>
                  <a:pt x="132415" y="26587"/>
                </a:lnTo>
                <a:lnTo>
                  <a:pt x="131487" y="27784"/>
                </a:lnTo>
                <a:lnTo>
                  <a:pt x="129739" y="28184"/>
                </a:lnTo>
                <a:lnTo>
                  <a:pt x="112745" y="28518"/>
                </a:lnTo>
                <a:lnTo>
                  <a:pt x="102505" y="29522"/>
                </a:lnTo>
                <a:lnTo>
                  <a:pt x="99441" y="30482"/>
                </a:lnTo>
                <a:lnTo>
                  <a:pt x="95254" y="34539"/>
                </a:lnTo>
                <a:lnTo>
                  <a:pt x="94132" y="37636"/>
                </a:lnTo>
                <a:lnTo>
                  <a:pt x="56367" y="189214"/>
                </a:lnTo>
                <a:lnTo>
                  <a:pt x="55461" y="192419"/>
                </a:lnTo>
                <a:lnTo>
                  <a:pt x="55159" y="195300"/>
                </a:lnTo>
                <a:lnTo>
                  <a:pt x="55747" y="196244"/>
                </a:lnTo>
                <a:lnTo>
                  <a:pt x="60451" y="197323"/>
                </a:lnTo>
                <a:lnTo>
                  <a:pt x="64568" y="197458"/>
                </a:lnTo>
                <a:lnTo>
                  <a:pt x="90205" y="197458"/>
                </a:lnTo>
                <a:lnTo>
                  <a:pt x="100544" y="196918"/>
                </a:lnTo>
                <a:lnTo>
                  <a:pt x="114121" y="194086"/>
                </a:lnTo>
                <a:lnTo>
                  <a:pt x="121885" y="190849"/>
                </a:lnTo>
                <a:lnTo>
                  <a:pt x="125380" y="188826"/>
                </a:lnTo>
                <a:lnTo>
                  <a:pt x="131695" y="184372"/>
                </a:lnTo>
                <a:lnTo>
                  <a:pt x="141687" y="174639"/>
                </a:lnTo>
                <a:lnTo>
                  <a:pt x="145364" y="169360"/>
                </a:lnTo>
                <a:lnTo>
                  <a:pt x="151309" y="158290"/>
                </a:lnTo>
                <a:lnTo>
                  <a:pt x="156197" y="146831"/>
                </a:lnTo>
                <a:lnTo>
                  <a:pt x="158249" y="141689"/>
                </a:lnTo>
                <a:lnTo>
                  <a:pt x="161465" y="135647"/>
                </a:lnTo>
                <a:lnTo>
                  <a:pt x="162628" y="134746"/>
                </a:lnTo>
                <a:lnTo>
                  <a:pt x="165088" y="134746"/>
                </a:lnTo>
                <a:lnTo>
                  <a:pt x="166315" y="134973"/>
                </a:lnTo>
                <a:lnTo>
                  <a:pt x="167718" y="136785"/>
                </a:lnTo>
                <a:lnTo>
                  <a:pt x="167893" y="138372"/>
                </a:lnTo>
                <a:lnTo>
                  <a:pt x="143335" y="205270"/>
                </a:lnTo>
                <a:lnTo>
                  <a:pt x="142504" y="206694"/>
                </a:lnTo>
                <a:lnTo>
                  <a:pt x="140788" y="207169"/>
                </a:lnTo>
                <a:lnTo>
                  <a:pt x="2676" y="207169"/>
                </a:lnTo>
                <a:close/>
                <a:moveTo>
                  <a:pt x="263239" y="275707"/>
                </a:moveTo>
                <a:lnTo>
                  <a:pt x="255821" y="269400"/>
                </a:lnTo>
                <a:lnTo>
                  <a:pt x="242571" y="255460"/>
                </a:lnTo>
                <a:lnTo>
                  <a:pt x="236739" y="247826"/>
                </a:lnTo>
                <a:lnTo>
                  <a:pt x="231441" y="239838"/>
                </a:lnTo>
                <a:lnTo>
                  <a:pt x="222334" y="223070"/>
                </a:lnTo>
                <a:lnTo>
                  <a:pt x="218525" y="214290"/>
                </a:lnTo>
                <a:lnTo>
                  <a:pt x="215210" y="205297"/>
                </a:lnTo>
                <a:lnTo>
                  <a:pt x="209923" y="186695"/>
                </a:lnTo>
                <a:lnTo>
                  <a:pt x="207951" y="177086"/>
                </a:lnTo>
                <a:lnTo>
                  <a:pt x="206421" y="167367"/>
                </a:lnTo>
                <a:lnTo>
                  <a:pt x="204673" y="147880"/>
                </a:lnTo>
                <a:lnTo>
                  <a:pt x="204455" y="138112"/>
                </a:lnTo>
                <a:lnTo>
                  <a:pt x="204673" y="128232"/>
                </a:lnTo>
                <a:lnTo>
                  <a:pt x="206421" y="108615"/>
                </a:lnTo>
                <a:lnTo>
                  <a:pt x="207951" y="98880"/>
                </a:lnTo>
                <a:lnTo>
                  <a:pt x="209931" y="89261"/>
                </a:lnTo>
                <a:lnTo>
                  <a:pt x="215283" y="70572"/>
                </a:lnTo>
                <a:lnTo>
                  <a:pt x="218655" y="61503"/>
                </a:lnTo>
                <a:lnTo>
                  <a:pt x="222526" y="52672"/>
                </a:lnTo>
                <a:lnTo>
                  <a:pt x="231740" y="35882"/>
                </a:lnTo>
                <a:lnTo>
                  <a:pt x="237084" y="27925"/>
                </a:lnTo>
                <a:lnTo>
                  <a:pt x="242927" y="20337"/>
                </a:lnTo>
                <a:lnTo>
                  <a:pt x="256004" y="6633"/>
                </a:lnTo>
                <a:lnTo>
                  <a:pt x="263239" y="518"/>
                </a:lnTo>
                <a:lnTo>
                  <a:pt x="263585" y="130"/>
                </a:lnTo>
                <a:lnTo>
                  <a:pt x="264620" y="0"/>
                </a:lnTo>
                <a:lnTo>
                  <a:pt x="267167" y="0"/>
                </a:lnTo>
                <a:lnTo>
                  <a:pt x="267944" y="183"/>
                </a:lnTo>
                <a:lnTo>
                  <a:pt x="268634" y="734"/>
                </a:lnTo>
                <a:lnTo>
                  <a:pt x="269152" y="1521"/>
                </a:lnTo>
                <a:lnTo>
                  <a:pt x="269325" y="2417"/>
                </a:lnTo>
                <a:lnTo>
                  <a:pt x="269195" y="3464"/>
                </a:lnTo>
                <a:lnTo>
                  <a:pt x="268807" y="4186"/>
                </a:lnTo>
                <a:lnTo>
                  <a:pt x="262335" y="10909"/>
                </a:lnTo>
                <a:lnTo>
                  <a:pt x="251092" y="25065"/>
                </a:lnTo>
                <a:lnTo>
                  <a:pt x="246320" y="32500"/>
                </a:lnTo>
                <a:lnTo>
                  <a:pt x="242050" y="40177"/>
                </a:lnTo>
                <a:lnTo>
                  <a:pt x="234821" y="56275"/>
                </a:lnTo>
                <a:lnTo>
                  <a:pt x="231862" y="64697"/>
                </a:lnTo>
                <a:lnTo>
                  <a:pt x="229332" y="73299"/>
                </a:lnTo>
                <a:lnTo>
                  <a:pt x="225404" y="90974"/>
                </a:lnTo>
                <a:lnTo>
                  <a:pt x="224007" y="100045"/>
                </a:lnTo>
                <a:lnTo>
                  <a:pt x="222194" y="118691"/>
                </a:lnTo>
                <a:lnTo>
                  <a:pt x="221590" y="138112"/>
                </a:lnTo>
                <a:lnTo>
                  <a:pt x="221773" y="148921"/>
                </a:lnTo>
                <a:lnTo>
                  <a:pt x="223239" y="169550"/>
                </a:lnTo>
                <a:lnTo>
                  <a:pt x="226171" y="188862"/>
                </a:lnTo>
                <a:lnTo>
                  <a:pt x="230570" y="206856"/>
                </a:lnTo>
                <a:lnTo>
                  <a:pt x="236434" y="223532"/>
                </a:lnTo>
                <a:lnTo>
                  <a:pt x="243764" y="238890"/>
                </a:lnTo>
                <a:lnTo>
                  <a:pt x="252561" y="252930"/>
                </a:lnTo>
                <a:lnTo>
                  <a:pt x="262824" y="265653"/>
                </a:lnTo>
                <a:lnTo>
                  <a:pt x="268505" y="271521"/>
                </a:lnTo>
                <a:lnTo>
                  <a:pt x="269120" y="272481"/>
                </a:lnTo>
                <a:lnTo>
                  <a:pt x="269325" y="273808"/>
                </a:lnTo>
                <a:lnTo>
                  <a:pt x="269141" y="274509"/>
                </a:lnTo>
                <a:lnTo>
                  <a:pt x="268591" y="275319"/>
                </a:lnTo>
                <a:lnTo>
                  <a:pt x="267868" y="275998"/>
                </a:lnTo>
                <a:lnTo>
                  <a:pt x="267167" y="276225"/>
                </a:lnTo>
                <a:lnTo>
                  <a:pt x="264620" y="276225"/>
                </a:lnTo>
                <a:lnTo>
                  <a:pt x="263585" y="276095"/>
                </a:lnTo>
                <a:lnTo>
                  <a:pt x="263239" y="275707"/>
                </a:lnTo>
                <a:close/>
                <a:moveTo>
                  <a:pt x="306415" y="199227"/>
                </a:moveTo>
                <a:lnTo>
                  <a:pt x="309105" y="200870"/>
                </a:lnTo>
                <a:lnTo>
                  <a:pt x="315989" y="202747"/>
                </a:lnTo>
                <a:lnTo>
                  <a:pt x="320184" y="202982"/>
                </a:lnTo>
                <a:lnTo>
                  <a:pt x="324373" y="202464"/>
                </a:lnTo>
                <a:lnTo>
                  <a:pt x="331991" y="198321"/>
                </a:lnTo>
                <a:lnTo>
                  <a:pt x="335419" y="194696"/>
                </a:lnTo>
                <a:lnTo>
                  <a:pt x="338459" y="190455"/>
                </a:lnTo>
                <a:lnTo>
                  <a:pt x="342969" y="181391"/>
                </a:lnTo>
                <a:lnTo>
                  <a:pt x="344440" y="176568"/>
                </a:lnTo>
                <a:lnTo>
                  <a:pt x="356999" y="127581"/>
                </a:lnTo>
                <a:lnTo>
                  <a:pt x="359233" y="116360"/>
                </a:lnTo>
                <a:lnTo>
                  <a:pt x="359977" y="109368"/>
                </a:lnTo>
                <a:lnTo>
                  <a:pt x="359737" y="106044"/>
                </a:lnTo>
                <a:lnTo>
                  <a:pt x="357816" y="100045"/>
                </a:lnTo>
                <a:lnTo>
                  <a:pt x="356136" y="97369"/>
                </a:lnTo>
                <a:lnTo>
                  <a:pt x="354024" y="95122"/>
                </a:lnTo>
                <a:lnTo>
                  <a:pt x="348651" y="92554"/>
                </a:lnTo>
                <a:lnTo>
                  <a:pt x="345389" y="92233"/>
                </a:lnTo>
                <a:lnTo>
                  <a:pt x="341076" y="92576"/>
                </a:lnTo>
                <a:lnTo>
                  <a:pt x="332854" y="95316"/>
                </a:lnTo>
                <a:lnTo>
                  <a:pt x="328945" y="97715"/>
                </a:lnTo>
                <a:lnTo>
                  <a:pt x="325255" y="100639"/>
                </a:lnTo>
                <a:lnTo>
                  <a:pt x="318781" y="107587"/>
                </a:lnTo>
                <a:lnTo>
                  <a:pt x="315997" y="111612"/>
                </a:lnTo>
                <a:lnTo>
                  <a:pt x="313559" y="115834"/>
                </a:lnTo>
                <a:lnTo>
                  <a:pt x="309847" y="124358"/>
                </a:lnTo>
                <a:lnTo>
                  <a:pt x="308574" y="128660"/>
                </a:lnTo>
                <a:lnTo>
                  <a:pt x="307775" y="129988"/>
                </a:lnTo>
                <a:lnTo>
                  <a:pt x="306415" y="130430"/>
                </a:lnTo>
                <a:lnTo>
                  <a:pt x="303049" y="130430"/>
                </a:lnTo>
                <a:lnTo>
                  <a:pt x="302105" y="130268"/>
                </a:lnTo>
                <a:lnTo>
                  <a:pt x="301026" y="128973"/>
                </a:lnTo>
                <a:lnTo>
                  <a:pt x="300891" y="127840"/>
                </a:lnTo>
                <a:lnTo>
                  <a:pt x="300891" y="127064"/>
                </a:lnTo>
                <a:lnTo>
                  <a:pt x="302467" y="121960"/>
                </a:lnTo>
                <a:lnTo>
                  <a:pt x="307041" y="111947"/>
                </a:lnTo>
                <a:lnTo>
                  <a:pt x="310041" y="107037"/>
                </a:lnTo>
                <a:lnTo>
                  <a:pt x="313459" y="102373"/>
                </a:lnTo>
                <a:lnTo>
                  <a:pt x="321379" y="94453"/>
                </a:lnTo>
                <a:lnTo>
                  <a:pt x="325881" y="91197"/>
                </a:lnTo>
                <a:lnTo>
                  <a:pt x="330664" y="88535"/>
                </a:lnTo>
                <a:lnTo>
                  <a:pt x="340698" y="85492"/>
                </a:lnTo>
                <a:lnTo>
                  <a:pt x="345950" y="85112"/>
                </a:lnTo>
                <a:lnTo>
                  <a:pt x="350879" y="85449"/>
                </a:lnTo>
                <a:lnTo>
                  <a:pt x="360007" y="88146"/>
                </a:lnTo>
                <a:lnTo>
                  <a:pt x="364207" y="90507"/>
                </a:lnTo>
                <a:lnTo>
                  <a:pt x="367986" y="93447"/>
                </a:lnTo>
                <a:lnTo>
                  <a:pt x="373748" y="100784"/>
                </a:lnTo>
                <a:lnTo>
                  <a:pt x="375731" y="105181"/>
                </a:lnTo>
                <a:lnTo>
                  <a:pt x="378267" y="101119"/>
                </a:lnTo>
                <a:lnTo>
                  <a:pt x="384309" y="93997"/>
                </a:lnTo>
                <a:lnTo>
                  <a:pt x="387816" y="90939"/>
                </a:lnTo>
                <a:lnTo>
                  <a:pt x="391573" y="88389"/>
                </a:lnTo>
                <a:lnTo>
                  <a:pt x="399623" y="85476"/>
                </a:lnTo>
                <a:lnTo>
                  <a:pt x="403914" y="85112"/>
                </a:lnTo>
                <a:lnTo>
                  <a:pt x="409924" y="85641"/>
                </a:lnTo>
                <a:lnTo>
                  <a:pt x="416042" y="87227"/>
                </a:lnTo>
                <a:lnTo>
                  <a:pt x="419007" y="88403"/>
                </a:lnTo>
                <a:lnTo>
                  <a:pt x="424078" y="91597"/>
                </a:lnTo>
                <a:lnTo>
                  <a:pt x="426185" y="93614"/>
                </a:lnTo>
                <a:lnTo>
                  <a:pt x="427903" y="95907"/>
                </a:lnTo>
                <a:lnTo>
                  <a:pt x="429867" y="101302"/>
                </a:lnTo>
                <a:lnTo>
                  <a:pt x="430113" y="104404"/>
                </a:lnTo>
                <a:lnTo>
                  <a:pt x="429829" y="107782"/>
                </a:lnTo>
                <a:lnTo>
                  <a:pt x="427563" y="113824"/>
                </a:lnTo>
                <a:lnTo>
                  <a:pt x="425581" y="116489"/>
                </a:lnTo>
                <a:lnTo>
                  <a:pt x="423161" y="118699"/>
                </a:lnTo>
                <a:lnTo>
                  <a:pt x="417399" y="121223"/>
                </a:lnTo>
                <a:lnTo>
                  <a:pt x="414057" y="121539"/>
                </a:lnTo>
                <a:lnTo>
                  <a:pt x="411926" y="121361"/>
                </a:lnTo>
                <a:lnTo>
                  <a:pt x="408214" y="119937"/>
                </a:lnTo>
                <a:lnTo>
                  <a:pt x="406633" y="118691"/>
                </a:lnTo>
                <a:lnTo>
                  <a:pt x="405330" y="117174"/>
                </a:lnTo>
                <a:lnTo>
                  <a:pt x="403841" y="113592"/>
                </a:lnTo>
                <a:lnTo>
                  <a:pt x="403655" y="111526"/>
                </a:lnTo>
                <a:lnTo>
                  <a:pt x="403904" y="108723"/>
                </a:lnTo>
                <a:lnTo>
                  <a:pt x="405889" y="103652"/>
                </a:lnTo>
                <a:lnTo>
                  <a:pt x="407626" y="101383"/>
                </a:lnTo>
                <a:lnTo>
                  <a:pt x="409727" y="99406"/>
                </a:lnTo>
                <a:lnTo>
                  <a:pt x="414497" y="96795"/>
                </a:lnTo>
                <a:lnTo>
                  <a:pt x="417165" y="96161"/>
                </a:lnTo>
                <a:lnTo>
                  <a:pt x="414427" y="94442"/>
                </a:lnTo>
                <a:lnTo>
                  <a:pt x="407543" y="92479"/>
                </a:lnTo>
                <a:lnTo>
                  <a:pt x="403396" y="92233"/>
                </a:lnTo>
                <a:lnTo>
                  <a:pt x="399097" y="92748"/>
                </a:lnTo>
                <a:lnTo>
                  <a:pt x="391371" y="96870"/>
                </a:lnTo>
                <a:lnTo>
                  <a:pt x="387945" y="100477"/>
                </a:lnTo>
                <a:lnTo>
                  <a:pt x="384924" y="104715"/>
                </a:lnTo>
                <a:lnTo>
                  <a:pt x="380306" y="113886"/>
                </a:lnTo>
                <a:lnTo>
                  <a:pt x="378709" y="118820"/>
                </a:lnTo>
                <a:lnTo>
                  <a:pt x="366581" y="167634"/>
                </a:lnTo>
                <a:lnTo>
                  <a:pt x="364347" y="177734"/>
                </a:lnTo>
                <a:lnTo>
                  <a:pt x="363603" y="185847"/>
                </a:lnTo>
                <a:lnTo>
                  <a:pt x="363851" y="189241"/>
                </a:lnTo>
                <a:lnTo>
                  <a:pt x="365836" y="195284"/>
                </a:lnTo>
                <a:lnTo>
                  <a:pt x="367574" y="197932"/>
                </a:lnTo>
                <a:lnTo>
                  <a:pt x="369726" y="200142"/>
                </a:lnTo>
                <a:lnTo>
                  <a:pt x="375035" y="202667"/>
                </a:lnTo>
                <a:lnTo>
                  <a:pt x="378191" y="202982"/>
                </a:lnTo>
                <a:lnTo>
                  <a:pt x="381384" y="202804"/>
                </a:lnTo>
                <a:lnTo>
                  <a:pt x="387507" y="201380"/>
                </a:lnTo>
                <a:lnTo>
                  <a:pt x="396035" y="196573"/>
                </a:lnTo>
                <a:lnTo>
                  <a:pt x="401282" y="191588"/>
                </a:lnTo>
                <a:lnTo>
                  <a:pt x="405940" y="185751"/>
                </a:lnTo>
                <a:lnTo>
                  <a:pt x="412652" y="173234"/>
                </a:lnTo>
                <a:lnTo>
                  <a:pt x="414704" y="166555"/>
                </a:lnTo>
                <a:lnTo>
                  <a:pt x="415524" y="165357"/>
                </a:lnTo>
                <a:lnTo>
                  <a:pt x="416862" y="164958"/>
                </a:lnTo>
                <a:lnTo>
                  <a:pt x="420272" y="164958"/>
                </a:lnTo>
                <a:lnTo>
                  <a:pt x="421243" y="165142"/>
                </a:lnTo>
                <a:lnTo>
                  <a:pt x="421998" y="165692"/>
                </a:lnTo>
                <a:lnTo>
                  <a:pt x="422516" y="166479"/>
                </a:lnTo>
                <a:lnTo>
                  <a:pt x="422689" y="167375"/>
                </a:lnTo>
                <a:lnTo>
                  <a:pt x="422624" y="167709"/>
                </a:lnTo>
                <a:lnTo>
                  <a:pt x="422430" y="168195"/>
                </a:lnTo>
                <a:lnTo>
                  <a:pt x="419927" y="176191"/>
                </a:lnTo>
                <a:lnTo>
                  <a:pt x="411683" y="190822"/>
                </a:lnTo>
                <a:lnTo>
                  <a:pt x="405943" y="197458"/>
                </a:lnTo>
                <a:lnTo>
                  <a:pt x="402762" y="200462"/>
                </a:lnTo>
                <a:lnTo>
                  <a:pt x="396094" y="205269"/>
                </a:lnTo>
                <a:lnTo>
                  <a:pt x="389016" y="208474"/>
                </a:lnTo>
                <a:lnTo>
                  <a:pt x="381528" y="210076"/>
                </a:lnTo>
                <a:lnTo>
                  <a:pt x="377630" y="210276"/>
                </a:lnTo>
                <a:lnTo>
                  <a:pt x="372701" y="209937"/>
                </a:lnTo>
                <a:lnTo>
                  <a:pt x="363573" y="207217"/>
                </a:lnTo>
                <a:lnTo>
                  <a:pt x="359373" y="204838"/>
                </a:lnTo>
                <a:lnTo>
                  <a:pt x="355591" y="201857"/>
                </a:lnTo>
                <a:lnTo>
                  <a:pt x="349808" y="194455"/>
                </a:lnTo>
                <a:lnTo>
                  <a:pt x="347806" y="190034"/>
                </a:lnTo>
                <a:lnTo>
                  <a:pt x="345440" y="193964"/>
                </a:lnTo>
                <a:lnTo>
                  <a:pt x="339463" y="201064"/>
                </a:lnTo>
                <a:lnTo>
                  <a:pt x="335851" y="204234"/>
                </a:lnTo>
                <a:lnTo>
                  <a:pt x="331988" y="206877"/>
                </a:lnTo>
                <a:lnTo>
                  <a:pt x="323874" y="209899"/>
                </a:lnTo>
                <a:lnTo>
                  <a:pt x="319623" y="210276"/>
                </a:lnTo>
                <a:lnTo>
                  <a:pt x="313612" y="209748"/>
                </a:lnTo>
                <a:lnTo>
                  <a:pt x="307408" y="208162"/>
                </a:lnTo>
                <a:lnTo>
                  <a:pt x="304425" y="206985"/>
                </a:lnTo>
                <a:lnTo>
                  <a:pt x="299332" y="203791"/>
                </a:lnTo>
                <a:lnTo>
                  <a:pt x="297222" y="201774"/>
                </a:lnTo>
                <a:lnTo>
                  <a:pt x="295523" y="199473"/>
                </a:lnTo>
                <a:lnTo>
                  <a:pt x="293581" y="194013"/>
                </a:lnTo>
                <a:lnTo>
                  <a:pt x="293338" y="190854"/>
                </a:lnTo>
                <a:lnTo>
                  <a:pt x="293618" y="187690"/>
                </a:lnTo>
                <a:lnTo>
                  <a:pt x="295863" y="181799"/>
                </a:lnTo>
                <a:lnTo>
                  <a:pt x="297827" y="179071"/>
                </a:lnTo>
                <a:lnTo>
                  <a:pt x="300233" y="176730"/>
                </a:lnTo>
                <a:lnTo>
                  <a:pt x="305887" y="174054"/>
                </a:lnTo>
                <a:lnTo>
                  <a:pt x="309135" y="173720"/>
                </a:lnTo>
                <a:lnTo>
                  <a:pt x="311330" y="173892"/>
                </a:lnTo>
                <a:lnTo>
                  <a:pt x="315172" y="175273"/>
                </a:lnTo>
                <a:lnTo>
                  <a:pt x="316817" y="176482"/>
                </a:lnTo>
                <a:lnTo>
                  <a:pt x="318177" y="177968"/>
                </a:lnTo>
                <a:lnTo>
                  <a:pt x="319731" y="181572"/>
                </a:lnTo>
                <a:lnTo>
                  <a:pt x="319925" y="183690"/>
                </a:lnTo>
                <a:lnTo>
                  <a:pt x="319682" y="186509"/>
                </a:lnTo>
                <a:lnTo>
                  <a:pt x="317740" y="191580"/>
                </a:lnTo>
                <a:lnTo>
                  <a:pt x="316040" y="193832"/>
                </a:lnTo>
                <a:lnTo>
                  <a:pt x="313998" y="195788"/>
                </a:lnTo>
                <a:lnTo>
                  <a:pt x="309186" y="198485"/>
                </a:lnTo>
                <a:lnTo>
                  <a:pt x="306415" y="199227"/>
                </a:lnTo>
                <a:close/>
                <a:moveTo>
                  <a:pt x="460459" y="276225"/>
                </a:moveTo>
                <a:lnTo>
                  <a:pt x="459383" y="276074"/>
                </a:lnTo>
                <a:lnTo>
                  <a:pt x="458153" y="274865"/>
                </a:lnTo>
                <a:lnTo>
                  <a:pt x="457999" y="273808"/>
                </a:lnTo>
                <a:lnTo>
                  <a:pt x="458140" y="272761"/>
                </a:lnTo>
                <a:lnTo>
                  <a:pt x="458560" y="272039"/>
                </a:lnTo>
                <a:lnTo>
                  <a:pt x="464278" y="266109"/>
                </a:lnTo>
                <a:lnTo>
                  <a:pt x="474607" y="253272"/>
                </a:lnTo>
                <a:lnTo>
                  <a:pt x="483460" y="239135"/>
                </a:lnTo>
                <a:lnTo>
                  <a:pt x="490838" y="223696"/>
                </a:lnTo>
                <a:lnTo>
                  <a:pt x="496740" y="206955"/>
                </a:lnTo>
                <a:lnTo>
                  <a:pt x="501167" y="188912"/>
                </a:lnTo>
                <a:lnTo>
                  <a:pt x="504118" y="169569"/>
                </a:lnTo>
                <a:lnTo>
                  <a:pt x="505593" y="148923"/>
                </a:lnTo>
                <a:lnTo>
                  <a:pt x="505778" y="138112"/>
                </a:lnTo>
                <a:lnTo>
                  <a:pt x="505595" y="127304"/>
                </a:lnTo>
                <a:lnTo>
                  <a:pt x="504136" y="106675"/>
                </a:lnTo>
                <a:lnTo>
                  <a:pt x="501217" y="87363"/>
                </a:lnTo>
                <a:lnTo>
                  <a:pt x="496839" y="69369"/>
                </a:lnTo>
                <a:lnTo>
                  <a:pt x="491002" y="52693"/>
                </a:lnTo>
                <a:lnTo>
                  <a:pt x="483705" y="37335"/>
                </a:lnTo>
                <a:lnTo>
                  <a:pt x="474949" y="23295"/>
                </a:lnTo>
                <a:lnTo>
                  <a:pt x="464734" y="10572"/>
                </a:lnTo>
                <a:lnTo>
                  <a:pt x="459078" y="4704"/>
                </a:lnTo>
                <a:lnTo>
                  <a:pt x="458269" y="3809"/>
                </a:lnTo>
                <a:lnTo>
                  <a:pt x="457999" y="2417"/>
                </a:lnTo>
                <a:lnTo>
                  <a:pt x="458183" y="1521"/>
                </a:lnTo>
                <a:lnTo>
                  <a:pt x="458733" y="734"/>
                </a:lnTo>
                <a:lnTo>
                  <a:pt x="459553" y="183"/>
                </a:lnTo>
                <a:lnTo>
                  <a:pt x="460459" y="0"/>
                </a:lnTo>
                <a:lnTo>
                  <a:pt x="463006" y="0"/>
                </a:lnTo>
                <a:lnTo>
                  <a:pt x="463750" y="130"/>
                </a:lnTo>
                <a:lnTo>
                  <a:pt x="464344" y="518"/>
                </a:lnTo>
                <a:lnTo>
                  <a:pt x="473855" y="8772"/>
                </a:lnTo>
                <a:lnTo>
                  <a:pt x="490386" y="27806"/>
                </a:lnTo>
                <a:lnTo>
                  <a:pt x="497405" y="38585"/>
                </a:lnTo>
                <a:lnTo>
                  <a:pt x="503566" y="49953"/>
                </a:lnTo>
                <a:lnTo>
                  <a:pt x="513234" y="73820"/>
                </a:lnTo>
                <a:lnTo>
                  <a:pt x="516740" y="86320"/>
                </a:lnTo>
                <a:lnTo>
                  <a:pt x="519441" y="99058"/>
                </a:lnTo>
                <a:lnTo>
                  <a:pt x="522526" y="124954"/>
                </a:lnTo>
                <a:lnTo>
                  <a:pt x="522912" y="138112"/>
                </a:lnTo>
                <a:lnTo>
                  <a:pt x="522705" y="147851"/>
                </a:lnTo>
                <a:lnTo>
                  <a:pt x="521043" y="167100"/>
                </a:lnTo>
                <a:lnTo>
                  <a:pt x="519589" y="176611"/>
                </a:lnTo>
                <a:lnTo>
                  <a:pt x="517684" y="186050"/>
                </a:lnTo>
                <a:lnTo>
                  <a:pt x="512419" y="204717"/>
                </a:lnTo>
                <a:lnTo>
                  <a:pt x="509058" y="213945"/>
                </a:lnTo>
                <a:lnTo>
                  <a:pt x="505214" y="222982"/>
                </a:lnTo>
                <a:lnTo>
                  <a:pt x="496086" y="239987"/>
                </a:lnTo>
                <a:lnTo>
                  <a:pt x="490801" y="247955"/>
                </a:lnTo>
                <a:lnTo>
                  <a:pt x="485004" y="255532"/>
                </a:lnTo>
                <a:lnTo>
                  <a:pt x="471776" y="269408"/>
                </a:lnTo>
                <a:lnTo>
                  <a:pt x="464344" y="275707"/>
                </a:lnTo>
                <a:lnTo>
                  <a:pt x="463750" y="276095"/>
                </a:lnTo>
                <a:lnTo>
                  <a:pt x="463006" y="276225"/>
                </a:lnTo>
                <a:lnTo>
                  <a:pt x="460459" y="276225"/>
                </a:lnTo>
                <a:close/>
              </a:path>
            </a:pathLst>
          </a:custGeom>
          <a:solidFill xmlns:a="http://schemas.openxmlformats.org/drawingml/2006/main">
            <a:srgbClr val="779ABB"/>
          </a:solidFill>
          <a:ln xmlns:a="http://schemas.openxmlformats.org/drawingml/2006/main" w="0">
            <a:noFill/>
          </a:ln>
        </p:spPr>
      </p:sp>
      <p:sp>
        <p:nvSpPr>
          <p:cNvPr id="475" name="training-band">
            <a:extLst xmlns:a="http://schemas.openxmlformats.org/drawingml/2006/main">
              <a:ext uri="{FF2B5EF4-FFF2-40B4-BE49-F238E27FC236}">
                <a16:creationId xmlns:a16="http://schemas.microsoft.com/office/drawing/2014/main" id="{2EF22BA9-9FAC-4524-A2FD-2407244D07FF}"/>
              </a:ext>
            </a:extLst>
          </p:cNvPr>
          <p:cNvSpPr>
            <a:spLocks xmlns:a="http://schemas.openxmlformats.org/drawingml/2006/main" noGrp="1"/>
          </p:cNvSpPr>
          <p:nvPr/>
        </p:nvSpPr>
        <p:spPr>
          <a:xfrm xmlns:a="http://schemas.openxmlformats.org/drawingml/2006/main">
            <a:off x="114300" y="7419975"/>
            <a:ext cx="20269200" cy="1076325"/>
          </a:xfrm>
          <a:prstGeom xmlns:a="http://schemas.openxmlformats.org/drawingml/2006/main" prst="roundRect">
            <a:avLst>
              <a:gd name="adj" fmla="val 4425"/>
            </a:avLst>
          </a:prstGeom>
          <a:solidFill xmlns:a="http://schemas.openxmlformats.org/drawingml/2006/main">
            <a:srgbClr val="FAFAF7"/>
          </a:solidFill>
          <a:ln xmlns:a="http://schemas.openxmlformats.org/drawingml/2006/main" w="15240">
            <a:noFill/>
          </a:ln>
        </p:spPr>
      </p:sp>
      <p:sp>
        <p:nvSpPr>
          <p:cNvPr id="476" name="training-divider-1">
            <a:extLst xmlns:a="http://schemas.openxmlformats.org/drawingml/2006/main">
              <a:ext uri="{FF2B5EF4-FFF2-40B4-BE49-F238E27FC236}">
                <a16:creationId xmlns:a16="http://schemas.microsoft.com/office/drawing/2014/main" id="{40700D20-1DA4-4BE6-BABB-B50CDC263247}"/>
              </a:ext>
            </a:extLst>
          </p:cNvPr>
          <p:cNvSpPr>
            <a:spLocks xmlns:a="http://schemas.openxmlformats.org/drawingml/2006/main" noGrp="1"/>
          </p:cNvSpPr>
          <p:nvPr/>
        </p:nvSpPr>
        <p:spPr>
          <a:xfrm xmlns:a="http://schemas.openxmlformats.org/drawingml/2006/main" flipV="0">
            <a:off x="190500" y="7381875"/>
            <a:ext cx="20097750" cy="95"/>
          </a:xfrm>
          <a:prstGeom xmlns:a="http://schemas.openxmlformats.org/drawingml/2006/main" prst="line">
            <a:avLst/>
          </a:prstGeom>
          <a:noFill xmlns:a="http://schemas.openxmlformats.org/drawingml/2006/main"/>
          <a:ln xmlns:a="http://schemas.openxmlformats.org/drawingml/2006/main" w="14288">
            <a:solidFill>
              <a:srgbClr val="B9C0C6"/>
            </a:solidFill>
            <a:prstDash val="dash"/>
          </a:ln>
        </p:spPr>
      </p:sp>
      <p:sp>
        <p:nvSpPr>
          <p:cNvPr id="477" name="training-title">
            <a:extLst xmlns:a="http://schemas.openxmlformats.org/drawingml/2006/main">
              <a:ext uri="{FF2B5EF4-FFF2-40B4-BE49-F238E27FC236}">
                <a16:creationId xmlns:a16="http://schemas.microsoft.com/office/drawing/2014/main" id="{B01587F7-486A-4427-BBB6-4FF89AA0FB8A}"/>
              </a:ext>
            </a:extLst>
          </p:cNvPr>
          <p:cNvSpPr>
            <a:spLocks xmlns:a="http://schemas.openxmlformats.org/drawingml/2006/main" noGrp="1"/>
          </p:cNvSpPr>
          <p:nvPr/>
        </p:nvSpPr>
        <p:spPr>
          <a:xfrm xmlns:a="http://schemas.openxmlformats.org/drawingml/2006/main">
            <a:off x="209550" y="7486650"/>
            <a:ext cx="3390900" cy="3905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i="0">
                <a:solidFill>
                  <a:srgbClr val="2B3540"/>
                </a:solidFill>
                <a:latin typeface="Times New Roman"/>
                <a:ea typeface="Times New Roman"/>
                <a:cs typeface="Times New Roman"/>
              </a:defRPr>
            </a:pPr>
            <a:r>
              <a:rPr sz="2700" b="1" i="0">
                <a:solidFill>
                  <a:srgbClr val="2B3540"/>
                </a:solidFill>
                <a:latin typeface="Times New Roman"/>
                <a:ea typeface="Times New Roman"/>
                <a:cs typeface="Times New Roman"/>
              </a:rPr>
              <a:t>Offline supervision</a:t>
            </a:r>
          </a:p>
        </p:txBody>
      </p:sp>
      <p:sp>
        <p:nvSpPr>
          <p:cNvPr id="478" name="cached-labels-words-0">
            <a:extLst xmlns:a="http://schemas.openxmlformats.org/drawingml/2006/main">
              <a:ext uri="{FF2B5EF4-FFF2-40B4-BE49-F238E27FC236}">
                <a16:creationId xmlns:a16="http://schemas.microsoft.com/office/drawing/2014/main" id="{C101C773-DB0D-4C48-99F9-EC4ADE68CB7B}"/>
              </a:ext>
            </a:extLst>
          </p:cNvPr>
          <p:cNvSpPr>
            <a:spLocks xmlns:a="http://schemas.openxmlformats.org/drawingml/2006/main" noGrp="1"/>
          </p:cNvSpPr>
          <p:nvPr/>
        </p:nvSpPr>
        <p:spPr>
          <a:xfrm xmlns:a="http://schemas.openxmlformats.org/drawingml/2006/main">
            <a:off x="209550" y="7953375"/>
            <a:ext cx="842772" cy="3429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i="0">
                <a:solidFill>
                  <a:srgbClr val="73808C"/>
                </a:solidFill>
                <a:latin typeface="Times New Roman"/>
                <a:ea typeface="Times New Roman"/>
                <a:cs typeface="Times New Roman"/>
              </a:defRPr>
            </a:pPr>
            <a:r>
              <a:rPr sz="2025" b="0" i="0">
                <a:solidFill>
                  <a:srgbClr val="73808C"/>
                </a:solidFill>
                <a:latin typeface="Times New Roman"/>
                <a:ea typeface="Times New Roman"/>
                <a:cs typeface="Times New Roman"/>
              </a:rPr>
              <a:t>Cached </a:t>
            </a:r>
          </a:p>
        </p:txBody>
      </p:sp>
      <p:sp>
        <p:nvSpPr>
          <p:cNvPr id="479" name="cached-labels-math-1 S(x)">
            <a:extLst xmlns:a="http://schemas.openxmlformats.org/drawingml/2006/main">
              <a:ext uri="{FF2B5EF4-FFF2-40B4-BE49-F238E27FC236}">
                <a16:creationId xmlns:a16="http://schemas.microsoft.com/office/drawing/2014/main" id="{9A94570F-38EF-49BD-8B6F-96B9D47A3E71}"/>
              </a:ext>
            </a:extLst>
          </p:cNvPr>
          <p:cNvSpPr>
            <a:spLocks xmlns:a="http://schemas.openxmlformats.org/drawingml/2006/main" noGrp="1"/>
          </p:cNvSpPr>
          <p:nvPr/>
        </p:nvSpPr>
        <p:spPr>
          <a:xfrm xmlns:a="http://schemas.openxmlformats.org/drawingml/2006/main">
            <a:off x="1056500" y="8019383"/>
            <a:ext cx="465381" cy="257175"/>
          </a:xfrm>
          <a:custGeom xmlns:a="http://schemas.openxmlformats.org/drawingml/2006/main">
            <a:pathLst>
              <a:path w="465381" h="257175">
                <a:moveTo>
                  <a:pt x="2009" y="198547"/>
                </a:moveTo>
                <a:lnTo>
                  <a:pt x="1276" y="198326"/>
                </a:lnTo>
                <a:lnTo>
                  <a:pt x="603" y="197663"/>
                </a:lnTo>
                <a:lnTo>
                  <a:pt x="151" y="196809"/>
                </a:lnTo>
                <a:lnTo>
                  <a:pt x="0" y="196016"/>
                </a:lnTo>
                <a:lnTo>
                  <a:pt x="14787" y="135981"/>
                </a:lnTo>
                <a:lnTo>
                  <a:pt x="15591" y="134866"/>
                </a:lnTo>
                <a:lnTo>
                  <a:pt x="16958" y="134495"/>
                </a:lnTo>
                <a:lnTo>
                  <a:pt x="19971" y="134495"/>
                </a:lnTo>
                <a:lnTo>
                  <a:pt x="20865" y="134685"/>
                </a:lnTo>
                <a:lnTo>
                  <a:pt x="21538" y="135258"/>
                </a:lnTo>
                <a:lnTo>
                  <a:pt x="21960" y="136082"/>
                </a:lnTo>
                <a:lnTo>
                  <a:pt x="22101" y="137106"/>
                </a:lnTo>
                <a:lnTo>
                  <a:pt x="20504" y="145435"/>
                </a:lnTo>
                <a:lnTo>
                  <a:pt x="19971" y="152818"/>
                </a:lnTo>
                <a:lnTo>
                  <a:pt x="20171" y="157320"/>
                </a:lnTo>
                <a:lnTo>
                  <a:pt x="21768" y="165427"/>
                </a:lnTo>
                <a:lnTo>
                  <a:pt x="24963" y="172339"/>
                </a:lnTo>
                <a:lnTo>
                  <a:pt x="29755" y="178055"/>
                </a:lnTo>
                <a:lnTo>
                  <a:pt x="32750" y="180465"/>
                </a:lnTo>
                <a:lnTo>
                  <a:pt x="36058" y="182583"/>
                </a:lnTo>
                <a:lnTo>
                  <a:pt x="43296" y="185974"/>
                </a:lnTo>
                <a:lnTo>
                  <a:pt x="55707" y="188941"/>
                </a:lnTo>
                <a:lnTo>
                  <a:pt x="65017" y="189506"/>
                </a:lnTo>
                <a:lnTo>
                  <a:pt x="69219" y="189247"/>
                </a:lnTo>
                <a:lnTo>
                  <a:pt x="77517" y="187178"/>
                </a:lnTo>
                <a:lnTo>
                  <a:pt x="81613" y="185367"/>
                </a:lnTo>
                <a:lnTo>
                  <a:pt x="85561" y="183124"/>
                </a:lnTo>
                <a:lnTo>
                  <a:pt x="92673" y="177719"/>
                </a:lnTo>
                <a:lnTo>
                  <a:pt x="95838" y="174558"/>
                </a:lnTo>
                <a:lnTo>
                  <a:pt x="98736" y="171127"/>
                </a:lnTo>
                <a:lnTo>
                  <a:pt x="103598" y="163693"/>
                </a:lnTo>
                <a:lnTo>
                  <a:pt x="105562" y="159690"/>
                </a:lnTo>
                <a:lnTo>
                  <a:pt x="107162" y="155558"/>
                </a:lnTo>
                <a:lnTo>
                  <a:pt x="108990" y="147220"/>
                </a:lnTo>
                <a:lnTo>
                  <a:pt x="109219" y="143013"/>
                </a:lnTo>
                <a:lnTo>
                  <a:pt x="108920" y="138616"/>
                </a:lnTo>
                <a:lnTo>
                  <a:pt x="106529" y="130559"/>
                </a:lnTo>
                <a:lnTo>
                  <a:pt x="104437" y="126900"/>
                </a:lnTo>
                <a:lnTo>
                  <a:pt x="101838" y="123663"/>
                </a:lnTo>
                <a:lnTo>
                  <a:pt x="95268" y="119102"/>
                </a:lnTo>
                <a:lnTo>
                  <a:pt x="91297" y="117778"/>
                </a:lnTo>
                <a:lnTo>
                  <a:pt x="59874" y="109500"/>
                </a:lnTo>
                <a:lnTo>
                  <a:pt x="53864" y="107383"/>
                </a:lnTo>
                <a:lnTo>
                  <a:pt x="43757" y="100572"/>
                </a:lnTo>
                <a:lnTo>
                  <a:pt x="39661" y="95878"/>
                </a:lnTo>
                <a:lnTo>
                  <a:pt x="36374" y="90594"/>
                </a:lnTo>
                <a:lnTo>
                  <a:pt x="32616" y="79061"/>
                </a:lnTo>
                <a:lnTo>
                  <a:pt x="32147" y="72813"/>
                </a:lnTo>
                <a:lnTo>
                  <a:pt x="32720" y="65168"/>
                </a:lnTo>
                <a:lnTo>
                  <a:pt x="37300" y="50300"/>
                </a:lnTo>
                <a:lnTo>
                  <a:pt x="41309" y="43077"/>
                </a:lnTo>
                <a:lnTo>
                  <a:pt x="46239" y="36281"/>
                </a:lnTo>
                <a:lnTo>
                  <a:pt x="58193" y="24828"/>
                </a:lnTo>
                <a:lnTo>
                  <a:pt x="65218" y="20172"/>
                </a:lnTo>
                <a:lnTo>
                  <a:pt x="72629" y="16392"/>
                </a:lnTo>
                <a:lnTo>
                  <a:pt x="87678" y="12073"/>
                </a:lnTo>
                <a:lnTo>
                  <a:pt x="95315" y="11533"/>
                </a:lnTo>
                <a:lnTo>
                  <a:pt x="101082" y="11804"/>
                </a:lnTo>
                <a:lnTo>
                  <a:pt x="111891" y="13974"/>
                </a:lnTo>
                <a:lnTo>
                  <a:pt x="116934" y="15873"/>
                </a:lnTo>
                <a:lnTo>
                  <a:pt x="121588" y="18359"/>
                </a:lnTo>
                <a:lnTo>
                  <a:pt x="129163" y="25230"/>
                </a:lnTo>
                <a:lnTo>
                  <a:pt x="132083" y="29615"/>
                </a:lnTo>
                <a:lnTo>
                  <a:pt x="146791" y="12296"/>
                </a:lnTo>
                <a:lnTo>
                  <a:pt x="147976" y="11724"/>
                </a:lnTo>
                <a:lnTo>
                  <a:pt x="148559" y="11533"/>
                </a:lnTo>
                <a:lnTo>
                  <a:pt x="150166" y="11533"/>
                </a:lnTo>
                <a:lnTo>
                  <a:pt x="151070" y="11754"/>
                </a:lnTo>
                <a:lnTo>
                  <a:pt x="151774" y="12417"/>
                </a:lnTo>
                <a:lnTo>
                  <a:pt x="152256" y="13301"/>
                </a:lnTo>
                <a:lnTo>
                  <a:pt x="152416" y="14185"/>
                </a:lnTo>
                <a:lnTo>
                  <a:pt x="137508" y="73817"/>
                </a:lnTo>
                <a:lnTo>
                  <a:pt x="136805" y="75143"/>
                </a:lnTo>
                <a:lnTo>
                  <a:pt x="135499" y="75585"/>
                </a:lnTo>
                <a:lnTo>
                  <a:pt x="132324" y="75585"/>
                </a:lnTo>
                <a:lnTo>
                  <a:pt x="131340" y="75412"/>
                </a:lnTo>
                <a:lnTo>
                  <a:pt x="130215" y="74026"/>
                </a:lnTo>
                <a:lnTo>
                  <a:pt x="130074" y="72813"/>
                </a:lnTo>
                <a:lnTo>
                  <a:pt x="131008" y="65188"/>
                </a:lnTo>
                <a:lnTo>
                  <a:pt x="131320" y="58628"/>
                </a:lnTo>
                <a:lnTo>
                  <a:pt x="131064" y="52854"/>
                </a:lnTo>
                <a:lnTo>
                  <a:pt x="129014" y="42467"/>
                </a:lnTo>
                <a:lnTo>
                  <a:pt x="127221" y="37853"/>
                </a:lnTo>
                <a:lnTo>
                  <a:pt x="124931" y="33699"/>
                </a:lnTo>
                <a:lnTo>
                  <a:pt x="118783" y="26988"/>
                </a:lnTo>
                <a:lnTo>
                  <a:pt x="114925" y="24432"/>
                </a:lnTo>
                <a:lnTo>
                  <a:pt x="110578" y="22427"/>
                </a:lnTo>
                <a:lnTo>
                  <a:pt x="100391" y="20137"/>
                </a:lnTo>
                <a:lnTo>
                  <a:pt x="94552" y="19851"/>
                </a:lnTo>
                <a:lnTo>
                  <a:pt x="89414" y="20220"/>
                </a:lnTo>
                <a:lnTo>
                  <a:pt x="79167" y="23173"/>
                </a:lnTo>
                <a:lnTo>
                  <a:pt x="74058" y="25758"/>
                </a:lnTo>
                <a:lnTo>
                  <a:pt x="69219" y="28937"/>
                </a:lnTo>
                <a:lnTo>
                  <a:pt x="61001" y="36773"/>
                </a:lnTo>
                <a:lnTo>
                  <a:pt x="57623" y="41429"/>
                </a:lnTo>
                <a:lnTo>
                  <a:pt x="54881" y="46377"/>
                </a:lnTo>
                <a:lnTo>
                  <a:pt x="51746" y="56543"/>
                </a:lnTo>
                <a:lnTo>
                  <a:pt x="51355" y="61762"/>
                </a:lnTo>
                <a:lnTo>
                  <a:pt x="51656" y="65801"/>
                </a:lnTo>
                <a:lnTo>
                  <a:pt x="54067" y="73154"/>
                </a:lnTo>
                <a:lnTo>
                  <a:pt x="56177" y="76469"/>
                </a:lnTo>
                <a:lnTo>
                  <a:pt x="58789" y="79408"/>
                </a:lnTo>
                <a:lnTo>
                  <a:pt x="65218" y="83748"/>
                </a:lnTo>
                <a:lnTo>
                  <a:pt x="69035" y="85149"/>
                </a:lnTo>
                <a:lnTo>
                  <a:pt x="100459" y="93306"/>
                </a:lnTo>
                <a:lnTo>
                  <a:pt x="104583" y="94647"/>
                </a:lnTo>
                <a:lnTo>
                  <a:pt x="112017" y="98626"/>
                </a:lnTo>
                <a:lnTo>
                  <a:pt x="115327" y="101263"/>
                </a:lnTo>
                <a:lnTo>
                  <a:pt x="118308" y="104251"/>
                </a:lnTo>
                <a:lnTo>
                  <a:pt x="123110" y="111042"/>
                </a:lnTo>
                <a:lnTo>
                  <a:pt x="124931" y="114845"/>
                </a:lnTo>
                <a:lnTo>
                  <a:pt x="126355" y="118853"/>
                </a:lnTo>
                <a:lnTo>
                  <a:pt x="127982" y="127412"/>
                </a:lnTo>
                <a:lnTo>
                  <a:pt x="128186" y="131963"/>
                </a:lnTo>
                <a:lnTo>
                  <a:pt x="127864" y="138033"/>
                </a:lnTo>
                <a:lnTo>
                  <a:pt x="125293" y="150068"/>
                </a:lnTo>
                <a:lnTo>
                  <a:pt x="123042" y="156033"/>
                </a:lnTo>
                <a:lnTo>
                  <a:pt x="120214" y="161832"/>
                </a:lnTo>
                <a:lnTo>
                  <a:pt x="113021" y="172661"/>
                </a:lnTo>
                <a:lnTo>
                  <a:pt x="108656" y="177692"/>
                </a:lnTo>
                <a:lnTo>
                  <a:pt x="103900" y="182326"/>
                </a:lnTo>
                <a:lnTo>
                  <a:pt x="93452" y="189981"/>
                </a:lnTo>
                <a:lnTo>
                  <a:pt x="87761" y="193002"/>
                </a:lnTo>
                <a:lnTo>
                  <a:pt x="81884" y="195428"/>
                </a:lnTo>
                <a:lnTo>
                  <a:pt x="69949" y="198201"/>
                </a:lnTo>
                <a:lnTo>
                  <a:pt x="63892" y="198547"/>
                </a:lnTo>
                <a:lnTo>
                  <a:pt x="56507" y="198266"/>
                </a:lnTo>
                <a:lnTo>
                  <a:pt x="43362" y="196021"/>
                </a:lnTo>
                <a:lnTo>
                  <a:pt x="32382" y="191531"/>
                </a:lnTo>
                <a:lnTo>
                  <a:pt x="23567" y="184795"/>
                </a:lnTo>
                <a:lnTo>
                  <a:pt x="19971" y="180585"/>
                </a:lnTo>
                <a:lnTo>
                  <a:pt x="5626" y="197784"/>
                </a:lnTo>
                <a:lnTo>
                  <a:pt x="4410" y="198356"/>
                </a:lnTo>
                <a:lnTo>
                  <a:pt x="3737" y="198547"/>
                </a:lnTo>
                <a:lnTo>
                  <a:pt x="2009" y="198547"/>
                </a:lnTo>
                <a:close/>
                <a:moveTo>
                  <a:pt x="223617" y="256693"/>
                </a:moveTo>
                <a:lnTo>
                  <a:pt x="216710" y="250821"/>
                </a:lnTo>
                <a:lnTo>
                  <a:pt x="204374" y="237842"/>
                </a:lnTo>
                <a:lnTo>
                  <a:pt x="198944" y="230734"/>
                </a:lnTo>
                <a:lnTo>
                  <a:pt x="194011" y="223298"/>
                </a:lnTo>
                <a:lnTo>
                  <a:pt x="185533" y="207686"/>
                </a:lnTo>
                <a:lnTo>
                  <a:pt x="181986" y="199511"/>
                </a:lnTo>
                <a:lnTo>
                  <a:pt x="178900" y="191138"/>
                </a:lnTo>
                <a:lnTo>
                  <a:pt x="173977" y="173819"/>
                </a:lnTo>
                <a:lnTo>
                  <a:pt x="172142" y="164873"/>
                </a:lnTo>
                <a:lnTo>
                  <a:pt x="170718" y="155824"/>
                </a:lnTo>
                <a:lnTo>
                  <a:pt x="169090" y="137681"/>
                </a:lnTo>
                <a:lnTo>
                  <a:pt x="168887" y="128588"/>
                </a:lnTo>
                <a:lnTo>
                  <a:pt x="169090" y="119388"/>
                </a:lnTo>
                <a:lnTo>
                  <a:pt x="170718" y="101125"/>
                </a:lnTo>
                <a:lnTo>
                  <a:pt x="172142" y="92061"/>
                </a:lnTo>
                <a:lnTo>
                  <a:pt x="173985" y="83105"/>
                </a:lnTo>
                <a:lnTo>
                  <a:pt x="178968" y="65705"/>
                </a:lnTo>
                <a:lnTo>
                  <a:pt x="182107" y="57262"/>
                </a:lnTo>
                <a:lnTo>
                  <a:pt x="185711" y="49039"/>
                </a:lnTo>
                <a:lnTo>
                  <a:pt x="194290" y="33408"/>
                </a:lnTo>
                <a:lnTo>
                  <a:pt x="199265" y="25999"/>
                </a:lnTo>
                <a:lnTo>
                  <a:pt x="204705" y="18934"/>
                </a:lnTo>
                <a:lnTo>
                  <a:pt x="216881" y="6176"/>
                </a:lnTo>
                <a:lnTo>
                  <a:pt x="223617" y="482"/>
                </a:lnTo>
                <a:lnTo>
                  <a:pt x="223938" y="121"/>
                </a:lnTo>
                <a:lnTo>
                  <a:pt x="224903" y="0"/>
                </a:lnTo>
                <a:lnTo>
                  <a:pt x="227273" y="0"/>
                </a:lnTo>
                <a:lnTo>
                  <a:pt x="227997" y="171"/>
                </a:lnTo>
                <a:lnTo>
                  <a:pt x="228640" y="683"/>
                </a:lnTo>
                <a:lnTo>
                  <a:pt x="229122" y="1417"/>
                </a:lnTo>
                <a:lnTo>
                  <a:pt x="229283" y="2250"/>
                </a:lnTo>
                <a:lnTo>
                  <a:pt x="229162" y="3225"/>
                </a:lnTo>
                <a:lnTo>
                  <a:pt x="228800" y="3898"/>
                </a:lnTo>
                <a:lnTo>
                  <a:pt x="222775" y="10156"/>
                </a:lnTo>
                <a:lnTo>
                  <a:pt x="212307" y="23337"/>
                </a:lnTo>
                <a:lnTo>
                  <a:pt x="207865" y="30258"/>
                </a:lnTo>
                <a:lnTo>
                  <a:pt x="203889" y="37406"/>
                </a:lnTo>
                <a:lnTo>
                  <a:pt x="197158" y="52394"/>
                </a:lnTo>
                <a:lnTo>
                  <a:pt x="194403" y="60235"/>
                </a:lnTo>
                <a:lnTo>
                  <a:pt x="192047" y="68244"/>
                </a:lnTo>
                <a:lnTo>
                  <a:pt x="188391" y="84700"/>
                </a:lnTo>
                <a:lnTo>
                  <a:pt x="187090" y="93146"/>
                </a:lnTo>
                <a:lnTo>
                  <a:pt x="185402" y="110505"/>
                </a:lnTo>
                <a:lnTo>
                  <a:pt x="184840" y="128588"/>
                </a:lnTo>
                <a:lnTo>
                  <a:pt x="185010" y="138651"/>
                </a:lnTo>
                <a:lnTo>
                  <a:pt x="186375" y="157857"/>
                </a:lnTo>
                <a:lnTo>
                  <a:pt x="189105" y="175837"/>
                </a:lnTo>
                <a:lnTo>
                  <a:pt x="193200" y="192590"/>
                </a:lnTo>
                <a:lnTo>
                  <a:pt x="198660" y="208116"/>
                </a:lnTo>
                <a:lnTo>
                  <a:pt x="205485" y="222415"/>
                </a:lnTo>
                <a:lnTo>
                  <a:pt x="213675" y="235487"/>
                </a:lnTo>
                <a:lnTo>
                  <a:pt x="223230" y="247332"/>
                </a:lnTo>
                <a:lnTo>
                  <a:pt x="228519" y="252795"/>
                </a:lnTo>
                <a:lnTo>
                  <a:pt x="229092" y="253689"/>
                </a:lnTo>
                <a:lnTo>
                  <a:pt x="229283" y="254925"/>
                </a:lnTo>
                <a:lnTo>
                  <a:pt x="229112" y="255578"/>
                </a:lnTo>
                <a:lnTo>
                  <a:pt x="228599" y="256331"/>
                </a:lnTo>
                <a:lnTo>
                  <a:pt x="227926" y="256964"/>
                </a:lnTo>
                <a:lnTo>
                  <a:pt x="227273" y="257175"/>
                </a:lnTo>
                <a:lnTo>
                  <a:pt x="224903" y="257175"/>
                </a:lnTo>
                <a:lnTo>
                  <a:pt x="223938" y="257054"/>
                </a:lnTo>
                <a:lnTo>
                  <a:pt x="223617" y="256693"/>
                </a:lnTo>
                <a:close/>
                <a:moveTo>
                  <a:pt x="263815" y="185487"/>
                </a:moveTo>
                <a:lnTo>
                  <a:pt x="266319" y="187017"/>
                </a:lnTo>
                <a:lnTo>
                  <a:pt x="272729" y="188765"/>
                </a:lnTo>
                <a:lnTo>
                  <a:pt x="276634" y="188984"/>
                </a:lnTo>
                <a:lnTo>
                  <a:pt x="280534" y="188501"/>
                </a:lnTo>
                <a:lnTo>
                  <a:pt x="287627" y="184644"/>
                </a:lnTo>
                <a:lnTo>
                  <a:pt x="290819" y="181268"/>
                </a:lnTo>
                <a:lnTo>
                  <a:pt x="293649" y="177320"/>
                </a:lnTo>
                <a:lnTo>
                  <a:pt x="297848" y="168882"/>
                </a:lnTo>
                <a:lnTo>
                  <a:pt x="299217" y="164391"/>
                </a:lnTo>
                <a:lnTo>
                  <a:pt x="310911" y="118783"/>
                </a:lnTo>
                <a:lnTo>
                  <a:pt x="312990" y="108335"/>
                </a:lnTo>
                <a:lnTo>
                  <a:pt x="313683" y="101825"/>
                </a:lnTo>
                <a:lnTo>
                  <a:pt x="313460" y="98731"/>
                </a:lnTo>
                <a:lnTo>
                  <a:pt x="311672" y="93146"/>
                </a:lnTo>
                <a:lnTo>
                  <a:pt x="310107" y="90654"/>
                </a:lnTo>
                <a:lnTo>
                  <a:pt x="308140" y="88562"/>
                </a:lnTo>
                <a:lnTo>
                  <a:pt x="303138" y="86171"/>
                </a:lnTo>
                <a:lnTo>
                  <a:pt x="300101" y="85872"/>
                </a:lnTo>
                <a:lnTo>
                  <a:pt x="296085" y="86191"/>
                </a:lnTo>
                <a:lnTo>
                  <a:pt x="288430" y="88743"/>
                </a:lnTo>
                <a:lnTo>
                  <a:pt x="284791" y="90976"/>
                </a:lnTo>
                <a:lnTo>
                  <a:pt x="281356" y="93698"/>
                </a:lnTo>
                <a:lnTo>
                  <a:pt x="275328" y="100168"/>
                </a:lnTo>
                <a:lnTo>
                  <a:pt x="272736" y="103915"/>
                </a:lnTo>
                <a:lnTo>
                  <a:pt x="270466" y="107845"/>
                </a:lnTo>
                <a:lnTo>
                  <a:pt x="267010" y="115781"/>
                </a:lnTo>
                <a:lnTo>
                  <a:pt x="265825" y="119787"/>
                </a:lnTo>
                <a:lnTo>
                  <a:pt x="265081" y="121023"/>
                </a:lnTo>
                <a:lnTo>
                  <a:pt x="263815" y="121435"/>
                </a:lnTo>
                <a:lnTo>
                  <a:pt x="260681" y="121435"/>
                </a:lnTo>
                <a:lnTo>
                  <a:pt x="259802" y="121284"/>
                </a:lnTo>
                <a:lnTo>
                  <a:pt x="258797" y="120079"/>
                </a:lnTo>
                <a:lnTo>
                  <a:pt x="258672" y="119024"/>
                </a:lnTo>
                <a:lnTo>
                  <a:pt x="258672" y="118301"/>
                </a:lnTo>
                <a:lnTo>
                  <a:pt x="260139" y="113549"/>
                </a:lnTo>
                <a:lnTo>
                  <a:pt x="264398" y="104226"/>
                </a:lnTo>
                <a:lnTo>
                  <a:pt x="267191" y="99655"/>
                </a:lnTo>
                <a:lnTo>
                  <a:pt x="270373" y="95313"/>
                </a:lnTo>
                <a:lnTo>
                  <a:pt x="277746" y="87939"/>
                </a:lnTo>
                <a:lnTo>
                  <a:pt x="281938" y="84908"/>
                </a:lnTo>
                <a:lnTo>
                  <a:pt x="286391" y="82429"/>
                </a:lnTo>
                <a:lnTo>
                  <a:pt x="295734" y="79596"/>
                </a:lnTo>
                <a:lnTo>
                  <a:pt x="300624" y="79242"/>
                </a:lnTo>
                <a:lnTo>
                  <a:pt x="305212" y="79556"/>
                </a:lnTo>
                <a:lnTo>
                  <a:pt x="313711" y="82067"/>
                </a:lnTo>
                <a:lnTo>
                  <a:pt x="317621" y="84265"/>
                </a:lnTo>
                <a:lnTo>
                  <a:pt x="321140" y="87003"/>
                </a:lnTo>
                <a:lnTo>
                  <a:pt x="326504" y="93834"/>
                </a:lnTo>
                <a:lnTo>
                  <a:pt x="328350" y="97927"/>
                </a:lnTo>
                <a:lnTo>
                  <a:pt x="330711" y="94145"/>
                </a:lnTo>
                <a:lnTo>
                  <a:pt x="336337" y="87515"/>
                </a:lnTo>
                <a:lnTo>
                  <a:pt x="339602" y="84667"/>
                </a:lnTo>
                <a:lnTo>
                  <a:pt x="343100" y="82293"/>
                </a:lnTo>
                <a:lnTo>
                  <a:pt x="350594" y="79581"/>
                </a:lnTo>
                <a:lnTo>
                  <a:pt x="354590" y="79242"/>
                </a:lnTo>
                <a:lnTo>
                  <a:pt x="360186" y="79734"/>
                </a:lnTo>
                <a:lnTo>
                  <a:pt x="365882" y="81211"/>
                </a:lnTo>
                <a:lnTo>
                  <a:pt x="368642" y="82306"/>
                </a:lnTo>
                <a:lnTo>
                  <a:pt x="373363" y="85280"/>
                </a:lnTo>
                <a:lnTo>
                  <a:pt x="375325" y="87158"/>
                </a:lnTo>
                <a:lnTo>
                  <a:pt x="376925" y="89293"/>
                </a:lnTo>
                <a:lnTo>
                  <a:pt x="378753" y="94316"/>
                </a:lnTo>
                <a:lnTo>
                  <a:pt x="378982" y="97204"/>
                </a:lnTo>
                <a:lnTo>
                  <a:pt x="378718" y="100348"/>
                </a:lnTo>
                <a:lnTo>
                  <a:pt x="376608" y="105974"/>
                </a:lnTo>
                <a:lnTo>
                  <a:pt x="374762" y="108456"/>
                </a:lnTo>
                <a:lnTo>
                  <a:pt x="372509" y="110512"/>
                </a:lnTo>
                <a:lnTo>
                  <a:pt x="367145" y="112863"/>
                </a:lnTo>
                <a:lnTo>
                  <a:pt x="364033" y="113157"/>
                </a:lnTo>
                <a:lnTo>
                  <a:pt x="362049" y="112991"/>
                </a:lnTo>
                <a:lnTo>
                  <a:pt x="358593" y="111665"/>
                </a:lnTo>
                <a:lnTo>
                  <a:pt x="357122" y="110505"/>
                </a:lnTo>
                <a:lnTo>
                  <a:pt x="355909" y="109093"/>
                </a:lnTo>
                <a:lnTo>
                  <a:pt x="354522" y="105758"/>
                </a:lnTo>
                <a:lnTo>
                  <a:pt x="354349" y="103834"/>
                </a:lnTo>
                <a:lnTo>
                  <a:pt x="354580" y="101225"/>
                </a:lnTo>
                <a:lnTo>
                  <a:pt x="356429" y="96503"/>
                </a:lnTo>
                <a:lnTo>
                  <a:pt x="358046" y="94391"/>
                </a:lnTo>
                <a:lnTo>
                  <a:pt x="360002" y="92550"/>
                </a:lnTo>
                <a:lnTo>
                  <a:pt x="364443" y="90119"/>
                </a:lnTo>
                <a:lnTo>
                  <a:pt x="366926" y="89529"/>
                </a:lnTo>
                <a:lnTo>
                  <a:pt x="364377" y="87929"/>
                </a:lnTo>
                <a:lnTo>
                  <a:pt x="357968" y="86101"/>
                </a:lnTo>
                <a:lnTo>
                  <a:pt x="354108" y="85872"/>
                </a:lnTo>
                <a:lnTo>
                  <a:pt x="350105" y="86352"/>
                </a:lnTo>
                <a:lnTo>
                  <a:pt x="342912" y="90189"/>
                </a:lnTo>
                <a:lnTo>
                  <a:pt x="339722" y="93547"/>
                </a:lnTo>
                <a:lnTo>
                  <a:pt x="336909" y="97493"/>
                </a:lnTo>
                <a:lnTo>
                  <a:pt x="332610" y="106032"/>
                </a:lnTo>
                <a:lnTo>
                  <a:pt x="331123" y="110625"/>
                </a:lnTo>
                <a:lnTo>
                  <a:pt x="319831" y="156073"/>
                </a:lnTo>
                <a:lnTo>
                  <a:pt x="317752" y="165476"/>
                </a:lnTo>
                <a:lnTo>
                  <a:pt x="317059" y="173030"/>
                </a:lnTo>
                <a:lnTo>
                  <a:pt x="317290" y="176190"/>
                </a:lnTo>
                <a:lnTo>
                  <a:pt x="319138" y="181816"/>
                </a:lnTo>
                <a:lnTo>
                  <a:pt x="320756" y="184282"/>
                </a:lnTo>
                <a:lnTo>
                  <a:pt x="322760" y="186339"/>
                </a:lnTo>
                <a:lnTo>
                  <a:pt x="327702" y="188690"/>
                </a:lnTo>
                <a:lnTo>
                  <a:pt x="330641" y="188984"/>
                </a:lnTo>
                <a:lnTo>
                  <a:pt x="333614" y="188818"/>
                </a:lnTo>
                <a:lnTo>
                  <a:pt x="339315" y="187492"/>
                </a:lnTo>
                <a:lnTo>
                  <a:pt x="347254" y="183016"/>
                </a:lnTo>
                <a:lnTo>
                  <a:pt x="352139" y="178375"/>
                </a:lnTo>
                <a:lnTo>
                  <a:pt x="356476" y="172940"/>
                </a:lnTo>
                <a:lnTo>
                  <a:pt x="362725" y="161287"/>
                </a:lnTo>
                <a:lnTo>
                  <a:pt x="364636" y="155069"/>
                </a:lnTo>
                <a:lnTo>
                  <a:pt x="365400" y="153953"/>
                </a:lnTo>
                <a:lnTo>
                  <a:pt x="366645" y="153582"/>
                </a:lnTo>
                <a:lnTo>
                  <a:pt x="369820" y="153582"/>
                </a:lnTo>
                <a:lnTo>
                  <a:pt x="370724" y="153753"/>
                </a:lnTo>
                <a:lnTo>
                  <a:pt x="371427" y="154265"/>
                </a:lnTo>
                <a:lnTo>
                  <a:pt x="371909" y="154998"/>
                </a:lnTo>
                <a:lnTo>
                  <a:pt x="372070" y="155832"/>
                </a:lnTo>
                <a:lnTo>
                  <a:pt x="372010" y="156143"/>
                </a:lnTo>
                <a:lnTo>
                  <a:pt x="371829" y="156595"/>
                </a:lnTo>
                <a:lnTo>
                  <a:pt x="369498" y="164040"/>
                </a:lnTo>
                <a:lnTo>
                  <a:pt x="361823" y="177662"/>
                </a:lnTo>
                <a:lnTo>
                  <a:pt x="356479" y="183840"/>
                </a:lnTo>
                <a:lnTo>
                  <a:pt x="353518" y="186637"/>
                </a:lnTo>
                <a:lnTo>
                  <a:pt x="347309" y="191113"/>
                </a:lnTo>
                <a:lnTo>
                  <a:pt x="340719" y="194096"/>
                </a:lnTo>
                <a:lnTo>
                  <a:pt x="333747" y="195588"/>
                </a:lnTo>
                <a:lnTo>
                  <a:pt x="330118" y="195774"/>
                </a:lnTo>
                <a:lnTo>
                  <a:pt x="325530" y="195458"/>
                </a:lnTo>
                <a:lnTo>
                  <a:pt x="317031" y="192927"/>
                </a:lnTo>
                <a:lnTo>
                  <a:pt x="313121" y="190711"/>
                </a:lnTo>
                <a:lnTo>
                  <a:pt x="309600" y="187936"/>
                </a:lnTo>
                <a:lnTo>
                  <a:pt x="304215" y="181045"/>
                </a:lnTo>
                <a:lnTo>
                  <a:pt x="302351" y="176928"/>
                </a:lnTo>
                <a:lnTo>
                  <a:pt x="300149" y="180588"/>
                </a:lnTo>
                <a:lnTo>
                  <a:pt x="294583" y="187198"/>
                </a:lnTo>
                <a:lnTo>
                  <a:pt x="291221" y="190149"/>
                </a:lnTo>
                <a:lnTo>
                  <a:pt x="287624" y="192610"/>
                </a:lnTo>
                <a:lnTo>
                  <a:pt x="280070" y="195423"/>
                </a:lnTo>
                <a:lnTo>
                  <a:pt x="276112" y="195774"/>
                </a:lnTo>
                <a:lnTo>
                  <a:pt x="270516" y="195282"/>
                </a:lnTo>
                <a:lnTo>
                  <a:pt x="264739" y="193806"/>
                </a:lnTo>
                <a:lnTo>
                  <a:pt x="261962" y="192710"/>
                </a:lnTo>
                <a:lnTo>
                  <a:pt x="257220" y="189737"/>
                </a:lnTo>
                <a:lnTo>
                  <a:pt x="255256" y="187858"/>
                </a:lnTo>
                <a:lnTo>
                  <a:pt x="253674" y="185716"/>
                </a:lnTo>
                <a:lnTo>
                  <a:pt x="251866" y="180633"/>
                </a:lnTo>
                <a:lnTo>
                  <a:pt x="251640" y="177692"/>
                </a:lnTo>
                <a:lnTo>
                  <a:pt x="251901" y="174746"/>
                </a:lnTo>
                <a:lnTo>
                  <a:pt x="253990" y="169261"/>
                </a:lnTo>
                <a:lnTo>
                  <a:pt x="255819" y="166722"/>
                </a:lnTo>
                <a:lnTo>
                  <a:pt x="258059" y="164542"/>
                </a:lnTo>
                <a:lnTo>
                  <a:pt x="263323" y="162050"/>
                </a:lnTo>
                <a:lnTo>
                  <a:pt x="266347" y="161739"/>
                </a:lnTo>
                <a:lnTo>
                  <a:pt x="268391" y="161900"/>
                </a:lnTo>
                <a:lnTo>
                  <a:pt x="271968" y="163186"/>
                </a:lnTo>
                <a:lnTo>
                  <a:pt x="273500" y="164311"/>
                </a:lnTo>
                <a:lnTo>
                  <a:pt x="274765" y="165695"/>
                </a:lnTo>
                <a:lnTo>
                  <a:pt x="276212" y="169050"/>
                </a:lnTo>
                <a:lnTo>
                  <a:pt x="276393" y="171021"/>
                </a:lnTo>
                <a:lnTo>
                  <a:pt x="276167" y="173646"/>
                </a:lnTo>
                <a:lnTo>
                  <a:pt x="274359" y="178367"/>
                </a:lnTo>
                <a:lnTo>
                  <a:pt x="272776" y="180465"/>
                </a:lnTo>
                <a:lnTo>
                  <a:pt x="270875" y="182285"/>
                </a:lnTo>
                <a:lnTo>
                  <a:pt x="266395" y="184797"/>
                </a:lnTo>
                <a:lnTo>
                  <a:pt x="263815" y="185487"/>
                </a:lnTo>
                <a:close/>
                <a:moveTo>
                  <a:pt x="407236" y="257175"/>
                </a:moveTo>
                <a:lnTo>
                  <a:pt x="406234" y="257034"/>
                </a:lnTo>
                <a:lnTo>
                  <a:pt x="405088" y="255909"/>
                </a:lnTo>
                <a:lnTo>
                  <a:pt x="404945" y="254925"/>
                </a:lnTo>
                <a:lnTo>
                  <a:pt x="405076" y="253950"/>
                </a:lnTo>
                <a:lnTo>
                  <a:pt x="405467" y="253277"/>
                </a:lnTo>
                <a:lnTo>
                  <a:pt x="410791" y="247756"/>
                </a:lnTo>
                <a:lnTo>
                  <a:pt x="420407" y="235805"/>
                </a:lnTo>
                <a:lnTo>
                  <a:pt x="428650" y="222643"/>
                </a:lnTo>
                <a:lnTo>
                  <a:pt x="435519" y="208268"/>
                </a:lnTo>
                <a:lnTo>
                  <a:pt x="441014" y="192682"/>
                </a:lnTo>
                <a:lnTo>
                  <a:pt x="445135" y="175884"/>
                </a:lnTo>
                <a:lnTo>
                  <a:pt x="447883" y="157874"/>
                </a:lnTo>
                <a:lnTo>
                  <a:pt x="449257" y="138653"/>
                </a:lnTo>
                <a:lnTo>
                  <a:pt x="449428" y="128588"/>
                </a:lnTo>
                <a:lnTo>
                  <a:pt x="449258" y="118524"/>
                </a:lnTo>
                <a:lnTo>
                  <a:pt x="447900" y="99318"/>
                </a:lnTo>
                <a:lnTo>
                  <a:pt x="445182" y="81338"/>
                </a:lnTo>
                <a:lnTo>
                  <a:pt x="441106" y="64585"/>
                </a:lnTo>
                <a:lnTo>
                  <a:pt x="435671" y="49059"/>
                </a:lnTo>
                <a:lnTo>
                  <a:pt x="428878" y="34760"/>
                </a:lnTo>
                <a:lnTo>
                  <a:pt x="420726" y="21688"/>
                </a:lnTo>
                <a:lnTo>
                  <a:pt x="411215" y="9843"/>
                </a:lnTo>
                <a:lnTo>
                  <a:pt x="405950" y="4380"/>
                </a:lnTo>
                <a:lnTo>
                  <a:pt x="405196" y="3546"/>
                </a:lnTo>
                <a:lnTo>
                  <a:pt x="404945" y="2250"/>
                </a:lnTo>
                <a:lnTo>
                  <a:pt x="405116" y="1417"/>
                </a:lnTo>
                <a:lnTo>
                  <a:pt x="405628" y="683"/>
                </a:lnTo>
                <a:lnTo>
                  <a:pt x="406392" y="171"/>
                </a:lnTo>
                <a:lnTo>
                  <a:pt x="407236" y="0"/>
                </a:lnTo>
                <a:lnTo>
                  <a:pt x="409606" y="0"/>
                </a:lnTo>
                <a:lnTo>
                  <a:pt x="410300" y="121"/>
                </a:lnTo>
                <a:lnTo>
                  <a:pt x="410852" y="482"/>
                </a:lnTo>
                <a:lnTo>
                  <a:pt x="419707" y="8167"/>
                </a:lnTo>
                <a:lnTo>
                  <a:pt x="435098" y="25888"/>
                </a:lnTo>
                <a:lnTo>
                  <a:pt x="441633" y="35924"/>
                </a:lnTo>
                <a:lnTo>
                  <a:pt x="447369" y="46508"/>
                </a:lnTo>
                <a:lnTo>
                  <a:pt x="456370" y="68729"/>
                </a:lnTo>
                <a:lnTo>
                  <a:pt x="459635" y="80367"/>
                </a:lnTo>
                <a:lnTo>
                  <a:pt x="462149" y="92226"/>
                </a:lnTo>
                <a:lnTo>
                  <a:pt x="465022" y="116336"/>
                </a:lnTo>
                <a:lnTo>
                  <a:pt x="465381" y="128588"/>
                </a:lnTo>
                <a:lnTo>
                  <a:pt x="465188" y="137654"/>
                </a:lnTo>
                <a:lnTo>
                  <a:pt x="463641" y="155576"/>
                </a:lnTo>
                <a:lnTo>
                  <a:pt x="462287" y="164431"/>
                </a:lnTo>
                <a:lnTo>
                  <a:pt x="460514" y="173219"/>
                </a:lnTo>
                <a:lnTo>
                  <a:pt x="455612" y="190598"/>
                </a:lnTo>
                <a:lnTo>
                  <a:pt x="452482" y="199190"/>
                </a:lnTo>
                <a:lnTo>
                  <a:pt x="448904" y="207603"/>
                </a:lnTo>
                <a:lnTo>
                  <a:pt x="440405" y="223436"/>
                </a:lnTo>
                <a:lnTo>
                  <a:pt x="435485" y="230855"/>
                </a:lnTo>
                <a:lnTo>
                  <a:pt x="430088" y="237910"/>
                </a:lnTo>
                <a:lnTo>
                  <a:pt x="417771" y="250828"/>
                </a:lnTo>
                <a:lnTo>
                  <a:pt x="410852" y="256693"/>
                </a:lnTo>
                <a:lnTo>
                  <a:pt x="410300" y="257054"/>
                </a:lnTo>
                <a:lnTo>
                  <a:pt x="409606" y="257175"/>
                </a:lnTo>
                <a:lnTo>
                  <a:pt x="407236" y="257175"/>
                </a:lnTo>
                <a:close/>
              </a:path>
            </a:pathLst>
          </a:custGeom>
          <a:solidFill xmlns:a="http://schemas.openxmlformats.org/drawingml/2006/main">
            <a:srgbClr val="73808C"/>
          </a:solidFill>
          <a:ln xmlns:a="http://schemas.openxmlformats.org/drawingml/2006/main" w="0">
            <a:noFill/>
          </a:ln>
        </p:spPr>
      </p:sp>
      <p:sp>
        <p:nvSpPr>
          <p:cNvPr id="480" name="cached-labels-words-2">
            <a:extLst xmlns:a="http://schemas.openxmlformats.org/drawingml/2006/main">
              <a:ext uri="{FF2B5EF4-FFF2-40B4-BE49-F238E27FC236}">
                <a16:creationId xmlns:a16="http://schemas.microsoft.com/office/drawing/2014/main" id="{41B83477-1AE9-44B4-AFBB-2BAD7B6E8960}"/>
              </a:ext>
            </a:extLst>
          </p:cNvPr>
          <p:cNvSpPr>
            <a:spLocks xmlns:a="http://schemas.openxmlformats.org/drawingml/2006/main" noGrp="1"/>
          </p:cNvSpPr>
          <p:nvPr/>
        </p:nvSpPr>
        <p:spPr>
          <a:xfrm xmlns:a="http://schemas.openxmlformats.org/drawingml/2006/main">
            <a:off x="1546860" y="7953375"/>
            <a:ext cx="138113" cy="3429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i="0">
                <a:solidFill>
                  <a:srgbClr val="73808C"/>
                </a:solidFill>
                <a:latin typeface="Times New Roman"/>
                <a:ea typeface="Times New Roman"/>
                <a:cs typeface="Times New Roman"/>
              </a:defRPr>
            </a:pPr>
            <a:r>
              <a:rPr sz="2025" b="0" i="0">
                <a:solidFill>
                  <a:srgbClr val="73808C"/>
                </a:solidFill>
                <a:latin typeface="Times New Roman"/>
                <a:ea typeface="Times New Roman"/>
                <a:cs typeface="Times New Roman"/>
              </a:rPr>
              <a:t>, </a:t>
            </a:r>
          </a:p>
        </p:txBody>
      </p:sp>
      <p:sp>
        <p:nvSpPr>
          <p:cNvPr id="481" name="cached-labels-math-3 L(x)">
            <a:extLst xmlns:a="http://schemas.openxmlformats.org/drawingml/2006/main">
              <a:ext uri="{FF2B5EF4-FFF2-40B4-BE49-F238E27FC236}">
                <a16:creationId xmlns:a16="http://schemas.microsoft.com/office/drawing/2014/main" id="{A62B10AA-362B-4364-B189-0C54423E1A35}"/>
              </a:ext>
            </a:extLst>
          </p:cNvPr>
          <p:cNvSpPr>
            <a:spLocks xmlns:a="http://schemas.openxmlformats.org/drawingml/2006/main" noGrp="1"/>
          </p:cNvSpPr>
          <p:nvPr/>
        </p:nvSpPr>
        <p:spPr>
          <a:xfrm xmlns:a="http://schemas.openxmlformats.org/drawingml/2006/main">
            <a:off x="1685011" y="8019383"/>
            <a:ext cx="486849" cy="257175"/>
          </a:xfrm>
          <a:custGeom xmlns:a="http://schemas.openxmlformats.org/drawingml/2006/main">
            <a:pathLst>
              <a:path w="486849" h="257175">
                <a:moveTo>
                  <a:pt x="2491" y="192881"/>
                </a:moveTo>
                <a:lnTo>
                  <a:pt x="1401" y="192670"/>
                </a:lnTo>
                <a:lnTo>
                  <a:pt x="156" y="190983"/>
                </a:lnTo>
                <a:lnTo>
                  <a:pt x="0" y="189506"/>
                </a:lnTo>
                <a:lnTo>
                  <a:pt x="181" y="188632"/>
                </a:lnTo>
                <a:lnTo>
                  <a:pt x="482" y="187296"/>
                </a:lnTo>
                <a:lnTo>
                  <a:pt x="924" y="185889"/>
                </a:lnTo>
                <a:lnTo>
                  <a:pt x="1527" y="184804"/>
                </a:lnTo>
                <a:lnTo>
                  <a:pt x="2321" y="184081"/>
                </a:lnTo>
                <a:lnTo>
                  <a:pt x="3255" y="183840"/>
                </a:lnTo>
                <a:lnTo>
                  <a:pt x="16556" y="183398"/>
                </a:lnTo>
                <a:lnTo>
                  <a:pt x="25115" y="182072"/>
                </a:lnTo>
                <a:lnTo>
                  <a:pt x="26684" y="181218"/>
                </a:lnTo>
                <a:lnTo>
                  <a:pt x="29115" y="177762"/>
                </a:lnTo>
                <a:lnTo>
                  <a:pt x="29977" y="175160"/>
                </a:lnTo>
                <a:lnTo>
                  <a:pt x="65298" y="33915"/>
                </a:lnTo>
                <a:lnTo>
                  <a:pt x="65660" y="31765"/>
                </a:lnTo>
                <a:lnTo>
                  <a:pt x="65781" y="30379"/>
                </a:lnTo>
                <a:lnTo>
                  <a:pt x="65585" y="29143"/>
                </a:lnTo>
                <a:lnTo>
                  <a:pt x="64017" y="27576"/>
                </a:lnTo>
                <a:lnTo>
                  <a:pt x="62646" y="27245"/>
                </a:lnTo>
                <a:lnTo>
                  <a:pt x="55644" y="26491"/>
                </a:lnTo>
                <a:lnTo>
                  <a:pt x="44202" y="26240"/>
                </a:lnTo>
                <a:lnTo>
                  <a:pt x="43094" y="26029"/>
                </a:lnTo>
                <a:lnTo>
                  <a:pt x="41829" y="24341"/>
                </a:lnTo>
                <a:lnTo>
                  <a:pt x="41670" y="22864"/>
                </a:lnTo>
                <a:lnTo>
                  <a:pt x="42454" y="20102"/>
                </a:lnTo>
                <a:lnTo>
                  <a:pt x="43037" y="18404"/>
                </a:lnTo>
                <a:lnTo>
                  <a:pt x="44021" y="17500"/>
                </a:lnTo>
                <a:lnTo>
                  <a:pt x="45930" y="17199"/>
                </a:lnTo>
                <a:lnTo>
                  <a:pt x="121917" y="17199"/>
                </a:lnTo>
                <a:lnTo>
                  <a:pt x="122901" y="17409"/>
                </a:lnTo>
                <a:lnTo>
                  <a:pt x="124027" y="19097"/>
                </a:lnTo>
                <a:lnTo>
                  <a:pt x="124167" y="20574"/>
                </a:lnTo>
                <a:lnTo>
                  <a:pt x="123766" y="22945"/>
                </a:lnTo>
                <a:lnTo>
                  <a:pt x="123283" y="24753"/>
                </a:lnTo>
                <a:lnTo>
                  <a:pt x="122419" y="25868"/>
                </a:lnTo>
                <a:lnTo>
                  <a:pt x="120792" y="26240"/>
                </a:lnTo>
                <a:lnTo>
                  <a:pt x="104970" y="26551"/>
                </a:lnTo>
                <a:lnTo>
                  <a:pt x="95436" y="27486"/>
                </a:lnTo>
                <a:lnTo>
                  <a:pt x="92583" y="28380"/>
                </a:lnTo>
                <a:lnTo>
                  <a:pt x="88685" y="32157"/>
                </a:lnTo>
                <a:lnTo>
                  <a:pt x="87640" y="35040"/>
                </a:lnTo>
                <a:lnTo>
                  <a:pt x="52480" y="176165"/>
                </a:lnTo>
                <a:lnTo>
                  <a:pt x="51636" y="179149"/>
                </a:lnTo>
                <a:lnTo>
                  <a:pt x="51355" y="181831"/>
                </a:lnTo>
                <a:lnTo>
                  <a:pt x="51902" y="182710"/>
                </a:lnTo>
                <a:lnTo>
                  <a:pt x="56282" y="183714"/>
                </a:lnTo>
                <a:lnTo>
                  <a:pt x="60115" y="183840"/>
                </a:lnTo>
                <a:lnTo>
                  <a:pt x="83984" y="183840"/>
                </a:lnTo>
                <a:lnTo>
                  <a:pt x="93610" y="183338"/>
                </a:lnTo>
                <a:lnTo>
                  <a:pt x="106251" y="180701"/>
                </a:lnTo>
                <a:lnTo>
                  <a:pt x="113479" y="177687"/>
                </a:lnTo>
                <a:lnTo>
                  <a:pt x="116733" y="175803"/>
                </a:lnTo>
                <a:lnTo>
                  <a:pt x="122613" y="171657"/>
                </a:lnTo>
                <a:lnTo>
                  <a:pt x="131915" y="162595"/>
                </a:lnTo>
                <a:lnTo>
                  <a:pt x="135338" y="157680"/>
                </a:lnTo>
                <a:lnTo>
                  <a:pt x="140874" y="147373"/>
                </a:lnTo>
                <a:lnTo>
                  <a:pt x="145424" y="136704"/>
                </a:lnTo>
                <a:lnTo>
                  <a:pt x="147336" y="131918"/>
                </a:lnTo>
                <a:lnTo>
                  <a:pt x="150329" y="126292"/>
                </a:lnTo>
                <a:lnTo>
                  <a:pt x="151412" y="125453"/>
                </a:lnTo>
                <a:lnTo>
                  <a:pt x="153702" y="125453"/>
                </a:lnTo>
                <a:lnTo>
                  <a:pt x="154845" y="125664"/>
                </a:lnTo>
                <a:lnTo>
                  <a:pt x="156151" y="127352"/>
                </a:lnTo>
                <a:lnTo>
                  <a:pt x="156314" y="128829"/>
                </a:lnTo>
                <a:lnTo>
                  <a:pt x="133450" y="191113"/>
                </a:lnTo>
                <a:lnTo>
                  <a:pt x="132676" y="192439"/>
                </a:lnTo>
                <a:lnTo>
                  <a:pt x="131079" y="192881"/>
                </a:lnTo>
                <a:lnTo>
                  <a:pt x="2491" y="192881"/>
                </a:lnTo>
                <a:close/>
                <a:moveTo>
                  <a:pt x="245085" y="256693"/>
                </a:moveTo>
                <a:lnTo>
                  <a:pt x="238178" y="250821"/>
                </a:lnTo>
                <a:lnTo>
                  <a:pt x="225842" y="237842"/>
                </a:lnTo>
                <a:lnTo>
                  <a:pt x="220412" y="230734"/>
                </a:lnTo>
                <a:lnTo>
                  <a:pt x="215480" y="223298"/>
                </a:lnTo>
                <a:lnTo>
                  <a:pt x="207001" y="207686"/>
                </a:lnTo>
                <a:lnTo>
                  <a:pt x="203455" y="199511"/>
                </a:lnTo>
                <a:lnTo>
                  <a:pt x="200368" y="191138"/>
                </a:lnTo>
                <a:lnTo>
                  <a:pt x="195445" y="173819"/>
                </a:lnTo>
                <a:lnTo>
                  <a:pt x="193610" y="164873"/>
                </a:lnTo>
                <a:lnTo>
                  <a:pt x="192185" y="155824"/>
                </a:lnTo>
                <a:lnTo>
                  <a:pt x="190558" y="137681"/>
                </a:lnTo>
                <a:lnTo>
                  <a:pt x="190355" y="128588"/>
                </a:lnTo>
                <a:lnTo>
                  <a:pt x="190558" y="119388"/>
                </a:lnTo>
                <a:lnTo>
                  <a:pt x="192185" y="101125"/>
                </a:lnTo>
                <a:lnTo>
                  <a:pt x="193610" y="92061"/>
                </a:lnTo>
                <a:lnTo>
                  <a:pt x="195453" y="83105"/>
                </a:lnTo>
                <a:lnTo>
                  <a:pt x="200436" y="65705"/>
                </a:lnTo>
                <a:lnTo>
                  <a:pt x="203575" y="57262"/>
                </a:lnTo>
                <a:lnTo>
                  <a:pt x="207179" y="49039"/>
                </a:lnTo>
                <a:lnTo>
                  <a:pt x="215758" y="33408"/>
                </a:lnTo>
                <a:lnTo>
                  <a:pt x="220733" y="25999"/>
                </a:lnTo>
                <a:lnTo>
                  <a:pt x="226173" y="18934"/>
                </a:lnTo>
                <a:lnTo>
                  <a:pt x="238349" y="6176"/>
                </a:lnTo>
                <a:lnTo>
                  <a:pt x="245085" y="482"/>
                </a:lnTo>
                <a:lnTo>
                  <a:pt x="245406" y="121"/>
                </a:lnTo>
                <a:lnTo>
                  <a:pt x="246371" y="0"/>
                </a:lnTo>
                <a:lnTo>
                  <a:pt x="248742" y="0"/>
                </a:lnTo>
                <a:lnTo>
                  <a:pt x="249465" y="171"/>
                </a:lnTo>
                <a:lnTo>
                  <a:pt x="250108" y="683"/>
                </a:lnTo>
                <a:lnTo>
                  <a:pt x="250590" y="1417"/>
                </a:lnTo>
                <a:lnTo>
                  <a:pt x="250751" y="2250"/>
                </a:lnTo>
                <a:lnTo>
                  <a:pt x="250630" y="3225"/>
                </a:lnTo>
                <a:lnTo>
                  <a:pt x="250268" y="3898"/>
                </a:lnTo>
                <a:lnTo>
                  <a:pt x="244243" y="10156"/>
                </a:lnTo>
                <a:lnTo>
                  <a:pt x="233776" y="23337"/>
                </a:lnTo>
                <a:lnTo>
                  <a:pt x="229333" y="30258"/>
                </a:lnTo>
                <a:lnTo>
                  <a:pt x="225357" y="37406"/>
                </a:lnTo>
                <a:lnTo>
                  <a:pt x="218626" y="52394"/>
                </a:lnTo>
                <a:lnTo>
                  <a:pt x="215871" y="60235"/>
                </a:lnTo>
                <a:lnTo>
                  <a:pt x="213516" y="68244"/>
                </a:lnTo>
                <a:lnTo>
                  <a:pt x="209859" y="84700"/>
                </a:lnTo>
                <a:lnTo>
                  <a:pt x="208558" y="93146"/>
                </a:lnTo>
                <a:lnTo>
                  <a:pt x="206870" y="110505"/>
                </a:lnTo>
                <a:lnTo>
                  <a:pt x="206308" y="128588"/>
                </a:lnTo>
                <a:lnTo>
                  <a:pt x="206478" y="138651"/>
                </a:lnTo>
                <a:lnTo>
                  <a:pt x="207843" y="157857"/>
                </a:lnTo>
                <a:lnTo>
                  <a:pt x="210573" y="175837"/>
                </a:lnTo>
                <a:lnTo>
                  <a:pt x="214668" y="192590"/>
                </a:lnTo>
                <a:lnTo>
                  <a:pt x="220128" y="208116"/>
                </a:lnTo>
                <a:lnTo>
                  <a:pt x="226953" y="222415"/>
                </a:lnTo>
                <a:lnTo>
                  <a:pt x="235143" y="235487"/>
                </a:lnTo>
                <a:lnTo>
                  <a:pt x="244698" y="247332"/>
                </a:lnTo>
                <a:lnTo>
                  <a:pt x="249987" y="252795"/>
                </a:lnTo>
                <a:lnTo>
                  <a:pt x="250560" y="253689"/>
                </a:lnTo>
                <a:lnTo>
                  <a:pt x="250751" y="254925"/>
                </a:lnTo>
                <a:lnTo>
                  <a:pt x="250580" y="255578"/>
                </a:lnTo>
                <a:lnTo>
                  <a:pt x="250068" y="256331"/>
                </a:lnTo>
                <a:lnTo>
                  <a:pt x="249395" y="256964"/>
                </a:lnTo>
                <a:lnTo>
                  <a:pt x="248742" y="257175"/>
                </a:lnTo>
                <a:lnTo>
                  <a:pt x="246371" y="257175"/>
                </a:lnTo>
                <a:lnTo>
                  <a:pt x="245406" y="257054"/>
                </a:lnTo>
                <a:lnTo>
                  <a:pt x="245085" y="256693"/>
                </a:lnTo>
                <a:close/>
                <a:moveTo>
                  <a:pt x="285283" y="185487"/>
                </a:moveTo>
                <a:lnTo>
                  <a:pt x="287787" y="187017"/>
                </a:lnTo>
                <a:lnTo>
                  <a:pt x="294197" y="188765"/>
                </a:lnTo>
                <a:lnTo>
                  <a:pt x="298102" y="188984"/>
                </a:lnTo>
                <a:lnTo>
                  <a:pt x="302002" y="188501"/>
                </a:lnTo>
                <a:lnTo>
                  <a:pt x="309095" y="184644"/>
                </a:lnTo>
                <a:lnTo>
                  <a:pt x="312287" y="181268"/>
                </a:lnTo>
                <a:lnTo>
                  <a:pt x="315117" y="177320"/>
                </a:lnTo>
                <a:lnTo>
                  <a:pt x="319316" y="168882"/>
                </a:lnTo>
                <a:lnTo>
                  <a:pt x="320685" y="164391"/>
                </a:lnTo>
                <a:lnTo>
                  <a:pt x="332378" y="118783"/>
                </a:lnTo>
                <a:lnTo>
                  <a:pt x="334458" y="108335"/>
                </a:lnTo>
                <a:lnTo>
                  <a:pt x="335151" y="101825"/>
                </a:lnTo>
                <a:lnTo>
                  <a:pt x="334928" y="98731"/>
                </a:lnTo>
                <a:lnTo>
                  <a:pt x="333139" y="93146"/>
                </a:lnTo>
                <a:lnTo>
                  <a:pt x="331575" y="90654"/>
                </a:lnTo>
                <a:lnTo>
                  <a:pt x="329608" y="88562"/>
                </a:lnTo>
                <a:lnTo>
                  <a:pt x="324606" y="86171"/>
                </a:lnTo>
                <a:lnTo>
                  <a:pt x="321569" y="85872"/>
                </a:lnTo>
                <a:lnTo>
                  <a:pt x="317553" y="86191"/>
                </a:lnTo>
                <a:lnTo>
                  <a:pt x="309898" y="88743"/>
                </a:lnTo>
                <a:lnTo>
                  <a:pt x="306259" y="90976"/>
                </a:lnTo>
                <a:lnTo>
                  <a:pt x="302824" y="93698"/>
                </a:lnTo>
                <a:lnTo>
                  <a:pt x="296796" y="100168"/>
                </a:lnTo>
                <a:lnTo>
                  <a:pt x="294204" y="103915"/>
                </a:lnTo>
                <a:lnTo>
                  <a:pt x="291934" y="107845"/>
                </a:lnTo>
                <a:lnTo>
                  <a:pt x="288478" y="115781"/>
                </a:lnTo>
                <a:lnTo>
                  <a:pt x="287293" y="119787"/>
                </a:lnTo>
                <a:lnTo>
                  <a:pt x="286549" y="121023"/>
                </a:lnTo>
                <a:lnTo>
                  <a:pt x="285283" y="121435"/>
                </a:lnTo>
                <a:lnTo>
                  <a:pt x="282149" y="121435"/>
                </a:lnTo>
                <a:lnTo>
                  <a:pt x="281270" y="121284"/>
                </a:lnTo>
                <a:lnTo>
                  <a:pt x="280266" y="120079"/>
                </a:lnTo>
                <a:lnTo>
                  <a:pt x="280140" y="119024"/>
                </a:lnTo>
                <a:lnTo>
                  <a:pt x="280140" y="118301"/>
                </a:lnTo>
                <a:lnTo>
                  <a:pt x="281607" y="113549"/>
                </a:lnTo>
                <a:lnTo>
                  <a:pt x="285866" y="104226"/>
                </a:lnTo>
                <a:lnTo>
                  <a:pt x="288659" y="99655"/>
                </a:lnTo>
                <a:lnTo>
                  <a:pt x="291841" y="95313"/>
                </a:lnTo>
                <a:lnTo>
                  <a:pt x="299214" y="87939"/>
                </a:lnTo>
                <a:lnTo>
                  <a:pt x="303406" y="84908"/>
                </a:lnTo>
                <a:lnTo>
                  <a:pt x="307859" y="82429"/>
                </a:lnTo>
                <a:lnTo>
                  <a:pt x="317202" y="79596"/>
                </a:lnTo>
                <a:lnTo>
                  <a:pt x="322091" y="79242"/>
                </a:lnTo>
                <a:lnTo>
                  <a:pt x="326680" y="79556"/>
                </a:lnTo>
                <a:lnTo>
                  <a:pt x="335179" y="82067"/>
                </a:lnTo>
                <a:lnTo>
                  <a:pt x="339089" y="84265"/>
                </a:lnTo>
                <a:lnTo>
                  <a:pt x="342608" y="87003"/>
                </a:lnTo>
                <a:lnTo>
                  <a:pt x="347972" y="93834"/>
                </a:lnTo>
                <a:lnTo>
                  <a:pt x="349818" y="97927"/>
                </a:lnTo>
                <a:lnTo>
                  <a:pt x="352179" y="94145"/>
                </a:lnTo>
                <a:lnTo>
                  <a:pt x="357805" y="87515"/>
                </a:lnTo>
                <a:lnTo>
                  <a:pt x="361070" y="84667"/>
                </a:lnTo>
                <a:lnTo>
                  <a:pt x="364568" y="82293"/>
                </a:lnTo>
                <a:lnTo>
                  <a:pt x="372062" y="79581"/>
                </a:lnTo>
                <a:lnTo>
                  <a:pt x="376058" y="79242"/>
                </a:lnTo>
                <a:lnTo>
                  <a:pt x="381654" y="79734"/>
                </a:lnTo>
                <a:lnTo>
                  <a:pt x="387350" y="81211"/>
                </a:lnTo>
                <a:lnTo>
                  <a:pt x="390110" y="82306"/>
                </a:lnTo>
                <a:lnTo>
                  <a:pt x="394831" y="85280"/>
                </a:lnTo>
                <a:lnTo>
                  <a:pt x="396793" y="87158"/>
                </a:lnTo>
                <a:lnTo>
                  <a:pt x="398393" y="89293"/>
                </a:lnTo>
                <a:lnTo>
                  <a:pt x="400221" y="94316"/>
                </a:lnTo>
                <a:lnTo>
                  <a:pt x="400450" y="97204"/>
                </a:lnTo>
                <a:lnTo>
                  <a:pt x="400186" y="100348"/>
                </a:lnTo>
                <a:lnTo>
                  <a:pt x="398076" y="105974"/>
                </a:lnTo>
                <a:lnTo>
                  <a:pt x="396230" y="108456"/>
                </a:lnTo>
                <a:lnTo>
                  <a:pt x="393978" y="110512"/>
                </a:lnTo>
                <a:lnTo>
                  <a:pt x="388613" y="112863"/>
                </a:lnTo>
                <a:lnTo>
                  <a:pt x="385501" y="113157"/>
                </a:lnTo>
                <a:lnTo>
                  <a:pt x="383517" y="112991"/>
                </a:lnTo>
                <a:lnTo>
                  <a:pt x="380062" y="111665"/>
                </a:lnTo>
                <a:lnTo>
                  <a:pt x="378590" y="110505"/>
                </a:lnTo>
                <a:lnTo>
                  <a:pt x="377377" y="109093"/>
                </a:lnTo>
                <a:lnTo>
                  <a:pt x="375990" y="105758"/>
                </a:lnTo>
                <a:lnTo>
                  <a:pt x="375817" y="103834"/>
                </a:lnTo>
                <a:lnTo>
                  <a:pt x="376048" y="101225"/>
                </a:lnTo>
                <a:lnTo>
                  <a:pt x="377897" y="96503"/>
                </a:lnTo>
                <a:lnTo>
                  <a:pt x="379514" y="94391"/>
                </a:lnTo>
                <a:lnTo>
                  <a:pt x="381470" y="92550"/>
                </a:lnTo>
                <a:lnTo>
                  <a:pt x="385911" y="90119"/>
                </a:lnTo>
                <a:lnTo>
                  <a:pt x="388395" y="89529"/>
                </a:lnTo>
                <a:lnTo>
                  <a:pt x="385845" y="87929"/>
                </a:lnTo>
                <a:lnTo>
                  <a:pt x="379436" y="86101"/>
                </a:lnTo>
                <a:lnTo>
                  <a:pt x="375576" y="85872"/>
                </a:lnTo>
                <a:lnTo>
                  <a:pt x="371573" y="86352"/>
                </a:lnTo>
                <a:lnTo>
                  <a:pt x="364380" y="90189"/>
                </a:lnTo>
                <a:lnTo>
                  <a:pt x="361190" y="93547"/>
                </a:lnTo>
                <a:lnTo>
                  <a:pt x="358377" y="97493"/>
                </a:lnTo>
                <a:lnTo>
                  <a:pt x="354078" y="106032"/>
                </a:lnTo>
                <a:lnTo>
                  <a:pt x="352591" y="110625"/>
                </a:lnTo>
                <a:lnTo>
                  <a:pt x="341299" y="156073"/>
                </a:lnTo>
                <a:lnTo>
                  <a:pt x="339220" y="165476"/>
                </a:lnTo>
                <a:lnTo>
                  <a:pt x="338527" y="173030"/>
                </a:lnTo>
                <a:lnTo>
                  <a:pt x="338758" y="176190"/>
                </a:lnTo>
                <a:lnTo>
                  <a:pt x="340606" y="181816"/>
                </a:lnTo>
                <a:lnTo>
                  <a:pt x="342224" y="184282"/>
                </a:lnTo>
                <a:lnTo>
                  <a:pt x="344228" y="186339"/>
                </a:lnTo>
                <a:lnTo>
                  <a:pt x="349170" y="188690"/>
                </a:lnTo>
                <a:lnTo>
                  <a:pt x="352109" y="188984"/>
                </a:lnTo>
                <a:lnTo>
                  <a:pt x="355082" y="188818"/>
                </a:lnTo>
                <a:lnTo>
                  <a:pt x="360783" y="187492"/>
                </a:lnTo>
                <a:lnTo>
                  <a:pt x="368722" y="183016"/>
                </a:lnTo>
                <a:lnTo>
                  <a:pt x="373607" y="178375"/>
                </a:lnTo>
                <a:lnTo>
                  <a:pt x="377944" y="172940"/>
                </a:lnTo>
                <a:lnTo>
                  <a:pt x="384193" y="161287"/>
                </a:lnTo>
                <a:lnTo>
                  <a:pt x="386104" y="155069"/>
                </a:lnTo>
                <a:lnTo>
                  <a:pt x="386867" y="153953"/>
                </a:lnTo>
                <a:lnTo>
                  <a:pt x="388113" y="153582"/>
                </a:lnTo>
                <a:lnTo>
                  <a:pt x="391288" y="153582"/>
                </a:lnTo>
                <a:lnTo>
                  <a:pt x="392192" y="153753"/>
                </a:lnTo>
                <a:lnTo>
                  <a:pt x="392895" y="154265"/>
                </a:lnTo>
                <a:lnTo>
                  <a:pt x="393377" y="154998"/>
                </a:lnTo>
                <a:lnTo>
                  <a:pt x="393538" y="155832"/>
                </a:lnTo>
                <a:lnTo>
                  <a:pt x="393478" y="156143"/>
                </a:lnTo>
                <a:lnTo>
                  <a:pt x="393297" y="156595"/>
                </a:lnTo>
                <a:lnTo>
                  <a:pt x="390966" y="164040"/>
                </a:lnTo>
                <a:lnTo>
                  <a:pt x="383291" y="177662"/>
                </a:lnTo>
                <a:lnTo>
                  <a:pt x="377947" y="183840"/>
                </a:lnTo>
                <a:lnTo>
                  <a:pt x="374986" y="186637"/>
                </a:lnTo>
                <a:lnTo>
                  <a:pt x="368778" y="191113"/>
                </a:lnTo>
                <a:lnTo>
                  <a:pt x="362187" y="194096"/>
                </a:lnTo>
                <a:lnTo>
                  <a:pt x="355215" y="195588"/>
                </a:lnTo>
                <a:lnTo>
                  <a:pt x="351586" y="195774"/>
                </a:lnTo>
                <a:lnTo>
                  <a:pt x="346998" y="195458"/>
                </a:lnTo>
                <a:lnTo>
                  <a:pt x="338499" y="192927"/>
                </a:lnTo>
                <a:lnTo>
                  <a:pt x="334589" y="190711"/>
                </a:lnTo>
                <a:lnTo>
                  <a:pt x="331068" y="187936"/>
                </a:lnTo>
                <a:lnTo>
                  <a:pt x="325683" y="181045"/>
                </a:lnTo>
                <a:lnTo>
                  <a:pt x="323819" y="176928"/>
                </a:lnTo>
                <a:lnTo>
                  <a:pt x="321617" y="180588"/>
                </a:lnTo>
                <a:lnTo>
                  <a:pt x="316051" y="187198"/>
                </a:lnTo>
                <a:lnTo>
                  <a:pt x="312689" y="190149"/>
                </a:lnTo>
                <a:lnTo>
                  <a:pt x="309092" y="192610"/>
                </a:lnTo>
                <a:lnTo>
                  <a:pt x="301538" y="195423"/>
                </a:lnTo>
                <a:lnTo>
                  <a:pt x="297580" y="195774"/>
                </a:lnTo>
                <a:lnTo>
                  <a:pt x="291984" y="195282"/>
                </a:lnTo>
                <a:lnTo>
                  <a:pt x="286208" y="193806"/>
                </a:lnTo>
                <a:lnTo>
                  <a:pt x="283430" y="192710"/>
                </a:lnTo>
                <a:lnTo>
                  <a:pt x="278688" y="189737"/>
                </a:lnTo>
                <a:lnTo>
                  <a:pt x="276724" y="187858"/>
                </a:lnTo>
                <a:lnTo>
                  <a:pt x="275142" y="185716"/>
                </a:lnTo>
                <a:lnTo>
                  <a:pt x="273334" y="180633"/>
                </a:lnTo>
                <a:lnTo>
                  <a:pt x="273108" y="177692"/>
                </a:lnTo>
                <a:lnTo>
                  <a:pt x="273369" y="174746"/>
                </a:lnTo>
                <a:lnTo>
                  <a:pt x="275458" y="169261"/>
                </a:lnTo>
                <a:lnTo>
                  <a:pt x="277287" y="166722"/>
                </a:lnTo>
                <a:lnTo>
                  <a:pt x="279527" y="164542"/>
                </a:lnTo>
                <a:lnTo>
                  <a:pt x="284791" y="162050"/>
                </a:lnTo>
                <a:lnTo>
                  <a:pt x="287815" y="161739"/>
                </a:lnTo>
                <a:lnTo>
                  <a:pt x="289859" y="161900"/>
                </a:lnTo>
                <a:lnTo>
                  <a:pt x="293436" y="163186"/>
                </a:lnTo>
                <a:lnTo>
                  <a:pt x="294968" y="164311"/>
                </a:lnTo>
                <a:lnTo>
                  <a:pt x="296233" y="165695"/>
                </a:lnTo>
                <a:lnTo>
                  <a:pt x="297680" y="169050"/>
                </a:lnTo>
                <a:lnTo>
                  <a:pt x="297861" y="171021"/>
                </a:lnTo>
                <a:lnTo>
                  <a:pt x="297635" y="173646"/>
                </a:lnTo>
                <a:lnTo>
                  <a:pt x="295826" y="178367"/>
                </a:lnTo>
                <a:lnTo>
                  <a:pt x="294244" y="180465"/>
                </a:lnTo>
                <a:lnTo>
                  <a:pt x="292343" y="182285"/>
                </a:lnTo>
                <a:lnTo>
                  <a:pt x="287863" y="184797"/>
                </a:lnTo>
                <a:lnTo>
                  <a:pt x="285283" y="185487"/>
                </a:lnTo>
                <a:close/>
                <a:moveTo>
                  <a:pt x="428704" y="257175"/>
                </a:moveTo>
                <a:lnTo>
                  <a:pt x="427702" y="257034"/>
                </a:lnTo>
                <a:lnTo>
                  <a:pt x="426556" y="255909"/>
                </a:lnTo>
                <a:lnTo>
                  <a:pt x="426413" y="254925"/>
                </a:lnTo>
                <a:lnTo>
                  <a:pt x="426544" y="253950"/>
                </a:lnTo>
                <a:lnTo>
                  <a:pt x="426936" y="253277"/>
                </a:lnTo>
                <a:lnTo>
                  <a:pt x="432259" y="247756"/>
                </a:lnTo>
                <a:lnTo>
                  <a:pt x="441875" y="235805"/>
                </a:lnTo>
                <a:lnTo>
                  <a:pt x="450118" y="222643"/>
                </a:lnTo>
                <a:lnTo>
                  <a:pt x="456987" y="208268"/>
                </a:lnTo>
                <a:lnTo>
                  <a:pt x="462482" y="192682"/>
                </a:lnTo>
                <a:lnTo>
                  <a:pt x="466604" y="175884"/>
                </a:lnTo>
                <a:lnTo>
                  <a:pt x="469351" y="157874"/>
                </a:lnTo>
                <a:lnTo>
                  <a:pt x="470725" y="138653"/>
                </a:lnTo>
                <a:lnTo>
                  <a:pt x="470897" y="128588"/>
                </a:lnTo>
                <a:lnTo>
                  <a:pt x="470727" y="118524"/>
                </a:lnTo>
                <a:lnTo>
                  <a:pt x="469368" y="99318"/>
                </a:lnTo>
                <a:lnTo>
                  <a:pt x="466651" y="81338"/>
                </a:lnTo>
                <a:lnTo>
                  <a:pt x="462574" y="64585"/>
                </a:lnTo>
                <a:lnTo>
                  <a:pt x="457139" y="49059"/>
                </a:lnTo>
                <a:lnTo>
                  <a:pt x="450346" y="34760"/>
                </a:lnTo>
                <a:lnTo>
                  <a:pt x="442194" y="21688"/>
                </a:lnTo>
                <a:lnTo>
                  <a:pt x="432683" y="9843"/>
                </a:lnTo>
                <a:lnTo>
                  <a:pt x="427418" y="4380"/>
                </a:lnTo>
                <a:lnTo>
                  <a:pt x="426664" y="3546"/>
                </a:lnTo>
                <a:lnTo>
                  <a:pt x="426413" y="2250"/>
                </a:lnTo>
                <a:lnTo>
                  <a:pt x="426584" y="1417"/>
                </a:lnTo>
                <a:lnTo>
                  <a:pt x="427096" y="683"/>
                </a:lnTo>
                <a:lnTo>
                  <a:pt x="427860" y="171"/>
                </a:lnTo>
                <a:lnTo>
                  <a:pt x="428704" y="0"/>
                </a:lnTo>
                <a:lnTo>
                  <a:pt x="431075" y="0"/>
                </a:lnTo>
                <a:lnTo>
                  <a:pt x="431768" y="121"/>
                </a:lnTo>
                <a:lnTo>
                  <a:pt x="432320" y="482"/>
                </a:lnTo>
                <a:lnTo>
                  <a:pt x="441176" y="8167"/>
                </a:lnTo>
                <a:lnTo>
                  <a:pt x="456566" y="25888"/>
                </a:lnTo>
                <a:lnTo>
                  <a:pt x="463101" y="35924"/>
                </a:lnTo>
                <a:lnTo>
                  <a:pt x="468837" y="46508"/>
                </a:lnTo>
                <a:lnTo>
                  <a:pt x="477838" y="68729"/>
                </a:lnTo>
                <a:lnTo>
                  <a:pt x="481103" y="80367"/>
                </a:lnTo>
                <a:lnTo>
                  <a:pt x="483617" y="92226"/>
                </a:lnTo>
                <a:lnTo>
                  <a:pt x="486490" y="116336"/>
                </a:lnTo>
                <a:lnTo>
                  <a:pt x="486849" y="128588"/>
                </a:lnTo>
                <a:lnTo>
                  <a:pt x="486656" y="137654"/>
                </a:lnTo>
                <a:lnTo>
                  <a:pt x="485109" y="155576"/>
                </a:lnTo>
                <a:lnTo>
                  <a:pt x="483755" y="164431"/>
                </a:lnTo>
                <a:lnTo>
                  <a:pt x="481982" y="173219"/>
                </a:lnTo>
                <a:lnTo>
                  <a:pt x="477080" y="190598"/>
                </a:lnTo>
                <a:lnTo>
                  <a:pt x="473951" y="199190"/>
                </a:lnTo>
                <a:lnTo>
                  <a:pt x="470372" y="207603"/>
                </a:lnTo>
                <a:lnTo>
                  <a:pt x="461873" y="223436"/>
                </a:lnTo>
                <a:lnTo>
                  <a:pt x="456953" y="230855"/>
                </a:lnTo>
                <a:lnTo>
                  <a:pt x="451556" y="237910"/>
                </a:lnTo>
                <a:lnTo>
                  <a:pt x="439239" y="250828"/>
                </a:lnTo>
                <a:lnTo>
                  <a:pt x="432320" y="256693"/>
                </a:lnTo>
                <a:lnTo>
                  <a:pt x="431768" y="257054"/>
                </a:lnTo>
                <a:lnTo>
                  <a:pt x="431075" y="257175"/>
                </a:lnTo>
                <a:lnTo>
                  <a:pt x="428704" y="257175"/>
                </a:lnTo>
                <a:close/>
              </a:path>
            </a:pathLst>
          </a:custGeom>
          <a:solidFill xmlns:a="http://schemas.openxmlformats.org/drawingml/2006/main">
            <a:srgbClr val="73808C"/>
          </a:solidFill>
          <a:ln xmlns:a="http://schemas.openxmlformats.org/drawingml/2006/main" w="0">
            <a:noFill/>
          </a:ln>
        </p:spPr>
      </p:sp>
      <p:sp>
        <p:nvSpPr>
          <p:cNvPr id="482" name="cached-labels-words-4">
            <a:extLst xmlns:a="http://schemas.openxmlformats.org/drawingml/2006/main">
              <a:ext uri="{FF2B5EF4-FFF2-40B4-BE49-F238E27FC236}">
                <a16:creationId xmlns:a16="http://schemas.microsoft.com/office/drawing/2014/main" id="{A0E450CC-04FD-4975-9097-50DB162743C7}"/>
              </a:ext>
            </a:extLst>
          </p:cNvPr>
          <p:cNvSpPr>
            <a:spLocks xmlns:a="http://schemas.openxmlformats.org/drawingml/2006/main" noGrp="1"/>
          </p:cNvSpPr>
          <p:nvPr/>
        </p:nvSpPr>
        <p:spPr>
          <a:xfrm xmlns:a="http://schemas.openxmlformats.org/drawingml/2006/main">
            <a:off x="2197513" y="7953375"/>
            <a:ext cx="1624584" cy="3429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i="0">
                <a:solidFill>
                  <a:srgbClr val="73808C"/>
                </a:solidFill>
                <a:latin typeface="Times New Roman"/>
                <a:ea typeface="Times New Roman"/>
                <a:cs typeface="Times New Roman"/>
              </a:defRPr>
            </a:pPr>
            <a:r>
              <a:rPr sz="2025" b="0" i="0">
                <a:solidFill>
                  <a:srgbClr val="73808C"/>
                </a:solidFill>
                <a:latin typeface="Times New Roman"/>
                <a:ea typeface="Times New Roman"/>
                <a:cs typeface="Times New Roman"/>
              </a:rPr>
              <a:t> + ground truth </a:t>
            </a:r>
          </a:p>
        </p:txBody>
      </p:sp>
      <p:sp>
        <p:nvSpPr>
          <p:cNvPr id="483" name="cached-labels-math-5 y">
            <a:extLst xmlns:a="http://schemas.openxmlformats.org/drawingml/2006/main">
              <a:ext uri="{FF2B5EF4-FFF2-40B4-BE49-F238E27FC236}">
                <a16:creationId xmlns:a16="http://schemas.microsoft.com/office/drawing/2014/main" id="{8DB09991-C29E-4782-A5C0-84CC929C6291}"/>
              </a:ext>
            </a:extLst>
          </p:cNvPr>
          <p:cNvSpPr>
            <a:spLocks xmlns:a="http://schemas.openxmlformats.org/drawingml/2006/main" noGrp="1"/>
          </p:cNvSpPr>
          <p:nvPr/>
        </p:nvSpPr>
        <p:spPr>
          <a:xfrm xmlns:a="http://schemas.openxmlformats.org/drawingml/2006/main">
            <a:off x="3819483" y="8096536"/>
            <a:ext cx="119667" cy="166400"/>
          </a:xfrm>
          <a:custGeom xmlns:a="http://schemas.openxmlformats.org/drawingml/2006/main">
            <a:pathLst>
              <a:path w="119667" h="166400">
                <a:moveTo>
                  <a:pt x="14707" y="150447"/>
                </a:moveTo>
                <a:lnTo>
                  <a:pt x="16179" y="152623"/>
                </a:lnTo>
                <a:lnTo>
                  <a:pt x="19876" y="156104"/>
                </a:lnTo>
                <a:lnTo>
                  <a:pt x="24577" y="158424"/>
                </a:lnTo>
                <a:lnTo>
                  <a:pt x="30283" y="159585"/>
                </a:lnTo>
                <a:lnTo>
                  <a:pt x="33513" y="159730"/>
                </a:lnTo>
                <a:lnTo>
                  <a:pt x="39397" y="159195"/>
                </a:lnTo>
                <a:lnTo>
                  <a:pt x="49946" y="154915"/>
                </a:lnTo>
                <a:lnTo>
                  <a:pt x="54610" y="151171"/>
                </a:lnTo>
                <a:lnTo>
                  <a:pt x="58854" y="146685"/>
                </a:lnTo>
                <a:lnTo>
                  <a:pt x="66047" y="136358"/>
                </a:lnTo>
                <a:lnTo>
                  <a:pt x="68995" y="130516"/>
                </a:lnTo>
                <a:lnTo>
                  <a:pt x="73847" y="118270"/>
                </a:lnTo>
                <a:lnTo>
                  <a:pt x="77474" y="105723"/>
                </a:lnTo>
                <a:lnTo>
                  <a:pt x="71647" y="110452"/>
                </a:lnTo>
                <a:lnTo>
                  <a:pt x="62455" y="115012"/>
                </a:lnTo>
                <a:lnTo>
                  <a:pt x="56026" y="116363"/>
                </a:lnTo>
                <a:lnTo>
                  <a:pt x="52721" y="116532"/>
                </a:lnTo>
                <a:lnTo>
                  <a:pt x="47826" y="116314"/>
                </a:lnTo>
                <a:lnTo>
                  <a:pt x="39166" y="114566"/>
                </a:lnTo>
                <a:lnTo>
                  <a:pt x="35402" y="113036"/>
                </a:lnTo>
                <a:lnTo>
                  <a:pt x="32024" y="111055"/>
                </a:lnTo>
                <a:lnTo>
                  <a:pt x="26458" y="105811"/>
                </a:lnTo>
                <a:lnTo>
                  <a:pt x="24271" y="102549"/>
                </a:lnTo>
                <a:lnTo>
                  <a:pt x="22548" y="98869"/>
                </a:lnTo>
                <a:lnTo>
                  <a:pt x="20579" y="90411"/>
                </a:lnTo>
                <a:lnTo>
                  <a:pt x="20333" y="85631"/>
                </a:lnTo>
                <a:lnTo>
                  <a:pt x="20895" y="77122"/>
                </a:lnTo>
                <a:lnTo>
                  <a:pt x="22583" y="68393"/>
                </a:lnTo>
                <a:lnTo>
                  <a:pt x="25316" y="59020"/>
                </a:lnTo>
                <a:lnTo>
                  <a:pt x="28932" y="48662"/>
                </a:lnTo>
                <a:lnTo>
                  <a:pt x="32760" y="38486"/>
                </a:lnTo>
                <a:lnTo>
                  <a:pt x="36045" y="29736"/>
                </a:lnTo>
                <a:lnTo>
                  <a:pt x="37521" y="25245"/>
                </a:lnTo>
                <a:lnTo>
                  <a:pt x="39209" y="17530"/>
                </a:lnTo>
                <a:lnTo>
                  <a:pt x="39420" y="14305"/>
                </a:lnTo>
                <a:lnTo>
                  <a:pt x="39068" y="10947"/>
                </a:lnTo>
                <a:lnTo>
                  <a:pt x="36256" y="7110"/>
                </a:lnTo>
                <a:lnTo>
                  <a:pt x="33794" y="6630"/>
                </a:lnTo>
                <a:lnTo>
                  <a:pt x="31299" y="6794"/>
                </a:lnTo>
                <a:lnTo>
                  <a:pt x="26648" y="8105"/>
                </a:lnTo>
                <a:lnTo>
                  <a:pt x="20519" y="12530"/>
                </a:lnTo>
                <a:lnTo>
                  <a:pt x="16998" y="17118"/>
                </a:lnTo>
                <a:lnTo>
                  <a:pt x="13919" y="22515"/>
                </a:lnTo>
                <a:lnTo>
                  <a:pt x="9056" y="34229"/>
                </a:lnTo>
                <a:lnTo>
                  <a:pt x="7273" y="40545"/>
                </a:lnTo>
                <a:lnTo>
                  <a:pt x="6500" y="41781"/>
                </a:lnTo>
                <a:lnTo>
                  <a:pt x="5144" y="42193"/>
                </a:lnTo>
                <a:lnTo>
                  <a:pt x="2130" y="42193"/>
                </a:lnTo>
                <a:lnTo>
                  <a:pt x="1198" y="42042"/>
                </a:lnTo>
                <a:lnTo>
                  <a:pt x="133" y="40837"/>
                </a:lnTo>
                <a:lnTo>
                  <a:pt x="0" y="39782"/>
                </a:lnTo>
                <a:lnTo>
                  <a:pt x="0" y="39058"/>
                </a:lnTo>
                <a:lnTo>
                  <a:pt x="2343" y="31602"/>
                </a:lnTo>
                <a:lnTo>
                  <a:pt x="8672" y="18000"/>
                </a:lnTo>
                <a:lnTo>
                  <a:pt x="12658" y="11854"/>
                </a:lnTo>
                <a:lnTo>
                  <a:pt x="14868" y="9076"/>
                </a:lnTo>
                <a:lnTo>
                  <a:pt x="19710" y="4630"/>
                </a:lnTo>
                <a:lnTo>
                  <a:pt x="25115" y="1667"/>
                </a:lnTo>
                <a:lnTo>
                  <a:pt x="31082" y="185"/>
                </a:lnTo>
                <a:lnTo>
                  <a:pt x="34277" y="0"/>
                </a:lnTo>
                <a:lnTo>
                  <a:pt x="38682" y="377"/>
                </a:lnTo>
                <a:lnTo>
                  <a:pt x="46437" y="3391"/>
                </a:lnTo>
                <a:lnTo>
                  <a:pt x="49788" y="6028"/>
                </a:lnTo>
                <a:lnTo>
                  <a:pt x="52565" y="9245"/>
                </a:lnTo>
                <a:lnTo>
                  <a:pt x="55740" y="16900"/>
                </a:lnTo>
                <a:lnTo>
                  <a:pt x="56136" y="21338"/>
                </a:lnTo>
                <a:lnTo>
                  <a:pt x="55604" y="26240"/>
                </a:lnTo>
                <a:lnTo>
                  <a:pt x="54007" y="31383"/>
                </a:lnTo>
                <a:lnTo>
                  <a:pt x="52158" y="36376"/>
                </a:lnTo>
                <a:lnTo>
                  <a:pt x="48863" y="45086"/>
                </a:lnTo>
                <a:lnTo>
                  <a:pt x="45307" y="54710"/>
                </a:lnTo>
                <a:lnTo>
                  <a:pt x="42675" y="62526"/>
                </a:lnTo>
                <a:lnTo>
                  <a:pt x="40736" y="69377"/>
                </a:lnTo>
                <a:lnTo>
                  <a:pt x="39179" y="76108"/>
                </a:lnTo>
                <a:lnTo>
                  <a:pt x="38154" y="82748"/>
                </a:lnTo>
                <a:lnTo>
                  <a:pt x="37813" y="89408"/>
                </a:lnTo>
                <a:lnTo>
                  <a:pt x="38039" y="93505"/>
                </a:lnTo>
                <a:lnTo>
                  <a:pt x="39847" y="100718"/>
                </a:lnTo>
                <a:lnTo>
                  <a:pt x="41429" y="103834"/>
                </a:lnTo>
                <a:lnTo>
                  <a:pt x="43524" y="106419"/>
                </a:lnTo>
                <a:lnTo>
                  <a:pt x="49310" y="109372"/>
                </a:lnTo>
                <a:lnTo>
                  <a:pt x="53002" y="109741"/>
                </a:lnTo>
                <a:lnTo>
                  <a:pt x="56939" y="109437"/>
                </a:lnTo>
                <a:lnTo>
                  <a:pt x="64503" y="107006"/>
                </a:lnTo>
                <a:lnTo>
                  <a:pt x="71656" y="102144"/>
                </a:lnTo>
                <a:lnTo>
                  <a:pt x="78397" y="94851"/>
                </a:lnTo>
                <a:lnTo>
                  <a:pt x="81613" y="90293"/>
                </a:lnTo>
                <a:lnTo>
                  <a:pt x="101102" y="11051"/>
                </a:lnTo>
                <a:lnTo>
                  <a:pt x="102518" y="7886"/>
                </a:lnTo>
                <a:lnTo>
                  <a:pt x="105080" y="5224"/>
                </a:lnTo>
                <a:lnTo>
                  <a:pt x="108365" y="3385"/>
                </a:lnTo>
                <a:lnTo>
                  <a:pt x="111871" y="2773"/>
                </a:lnTo>
                <a:lnTo>
                  <a:pt x="114804" y="3275"/>
                </a:lnTo>
                <a:lnTo>
                  <a:pt x="117336" y="4782"/>
                </a:lnTo>
                <a:lnTo>
                  <a:pt x="118356" y="5864"/>
                </a:lnTo>
                <a:lnTo>
                  <a:pt x="119521" y="8496"/>
                </a:lnTo>
                <a:lnTo>
                  <a:pt x="119667" y="10046"/>
                </a:lnTo>
                <a:lnTo>
                  <a:pt x="119606" y="11292"/>
                </a:lnTo>
                <a:lnTo>
                  <a:pt x="119426" y="12055"/>
                </a:lnTo>
                <a:lnTo>
                  <a:pt x="93909" y="114403"/>
                </a:lnTo>
                <a:lnTo>
                  <a:pt x="91867" y="120922"/>
                </a:lnTo>
                <a:lnTo>
                  <a:pt x="85659" y="133540"/>
                </a:lnTo>
                <a:lnTo>
                  <a:pt x="81492" y="139638"/>
                </a:lnTo>
                <a:lnTo>
                  <a:pt x="76741" y="145372"/>
                </a:lnTo>
                <a:lnTo>
                  <a:pt x="65851" y="155076"/>
                </a:lnTo>
                <a:lnTo>
                  <a:pt x="59713" y="159047"/>
                </a:lnTo>
                <a:lnTo>
                  <a:pt x="53276" y="162264"/>
                </a:lnTo>
                <a:lnTo>
                  <a:pt x="39995" y="165941"/>
                </a:lnTo>
                <a:lnTo>
                  <a:pt x="33151" y="166400"/>
                </a:lnTo>
                <a:lnTo>
                  <a:pt x="29824" y="166237"/>
                </a:lnTo>
                <a:lnTo>
                  <a:pt x="23214" y="164931"/>
                </a:lnTo>
                <a:lnTo>
                  <a:pt x="19931" y="163788"/>
                </a:lnTo>
                <a:lnTo>
                  <a:pt x="16832" y="162342"/>
                </a:lnTo>
                <a:lnTo>
                  <a:pt x="11568" y="158484"/>
                </a:lnTo>
                <a:lnTo>
                  <a:pt x="9403" y="156073"/>
                </a:lnTo>
                <a:lnTo>
                  <a:pt x="7645" y="153391"/>
                </a:lnTo>
                <a:lnTo>
                  <a:pt x="5636" y="147363"/>
                </a:lnTo>
                <a:lnTo>
                  <a:pt x="5384" y="144018"/>
                </a:lnTo>
                <a:lnTo>
                  <a:pt x="5643" y="140620"/>
                </a:lnTo>
                <a:lnTo>
                  <a:pt x="7713" y="134532"/>
                </a:lnTo>
                <a:lnTo>
                  <a:pt x="9523" y="131842"/>
                </a:lnTo>
                <a:lnTo>
                  <a:pt x="11781" y="129592"/>
                </a:lnTo>
                <a:lnTo>
                  <a:pt x="17307" y="127020"/>
                </a:lnTo>
                <a:lnTo>
                  <a:pt x="20574" y="126699"/>
                </a:lnTo>
                <a:lnTo>
                  <a:pt x="22578" y="126860"/>
                </a:lnTo>
                <a:lnTo>
                  <a:pt x="26074" y="128145"/>
                </a:lnTo>
                <a:lnTo>
                  <a:pt x="27566" y="129271"/>
                </a:lnTo>
                <a:lnTo>
                  <a:pt x="28797" y="130654"/>
                </a:lnTo>
                <a:lnTo>
                  <a:pt x="30203" y="134010"/>
                </a:lnTo>
                <a:lnTo>
                  <a:pt x="30379" y="135981"/>
                </a:lnTo>
                <a:lnTo>
                  <a:pt x="30103" y="138839"/>
                </a:lnTo>
                <a:lnTo>
                  <a:pt x="27892" y="143983"/>
                </a:lnTo>
                <a:lnTo>
                  <a:pt x="25958" y="146268"/>
                </a:lnTo>
                <a:lnTo>
                  <a:pt x="23676" y="148202"/>
                </a:lnTo>
                <a:lnTo>
                  <a:pt x="18552" y="150412"/>
                </a:lnTo>
                <a:lnTo>
                  <a:pt x="15712" y="150689"/>
                </a:lnTo>
                <a:lnTo>
                  <a:pt x="15441" y="150578"/>
                </a:lnTo>
                <a:lnTo>
                  <a:pt x="15190" y="150487"/>
                </a:lnTo>
                <a:lnTo>
                  <a:pt x="14948" y="150457"/>
                </a:lnTo>
                <a:lnTo>
                  <a:pt x="14707" y="150447"/>
                </a:lnTo>
                <a:close/>
              </a:path>
            </a:pathLst>
          </a:custGeom>
          <a:solidFill xmlns:a="http://schemas.openxmlformats.org/drawingml/2006/main">
            <a:srgbClr val="73808C"/>
          </a:solidFill>
          <a:ln xmlns:a="http://schemas.openxmlformats.org/drawingml/2006/main" w="0">
            <a:noFill/>
          </a:ln>
        </p:spPr>
      </p:sp>
      <p:sp>
        <p:nvSpPr>
          <p:cNvPr id="484" name="paired-to-targets-1">
            <a:extLst xmlns:a="http://schemas.openxmlformats.org/drawingml/2006/main">
              <a:ext uri="{FF2B5EF4-FFF2-40B4-BE49-F238E27FC236}">
                <a16:creationId xmlns:a16="http://schemas.microsoft.com/office/drawing/2014/main" id="{A0030811-D8BB-4608-B18A-DD1E83A2FF77}"/>
              </a:ext>
            </a:extLst>
          </p:cNvPr>
          <p:cNvSpPr>
            <a:spLocks xmlns:a="http://schemas.openxmlformats.org/drawingml/2006/main" noGrp="1"/>
          </p:cNvSpPr>
          <p:nvPr/>
        </p:nvSpPr>
        <p:spPr>
          <a:xfrm xmlns:a="http://schemas.openxmlformats.org/drawingml/2006/main" flipV="0">
            <a:off x="4772025" y="8124825"/>
            <a:ext cx="695325" cy="95"/>
          </a:xfrm>
          <a:prstGeom xmlns:a="http://schemas.openxmlformats.org/drawingml/2006/main" prst="line">
            <a:avLst/>
          </a:prstGeom>
          <a:noFill xmlns:a="http://schemas.openxmlformats.org/drawingml/2006/main"/>
          <a:ln xmlns:a="http://schemas.openxmlformats.org/drawingml/2006/main" w="21908">
            <a:solidFill>
              <a:srgbClr val="B79555"/>
            </a:solidFill>
            <a:prstDash val="dash"/>
          </a:ln>
        </p:spPr>
      </p:sp>
      <p:sp>
        <p:nvSpPr>
          <p:cNvPr id="485" name="paired-to-targets-head">
            <a:extLst xmlns:a="http://schemas.openxmlformats.org/drawingml/2006/main">
              <a:ext uri="{FF2B5EF4-FFF2-40B4-BE49-F238E27FC236}">
                <a16:creationId xmlns:a16="http://schemas.microsoft.com/office/drawing/2014/main" id="{2653290D-8EE4-451A-959F-51F9748BC166}"/>
              </a:ext>
            </a:extLst>
          </p:cNvPr>
          <p:cNvSpPr>
            <a:spLocks xmlns:a="http://schemas.openxmlformats.org/drawingml/2006/main" noGrp="1"/>
          </p:cNvSpPr>
          <p:nvPr/>
        </p:nvSpPr>
        <p:spPr>
          <a:xfrm xmlns:a="http://schemas.openxmlformats.org/drawingml/2006/main">
            <a:off x="5343525" y="807720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B79555"/>
          </a:solidFill>
          <a:ln xmlns:a="http://schemas.openxmlformats.org/drawingml/2006/main" w="15240">
            <a:noFill/>
          </a:ln>
        </p:spPr>
      </p:sp>
      <p:sp>
        <p:nvSpPr>
          <p:cNvPr id="486" name="paired-correctness-heading-words-0">
            <a:extLst xmlns:a="http://schemas.openxmlformats.org/drawingml/2006/main">
              <a:ext uri="{FF2B5EF4-FFF2-40B4-BE49-F238E27FC236}">
                <a16:creationId xmlns:a16="http://schemas.microsoft.com/office/drawing/2014/main" id="{17EEFD40-F4B8-4841-B411-EEF2A9A0E444}"/>
              </a:ext>
            </a:extLst>
          </p:cNvPr>
          <p:cNvSpPr>
            <a:spLocks xmlns:a="http://schemas.openxmlformats.org/drawingml/2006/main" noGrp="1"/>
          </p:cNvSpPr>
          <p:nvPr/>
        </p:nvSpPr>
        <p:spPr>
          <a:xfrm xmlns:a="http://schemas.openxmlformats.org/drawingml/2006/main">
            <a:off x="6633496" y="7458075"/>
            <a:ext cx="2089499" cy="3429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i="0">
                <a:solidFill>
                  <a:srgbClr val="73808C"/>
                </a:solidFill>
                <a:latin typeface="Times New Roman"/>
                <a:ea typeface="Times New Roman"/>
                <a:cs typeface="Times New Roman"/>
              </a:defRPr>
            </a:pPr>
            <a:r>
              <a:rPr sz="2175" b="0" i="0">
                <a:solidFill>
                  <a:srgbClr val="73808C"/>
                </a:solidFill>
                <a:latin typeface="Times New Roman"/>
                <a:ea typeface="Times New Roman"/>
                <a:cs typeface="Times New Roman"/>
              </a:rPr>
              <a:t>Paired correctness </a:t>
            </a:r>
          </a:p>
        </p:txBody>
      </p:sp>
      <p:sp>
        <p:nvSpPr>
          <p:cNvPr id="487" name="paired-correctness-heading-math-1 (c_S,c_L)">
            <a:extLst xmlns:a="http://schemas.openxmlformats.org/drawingml/2006/main">
              <a:ext uri="{FF2B5EF4-FFF2-40B4-BE49-F238E27FC236}">
                <a16:creationId xmlns:a16="http://schemas.microsoft.com/office/drawing/2014/main" id="{51DA8AA9-EE1B-4FE0-A562-DC402A97BC23}"/>
              </a:ext>
            </a:extLst>
          </p:cNvPr>
          <p:cNvSpPr>
            <a:spLocks xmlns:a="http://schemas.openxmlformats.org/drawingml/2006/main" noGrp="1"/>
          </p:cNvSpPr>
          <p:nvPr/>
        </p:nvSpPr>
        <p:spPr>
          <a:xfrm xmlns:a="http://schemas.openxmlformats.org/drawingml/2006/main">
            <a:off x="8740316" y="7516273"/>
            <a:ext cx="809730" cy="276225"/>
          </a:xfrm>
          <a:custGeom xmlns:a="http://schemas.openxmlformats.org/drawingml/2006/main">
            <a:pathLst>
              <a:path w="809730" h="276225">
                <a:moveTo>
                  <a:pt x="58784" y="275707"/>
                </a:moveTo>
                <a:lnTo>
                  <a:pt x="51366" y="269400"/>
                </a:lnTo>
                <a:lnTo>
                  <a:pt x="38116" y="255460"/>
                </a:lnTo>
                <a:lnTo>
                  <a:pt x="32284" y="247826"/>
                </a:lnTo>
                <a:lnTo>
                  <a:pt x="26986" y="239838"/>
                </a:lnTo>
                <a:lnTo>
                  <a:pt x="17879" y="223070"/>
                </a:lnTo>
                <a:lnTo>
                  <a:pt x="14070" y="214290"/>
                </a:lnTo>
                <a:lnTo>
                  <a:pt x="10755" y="205297"/>
                </a:lnTo>
                <a:lnTo>
                  <a:pt x="5468" y="186695"/>
                </a:lnTo>
                <a:lnTo>
                  <a:pt x="3496" y="177086"/>
                </a:lnTo>
                <a:lnTo>
                  <a:pt x="1967" y="167367"/>
                </a:lnTo>
                <a:lnTo>
                  <a:pt x="219" y="147880"/>
                </a:lnTo>
                <a:lnTo>
                  <a:pt x="0" y="138112"/>
                </a:lnTo>
                <a:lnTo>
                  <a:pt x="219" y="128232"/>
                </a:lnTo>
                <a:lnTo>
                  <a:pt x="1967" y="108615"/>
                </a:lnTo>
                <a:lnTo>
                  <a:pt x="3496" y="98880"/>
                </a:lnTo>
                <a:lnTo>
                  <a:pt x="5476" y="89261"/>
                </a:lnTo>
                <a:lnTo>
                  <a:pt x="10828" y="70572"/>
                </a:lnTo>
                <a:lnTo>
                  <a:pt x="14200" y="61503"/>
                </a:lnTo>
                <a:lnTo>
                  <a:pt x="18071" y="52672"/>
                </a:lnTo>
                <a:lnTo>
                  <a:pt x="27285" y="35882"/>
                </a:lnTo>
                <a:lnTo>
                  <a:pt x="32629" y="27925"/>
                </a:lnTo>
                <a:lnTo>
                  <a:pt x="38472" y="20337"/>
                </a:lnTo>
                <a:lnTo>
                  <a:pt x="51550" y="6633"/>
                </a:lnTo>
                <a:lnTo>
                  <a:pt x="58784" y="518"/>
                </a:lnTo>
                <a:lnTo>
                  <a:pt x="59129" y="130"/>
                </a:lnTo>
                <a:lnTo>
                  <a:pt x="60165" y="0"/>
                </a:lnTo>
                <a:lnTo>
                  <a:pt x="62712" y="0"/>
                </a:lnTo>
                <a:lnTo>
                  <a:pt x="63489" y="183"/>
                </a:lnTo>
                <a:lnTo>
                  <a:pt x="64179" y="734"/>
                </a:lnTo>
                <a:lnTo>
                  <a:pt x="64697" y="1521"/>
                </a:lnTo>
                <a:lnTo>
                  <a:pt x="64870" y="2417"/>
                </a:lnTo>
                <a:lnTo>
                  <a:pt x="64740" y="3464"/>
                </a:lnTo>
                <a:lnTo>
                  <a:pt x="64352" y="4186"/>
                </a:lnTo>
                <a:lnTo>
                  <a:pt x="57881" y="10909"/>
                </a:lnTo>
                <a:lnTo>
                  <a:pt x="46637" y="25065"/>
                </a:lnTo>
                <a:lnTo>
                  <a:pt x="41865" y="32500"/>
                </a:lnTo>
                <a:lnTo>
                  <a:pt x="37595" y="40177"/>
                </a:lnTo>
                <a:lnTo>
                  <a:pt x="30366" y="56275"/>
                </a:lnTo>
                <a:lnTo>
                  <a:pt x="27407" y="64697"/>
                </a:lnTo>
                <a:lnTo>
                  <a:pt x="24876" y="73299"/>
                </a:lnTo>
                <a:lnTo>
                  <a:pt x="20949" y="90974"/>
                </a:lnTo>
                <a:lnTo>
                  <a:pt x="19552" y="100045"/>
                </a:lnTo>
                <a:lnTo>
                  <a:pt x="17739" y="118691"/>
                </a:lnTo>
                <a:lnTo>
                  <a:pt x="17135" y="138112"/>
                </a:lnTo>
                <a:lnTo>
                  <a:pt x="17318" y="148921"/>
                </a:lnTo>
                <a:lnTo>
                  <a:pt x="18784" y="169550"/>
                </a:lnTo>
                <a:lnTo>
                  <a:pt x="21716" y="188862"/>
                </a:lnTo>
                <a:lnTo>
                  <a:pt x="26114" y="206856"/>
                </a:lnTo>
                <a:lnTo>
                  <a:pt x="31979" y="223532"/>
                </a:lnTo>
                <a:lnTo>
                  <a:pt x="39309" y="238890"/>
                </a:lnTo>
                <a:lnTo>
                  <a:pt x="48106" y="252930"/>
                </a:lnTo>
                <a:lnTo>
                  <a:pt x="58368" y="265653"/>
                </a:lnTo>
                <a:lnTo>
                  <a:pt x="64050" y="271521"/>
                </a:lnTo>
                <a:lnTo>
                  <a:pt x="64665" y="272481"/>
                </a:lnTo>
                <a:lnTo>
                  <a:pt x="64870" y="273808"/>
                </a:lnTo>
                <a:lnTo>
                  <a:pt x="64686" y="274509"/>
                </a:lnTo>
                <a:lnTo>
                  <a:pt x="64136" y="275319"/>
                </a:lnTo>
                <a:lnTo>
                  <a:pt x="63413" y="275998"/>
                </a:lnTo>
                <a:lnTo>
                  <a:pt x="62712" y="276225"/>
                </a:lnTo>
                <a:lnTo>
                  <a:pt x="60165" y="276225"/>
                </a:lnTo>
                <a:lnTo>
                  <a:pt x="59129" y="276095"/>
                </a:lnTo>
                <a:lnTo>
                  <a:pt x="58784" y="275707"/>
                </a:lnTo>
                <a:close/>
                <a:moveTo>
                  <a:pt x="112750" y="174237"/>
                </a:moveTo>
                <a:lnTo>
                  <a:pt x="113134" y="180029"/>
                </a:lnTo>
                <a:lnTo>
                  <a:pt x="116198" y="190236"/>
                </a:lnTo>
                <a:lnTo>
                  <a:pt x="118879" y="194652"/>
                </a:lnTo>
                <a:lnTo>
                  <a:pt x="122278" y="198297"/>
                </a:lnTo>
                <a:lnTo>
                  <a:pt x="131083" y="202462"/>
                </a:lnTo>
                <a:lnTo>
                  <a:pt x="136489" y="202982"/>
                </a:lnTo>
                <a:lnTo>
                  <a:pt x="144630" y="202510"/>
                </a:lnTo>
                <a:lnTo>
                  <a:pt x="160426" y="198734"/>
                </a:lnTo>
                <a:lnTo>
                  <a:pt x="168082" y="195429"/>
                </a:lnTo>
                <a:lnTo>
                  <a:pt x="175327" y="191291"/>
                </a:lnTo>
                <a:lnTo>
                  <a:pt x="187714" y="180846"/>
                </a:lnTo>
                <a:lnTo>
                  <a:pt x="192856" y="174540"/>
                </a:lnTo>
                <a:lnTo>
                  <a:pt x="193805" y="173925"/>
                </a:lnTo>
                <a:lnTo>
                  <a:pt x="195014" y="173720"/>
                </a:lnTo>
                <a:lnTo>
                  <a:pt x="196395" y="174108"/>
                </a:lnTo>
                <a:lnTo>
                  <a:pt x="197776" y="175273"/>
                </a:lnTo>
                <a:lnTo>
                  <a:pt x="198844" y="176773"/>
                </a:lnTo>
                <a:lnTo>
                  <a:pt x="199200" y="178165"/>
                </a:lnTo>
                <a:lnTo>
                  <a:pt x="199071" y="179115"/>
                </a:lnTo>
                <a:lnTo>
                  <a:pt x="198682" y="179805"/>
                </a:lnTo>
                <a:lnTo>
                  <a:pt x="193174" y="186509"/>
                </a:lnTo>
                <a:lnTo>
                  <a:pt x="179535" y="197666"/>
                </a:lnTo>
                <a:lnTo>
                  <a:pt x="171405" y="202119"/>
                </a:lnTo>
                <a:lnTo>
                  <a:pt x="162781" y="205688"/>
                </a:lnTo>
                <a:lnTo>
                  <a:pt x="145064" y="209766"/>
                </a:lnTo>
                <a:lnTo>
                  <a:pt x="135971" y="210276"/>
                </a:lnTo>
                <a:lnTo>
                  <a:pt x="129542" y="209885"/>
                </a:lnTo>
                <a:lnTo>
                  <a:pt x="117868" y="206756"/>
                </a:lnTo>
                <a:lnTo>
                  <a:pt x="112621" y="204018"/>
                </a:lnTo>
                <a:lnTo>
                  <a:pt x="107854" y="200606"/>
                </a:lnTo>
                <a:lnTo>
                  <a:pt x="100021" y="192211"/>
                </a:lnTo>
                <a:lnTo>
                  <a:pt x="96954" y="187229"/>
                </a:lnTo>
                <a:lnTo>
                  <a:pt x="94537" y="181793"/>
                </a:lnTo>
                <a:lnTo>
                  <a:pt x="91775" y="169903"/>
                </a:lnTo>
                <a:lnTo>
                  <a:pt x="91430" y="163448"/>
                </a:lnTo>
                <a:lnTo>
                  <a:pt x="92079" y="154163"/>
                </a:lnTo>
                <a:lnTo>
                  <a:pt x="97280" y="135690"/>
                </a:lnTo>
                <a:lnTo>
                  <a:pt x="101831" y="126502"/>
                </a:lnTo>
                <a:lnTo>
                  <a:pt x="107461" y="117757"/>
                </a:lnTo>
                <a:lnTo>
                  <a:pt x="121294" y="102824"/>
                </a:lnTo>
                <a:lnTo>
                  <a:pt x="129497" y="96636"/>
                </a:lnTo>
                <a:lnTo>
                  <a:pt x="133840" y="93935"/>
                </a:lnTo>
                <a:lnTo>
                  <a:pt x="142687" y="89613"/>
                </a:lnTo>
                <a:lnTo>
                  <a:pt x="151751" y="86732"/>
                </a:lnTo>
                <a:lnTo>
                  <a:pt x="161030" y="85292"/>
                </a:lnTo>
                <a:lnTo>
                  <a:pt x="165751" y="85112"/>
                </a:lnTo>
                <a:lnTo>
                  <a:pt x="171807" y="85487"/>
                </a:lnTo>
                <a:lnTo>
                  <a:pt x="182964" y="88486"/>
                </a:lnTo>
                <a:lnTo>
                  <a:pt x="188065" y="91111"/>
                </a:lnTo>
                <a:lnTo>
                  <a:pt x="190392" y="92701"/>
                </a:lnTo>
                <a:lnTo>
                  <a:pt x="194114" y="96418"/>
                </a:lnTo>
                <a:lnTo>
                  <a:pt x="197371" y="103339"/>
                </a:lnTo>
                <a:lnTo>
                  <a:pt x="197992" y="108850"/>
                </a:lnTo>
                <a:lnTo>
                  <a:pt x="197717" y="112489"/>
                </a:lnTo>
                <a:lnTo>
                  <a:pt x="195516" y="118941"/>
                </a:lnTo>
                <a:lnTo>
                  <a:pt x="193589" y="121755"/>
                </a:lnTo>
                <a:lnTo>
                  <a:pt x="191218" y="124077"/>
                </a:lnTo>
                <a:lnTo>
                  <a:pt x="185327" y="126732"/>
                </a:lnTo>
                <a:lnTo>
                  <a:pt x="181807" y="127064"/>
                </a:lnTo>
                <a:lnTo>
                  <a:pt x="179670" y="126891"/>
                </a:lnTo>
                <a:lnTo>
                  <a:pt x="175915" y="125510"/>
                </a:lnTo>
                <a:lnTo>
                  <a:pt x="174297" y="124301"/>
                </a:lnTo>
                <a:lnTo>
                  <a:pt x="172975" y="122812"/>
                </a:lnTo>
                <a:lnTo>
                  <a:pt x="171465" y="119187"/>
                </a:lnTo>
                <a:lnTo>
                  <a:pt x="171276" y="117050"/>
                </a:lnTo>
                <a:lnTo>
                  <a:pt x="171570" y="113932"/>
                </a:lnTo>
                <a:lnTo>
                  <a:pt x="173922" y="108408"/>
                </a:lnTo>
                <a:lnTo>
                  <a:pt x="175980" y="106001"/>
                </a:lnTo>
                <a:lnTo>
                  <a:pt x="178454" y="104000"/>
                </a:lnTo>
                <a:lnTo>
                  <a:pt x="184000" y="101712"/>
                </a:lnTo>
                <a:lnTo>
                  <a:pt x="187072" y="101427"/>
                </a:lnTo>
                <a:lnTo>
                  <a:pt x="187590" y="101427"/>
                </a:lnTo>
                <a:lnTo>
                  <a:pt x="185791" y="99228"/>
                </a:lnTo>
                <a:lnTo>
                  <a:pt x="181108" y="95753"/>
                </a:lnTo>
                <a:lnTo>
                  <a:pt x="178224" y="94478"/>
                </a:lnTo>
                <a:lnTo>
                  <a:pt x="171977" y="92794"/>
                </a:lnTo>
                <a:lnTo>
                  <a:pt x="165492" y="92233"/>
                </a:lnTo>
                <a:lnTo>
                  <a:pt x="161509" y="92450"/>
                </a:lnTo>
                <a:lnTo>
                  <a:pt x="153918" y="94181"/>
                </a:lnTo>
                <a:lnTo>
                  <a:pt x="146829" y="97645"/>
                </a:lnTo>
                <a:lnTo>
                  <a:pt x="140242" y="102841"/>
                </a:lnTo>
                <a:lnTo>
                  <a:pt x="137136" y="106088"/>
                </a:lnTo>
                <a:lnTo>
                  <a:pt x="131447" y="113333"/>
                </a:lnTo>
                <a:lnTo>
                  <a:pt x="122319" y="129864"/>
                </a:lnTo>
                <a:lnTo>
                  <a:pt x="118879" y="139148"/>
                </a:lnTo>
                <a:lnTo>
                  <a:pt x="116198" y="148544"/>
                </a:lnTo>
                <a:lnTo>
                  <a:pt x="113134" y="166088"/>
                </a:lnTo>
                <a:lnTo>
                  <a:pt x="112750" y="174237"/>
                </a:lnTo>
                <a:close/>
                <a:moveTo>
                  <a:pt x="211558" y="258404"/>
                </a:moveTo>
                <a:lnTo>
                  <a:pt x="211007" y="258238"/>
                </a:lnTo>
                <a:lnTo>
                  <a:pt x="210501" y="257739"/>
                </a:lnTo>
                <a:lnTo>
                  <a:pt x="210161" y="257098"/>
                </a:lnTo>
                <a:lnTo>
                  <a:pt x="210047" y="256501"/>
                </a:lnTo>
                <a:lnTo>
                  <a:pt x="221165" y="211364"/>
                </a:lnTo>
                <a:lnTo>
                  <a:pt x="221770" y="210525"/>
                </a:lnTo>
                <a:lnTo>
                  <a:pt x="222797" y="210246"/>
                </a:lnTo>
                <a:lnTo>
                  <a:pt x="225063" y="210246"/>
                </a:lnTo>
                <a:lnTo>
                  <a:pt x="225735" y="210390"/>
                </a:lnTo>
                <a:lnTo>
                  <a:pt x="226241" y="210820"/>
                </a:lnTo>
                <a:lnTo>
                  <a:pt x="226559" y="211439"/>
                </a:lnTo>
                <a:lnTo>
                  <a:pt x="226664" y="212210"/>
                </a:lnTo>
                <a:lnTo>
                  <a:pt x="225463" y="218471"/>
                </a:lnTo>
                <a:lnTo>
                  <a:pt x="225063" y="224023"/>
                </a:lnTo>
                <a:lnTo>
                  <a:pt x="225664" y="230567"/>
                </a:lnTo>
                <a:lnTo>
                  <a:pt x="228816" y="238699"/>
                </a:lnTo>
                <a:lnTo>
                  <a:pt x="232419" y="242997"/>
                </a:lnTo>
                <a:lnTo>
                  <a:pt x="234670" y="244809"/>
                </a:lnTo>
                <a:lnTo>
                  <a:pt x="239801" y="247783"/>
                </a:lnTo>
                <a:lnTo>
                  <a:pt x="251931" y="251182"/>
                </a:lnTo>
                <a:lnTo>
                  <a:pt x="258931" y="251606"/>
                </a:lnTo>
                <a:lnTo>
                  <a:pt x="262090" y="251412"/>
                </a:lnTo>
                <a:lnTo>
                  <a:pt x="268329" y="249856"/>
                </a:lnTo>
                <a:lnTo>
                  <a:pt x="271408" y="248494"/>
                </a:lnTo>
                <a:lnTo>
                  <a:pt x="277149" y="244892"/>
                </a:lnTo>
                <a:lnTo>
                  <a:pt x="282103" y="240367"/>
                </a:lnTo>
                <a:lnTo>
                  <a:pt x="286227" y="235065"/>
                </a:lnTo>
                <a:lnTo>
                  <a:pt x="289415" y="229189"/>
                </a:lnTo>
                <a:lnTo>
                  <a:pt x="291477" y="222958"/>
                </a:lnTo>
                <a:lnTo>
                  <a:pt x="292164" y="216651"/>
                </a:lnTo>
                <a:lnTo>
                  <a:pt x="291939" y="213345"/>
                </a:lnTo>
                <a:lnTo>
                  <a:pt x="290142" y="207287"/>
                </a:lnTo>
                <a:lnTo>
                  <a:pt x="288569" y="204536"/>
                </a:lnTo>
                <a:lnTo>
                  <a:pt x="286615" y="202102"/>
                </a:lnTo>
                <a:lnTo>
                  <a:pt x="281675" y="198673"/>
                </a:lnTo>
                <a:lnTo>
                  <a:pt x="278689" y="197678"/>
                </a:lnTo>
                <a:lnTo>
                  <a:pt x="255064" y="191454"/>
                </a:lnTo>
                <a:lnTo>
                  <a:pt x="250545" y="189862"/>
                </a:lnTo>
                <a:lnTo>
                  <a:pt x="242947" y="184741"/>
                </a:lnTo>
                <a:lnTo>
                  <a:pt x="239867" y="181212"/>
                </a:lnTo>
                <a:lnTo>
                  <a:pt x="237395" y="177239"/>
                </a:lnTo>
                <a:lnTo>
                  <a:pt x="234570" y="168569"/>
                </a:lnTo>
                <a:lnTo>
                  <a:pt x="234217" y="163870"/>
                </a:lnTo>
                <a:lnTo>
                  <a:pt x="234648" y="158123"/>
                </a:lnTo>
                <a:lnTo>
                  <a:pt x="238092" y="146944"/>
                </a:lnTo>
                <a:lnTo>
                  <a:pt x="241106" y="141513"/>
                </a:lnTo>
                <a:lnTo>
                  <a:pt x="244812" y="136404"/>
                </a:lnTo>
                <a:lnTo>
                  <a:pt x="253800" y="127794"/>
                </a:lnTo>
                <a:lnTo>
                  <a:pt x="259082" y="124293"/>
                </a:lnTo>
                <a:lnTo>
                  <a:pt x="264654" y="121451"/>
                </a:lnTo>
                <a:lnTo>
                  <a:pt x="275969" y="118203"/>
                </a:lnTo>
                <a:lnTo>
                  <a:pt x="281711" y="117797"/>
                </a:lnTo>
                <a:lnTo>
                  <a:pt x="286046" y="118001"/>
                </a:lnTo>
                <a:lnTo>
                  <a:pt x="294173" y="119632"/>
                </a:lnTo>
                <a:lnTo>
                  <a:pt x="297965" y="121060"/>
                </a:lnTo>
                <a:lnTo>
                  <a:pt x="301464" y="122929"/>
                </a:lnTo>
                <a:lnTo>
                  <a:pt x="307159" y="128095"/>
                </a:lnTo>
                <a:lnTo>
                  <a:pt x="309355" y="131392"/>
                </a:lnTo>
                <a:lnTo>
                  <a:pt x="320412" y="118371"/>
                </a:lnTo>
                <a:lnTo>
                  <a:pt x="321304" y="117941"/>
                </a:lnTo>
                <a:lnTo>
                  <a:pt x="321742" y="117797"/>
                </a:lnTo>
                <a:lnTo>
                  <a:pt x="322950" y="117797"/>
                </a:lnTo>
                <a:lnTo>
                  <a:pt x="323630" y="117963"/>
                </a:lnTo>
                <a:lnTo>
                  <a:pt x="324159" y="118462"/>
                </a:lnTo>
                <a:lnTo>
                  <a:pt x="324521" y="119126"/>
                </a:lnTo>
                <a:lnTo>
                  <a:pt x="324642" y="119791"/>
                </a:lnTo>
                <a:lnTo>
                  <a:pt x="313433" y="164626"/>
                </a:lnTo>
                <a:lnTo>
                  <a:pt x="312905" y="165623"/>
                </a:lnTo>
                <a:lnTo>
                  <a:pt x="311923" y="165955"/>
                </a:lnTo>
                <a:lnTo>
                  <a:pt x="309536" y="165955"/>
                </a:lnTo>
                <a:lnTo>
                  <a:pt x="308267" y="165434"/>
                </a:lnTo>
                <a:lnTo>
                  <a:pt x="307844" y="163870"/>
                </a:lnTo>
                <a:lnTo>
                  <a:pt x="308547" y="158138"/>
                </a:lnTo>
                <a:lnTo>
                  <a:pt x="308781" y="153206"/>
                </a:lnTo>
                <a:lnTo>
                  <a:pt x="308588" y="148865"/>
                </a:lnTo>
                <a:lnTo>
                  <a:pt x="307047" y="141055"/>
                </a:lnTo>
                <a:lnTo>
                  <a:pt x="305699" y="137586"/>
                </a:lnTo>
                <a:lnTo>
                  <a:pt x="303977" y="134463"/>
                </a:lnTo>
                <a:lnTo>
                  <a:pt x="299355" y="129417"/>
                </a:lnTo>
                <a:lnTo>
                  <a:pt x="296454" y="127495"/>
                </a:lnTo>
                <a:lnTo>
                  <a:pt x="293186" y="125988"/>
                </a:lnTo>
                <a:lnTo>
                  <a:pt x="285527" y="124266"/>
                </a:lnTo>
                <a:lnTo>
                  <a:pt x="281137" y="124051"/>
                </a:lnTo>
                <a:lnTo>
                  <a:pt x="277273" y="124329"/>
                </a:lnTo>
                <a:lnTo>
                  <a:pt x="269569" y="126549"/>
                </a:lnTo>
                <a:lnTo>
                  <a:pt x="265729" y="128492"/>
                </a:lnTo>
                <a:lnTo>
                  <a:pt x="262090" y="130883"/>
                </a:lnTo>
                <a:lnTo>
                  <a:pt x="255911" y="136774"/>
                </a:lnTo>
                <a:lnTo>
                  <a:pt x="253372" y="140275"/>
                </a:lnTo>
                <a:lnTo>
                  <a:pt x="251310" y="143995"/>
                </a:lnTo>
                <a:lnTo>
                  <a:pt x="248953" y="151638"/>
                </a:lnTo>
                <a:lnTo>
                  <a:pt x="248659" y="155562"/>
                </a:lnTo>
                <a:lnTo>
                  <a:pt x="248885" y="158598"/>
                </a:lnTo>
                <a:lnTo>
                  <a:pt x="250698" y="164127"/>
                </a:lnTo>
                <a:lnTo>
                  <a:pt x="252284" y="166620"/>
                </a:lnTo>
                <a:lnTo>
                  <a:pt x="254248" y="168829"/>
                </a:lnTo>
                <a:lnTo>
                  <a:pt x="259082" y="172092"/>
                </a:lnTo>
                <a:lnTo>
                  <a:pt x="261952" y="173146"/>
                </a:lnTo>
                <a:lnTo>
                  <a:pt x="285578" y="179279"/>
                </a:lnTo>
                <a:lnTo>
                  <a:pt x="288678" y="180287"/>
                </a:lnTo>
                <a:lnTo>
                  <a:pt x="294268" y="183278"/>
                </a:lnTo>
                <a:lnTo>
                  <a:pt x="296756" y="185261"/>
                </a:lnTo>
                <a:lnTo>
                  <a:pt x="298998" y="187508"/>
                </a:lnTo>
                <a:lnTo>
                  <a:pt x="302608" y="192614"/>
                </a:lnTo>
                <a:lnTo>
                  <a:pt x="303977" y="195472"/>
                </a:lnTo>
                <a:lnTo>
                  <a:pt x="305812" y="201636"/>
                </a:lnTo>
                <a:lnTo>
                  <a:pt x="306424" y="208343"/>
                </a:lnTo>
                <a:lnTo>
                  <a:pt x="306183" y="212906"/>
                </a:lnTo>
                <a:lnTo>
                  <a:pt x="304249" y="221955"/>
                </a:lnTo>
                <a:lnTo>
                  <a:pt x="302557" y="226440"/>
                </a:lnTo>
                <a:lnTo>
                  <a:pt x="300431" y="230800"/>
                </a:lnTo>
                <a:lnTo>
                  <a:pt x="295023" y="238942"/>
                </a:lnTo>
                <a:lnTo>
                  <a:pt x="291741" y="242724"/>
                </a:lnTo>
                <a:lnTo>
                  <a:pt x="288165" y="246208"/>
                </a:lnTo>
                <a:lnTo>
                  <a:pt x="280310" y="251963"/>
                </a:lnTo>
                <a:lnTo>
                  <a:pt x="276031" y="254235"/>
                </a:lnTo>
                <a:lnTo>
                  <a:pt x="271612" y="256059"/>
                </a:lnTo>
                <a:lnTo>
                  <a:pt x="262639" y="258144"/>
                </a:lnTo>
                <a:lnTo>
                  <a:pt x="258085" y="258404"/>
                </a:lnTo>
                <a:lnTo>
                  <a:pt x="252533" y="258193"/>
                </a:lnTo>
                <a:lnTo>
                  <a:pt x="242650" y="256505"/>
                </a:lnTo>
                <a:lnTo>
                  <a:pt x="234394" y="253129"/>
                </a:lnTo>
                <a:lnTo>
                  <a:pt x="227766" y="248064"/>
                </a:lnTo>
                <a:lnTo>
                  <a:pt x="225063" y="244899"/>
                </a:lnTo>
                <a:lnTo>
                  <a:pt x="214277" y="257830"/>
                </a:lnTo>
                <a:lnTo>
                  <a:pt x="213363" y="258261"/>
                </a:lnTo>
                <a:lnTo>
                  <a:pt x="212857" y="258404"/>
                </a:lnTo>
                <a:lnTo>
                  <a:pt x="211558" y="258404"/>
                </a:lnTo>
                <a:close/>
                <a:moveTo>
                  <a:pt x="363213" y="256932"/>
                </a:moveTo>
                <a:lnTo>
                  <a:pt x="363482" y="255756"/>
                </a:lnTo>
                <a:lnTo>
                  <a:pt x="364292" y="254645"/>
                </a:lnTo>
                <a:lnTo>
                  <a:pt x="369018" y="249668"/>
                </a:lnTo>
                <a:lnTo>
                  <a:pt x="376787" y="238597"/>
                </a:lnTo>
                <a:lnTo>
                  <a:pt x="379829" y="232504"/>
                </a:lnTo>
                <a:lnTo>
                  <a:pt x="382246" y="226159"/>
                </a:lnTo>
                <a:lnTo>
                  <a:pt x="385009" y="212952"/>
                </a:lnTo>
                <a:lnTo>
                  <a:pt x="385354" y="206090"/>
                </a:lnTo>
                <a:lnTo>
                  <a:pt x="385354" y="202723"/>
                </a:lnTo>
                <a:lnTo>
                  <a:pt x="382996" y="204668"/>
                </a:lnTo>
                <a:lnTo>
                  <a:pt x="377472" y="206891"/>
                </a:lnTo>
                <a:lnTo>
                  <a:pt x="374305" y="207169"/>
                </a:lnTo>
                <a:lnTo>
                  <a:pt x="371251" y="206891"/>
                </a:lnTo>
                <a:lnTo>
                  <a:pt x="365856" y="204668"/>
                </a:lnTo>
                <a:lnTo>
                  <a:pt x="363515" y="202723"/>
                </a:lnTo>
                <a:lnTo>
                  <a:pt x="361570" y="200382"/>
                </a:lnTo>
                <a:lnTo>
                  <a:pt x="359347" y="194987"/>
                </a:lnTo>
                <a:lnTo>
                  <a:pt x="359069" y="191933"/>
                </a:lnTo>
                <a:lnTo>
                  <a:pt x="359347" y="188831"/>
                </a:lnTo>
                <a:lnTo>
                  <a:pt x="361570" y="183436"/>
                </a:lnTo>
                <a:lnTo>
                  <a:pt x="363515" y="181143"/>
                </a:lnTo>
                <a:lnTo>
                  <a:pt x="365856" y="179255"/>
                </a:lnTo>
                <a:lnTo>
                  <a:pt x="371251" y="177097"/>
                </a:lnTo>
                <a:lnTo>
                  <a:pt x="374305" y="176827"/>
                </a:lnTo>
                <a:lnTo>
                  <a:pt x="378872" y="177396"/>
                </a:lnTo>
                <a:lnTo>
                  <a:pt x="385885" y="181950"/>
                </a:lnTo>
                <a:lnTo>
                  <a:pt x="388332" y="185934"/>
                </a:lnTo>
                <a:lnTo>
                  <a:pt x="390164" y="190609"/>
                </a:lnTo>
                <a:lnTo>
                  <a:pt x="392257" y="200687"/>
                </a:lnTo>
                <a:lnTo>
                  <a:pt x="392518" y="206090"/>
                </a:lnTo>
                <a:lnTo>
                  <a:pt x="392133" y="213675"/>
                </a:lnTo>
                <a:lnTo>
                  <a:pt x="389047" y="228263"/>
                </a:lnTo>
                <a:lnTo>
                  <a:pt x="386347" y="235266"/>
                </a:lnTo>
                <a:lnTo>
                  <a:pt x="382966" y="242018"/>
                </a:lnTo>
                <a:lnTo>
                  <a:pt x="374313" y="254470"/>
                </a:lnTo>
                <a:lnTo>
                  <a:pt x="369039" y="260169"/>
                </a:lnTo>
                <a:lnTo>
                  <a:pt x="368058" y="260590"/>
                </a:lnTo>
                <a:lnTo>
                  <a:pt x="367270" y="260730"/>
                </a:lnTo>
                <a:lnTo>
                  <a:pt x="365921" y="260417"/>
                </a:lnTo>
                <a:lnTo>
                  <a:pt x="364551" y="259479"/>
                </a:lnTo>
                <a:lnTo>
                  <a:pt x="363547" y="258238"/>
                </a:lnTo>
                <a:lnTo>
                  <a:pt x="363213" y="256932"/>
                </a:lnTo>
                <a:close/>
                <a:moveTo>
                  <a:pt x="493195" y="174237"/>
                </a:moveTo>
                <a:lnTo>
                  <a:pt x="493578" y="180029"/>
                </a:lnTo>
                <a:lnTo>
                  <a:pt x="496642" y="190236"/>
                </a:lnTo>
                <a:lnTo>
                  <a:pt x="499324" y="194652"/>
                </a:lnTo>
                <a:lnTo>
                  <a:pt x="502722" y="198297"/>
                </a:lnTo>
                <a:lnTo>
                  <a:pt x="511527" y="202462"/>
                </a:lnTo>
                <a:lnTo>
                  <a:pt x="516933" y="202982"/>
                </a:lnTo>
                <a:lnTo>
                  <a:pt x="525074" y="202510"/>
                </a:lnTo>
                <a:lnTo>
                  <a:pt x="540871" y="198734"/>
                </a:lnTo>
                <a:lnTo>
                  <a:pt x="548526" y="195429"/>
                </a:lnTo>
                <a:lnTo>
                  <a:pt x="555772" y="191291"/>
                </a:lnTo>
                <a:lnTo>
                  <a:pt x="568159" y="180846"/>
                </a:lnTo>
                <a:lnTo>
                  <a:pt x="573300" y="174540"/>
                </a:lnTo>
                <a:lnTo>
                  <a:pt x="574250" y="173925"/>
                </a:lnTo>
                <a:lnTo>
                  <a:pt x="575458" y="173720"/>
                </a:lnTo>
                <a:lnTo>
                  <a:pt x="576839" y="174108"/>
                </a:lnTo>
                <a:lnTo>
                  <a:pt x="578220" y="175273"/>
                </a:lnTo>
                <a:lnTo>
                  <a:pt x="579289" y="176773"/>
                </a:lnTo>
                <a:lnTo>
                  <a:pt x="579645" y="178165"/>
                </a:lnTo>
                <a:lnTo>
                  <a:pt x="579515" y="179115"/>
                </a:lnTo>
                <a:lnTo>
                  <a:pt x="579127" y="179805"/>
                </a:lnTo>
                <a:lnTo>
                  <a:pt x="573618" y="186509"/>
                </a:lnTo>
                <a:lnTo>
                  <a:pt x="559980" y="197666"/>
                </a:lnTo>
                <a:lnTo>
                  <a:pt x="551850" y="202119"/>
                </a:lnTo>
                <a:lnTo>
                  <a:pt x="543226" y="205688"/>
                </a:lnTo>
                <a:lnTo>
                  <a:pt x="525508" y="209766"/>
                </a:lnTo>
                <a:lnTo>
                  <a:pt x="516415" y="210276"/>
                </a:lnTo>
                <a:lnTo>
                  <a:pt x="509987" y="209885"/>
                </a:lnTo>
                <a:lnTo>
                  <a:pt x="498312" y="206756"/>
                </a:lnTo>
                <a:lnTo>
                  <a:pt x="493065" y="204018"/>
                </a:lnTo>
                <a:lnTo>
                  <a:pt x="488299" y="200606"/>
                </a:lnTo>
                <a:lnTo>
                  <a:pt x="480465" y="192211"/>
                </a:lnTo>
                <a:lnTo>
                  <a:pt x="477398" y="187229"/>
                </a:lnTo>
                <a:lnTo>
                  <a:pt x="474981" y="181793"/>
                </a:lnTo>
                <a:lnTo>
                  <a:pt x="472219" y="169903"/>
                </a:lnTo>
                <a:lnTo>
                  <a:pt x="471874" y="163448"/>
                </a:lnTo>
                <a:lnTo>
                  <a:pt x="472524" y="154163"/>
                </a:lnTo>
                <a:lnTo>
                  <a:pt x="477725" y="135690"/>
                </a:lnTo>
                <a:lnTo>
                  <a:pt x="482275" y="126502"/>
                </a:lnTo>
                <a:lnTo>
                  <a:pt x="487905" y="117757"/>
                </a:lnTo>
                <a:lnTo>
                  <a:pt x="501738" y="102824"/>
                </a:lnTo>
                <a:lnTo>
                  <a:pt x="509941" y="96636"/>
                </a:lnTo>
                <a:lnTo>
                  <a:pt x="514284" y="93935"/>
                </a:lnTo>
                <a:lnTo>
                  <a:pt x="523132" y="89613"/>
                </a:lnTo>
                <a:lnTo>
                  <a:pt x="532195" y="86732"/>
                </a:lnTo>
                <a:lnTo>
                  <a:pt x="541475" y="85292"/>
                </a:lnTo>
                <a:lnTo>
                  <a:pt x="546196" y="85112"/>
                </a:lnTo>
                <a:lnTo>
                  <a:pt x="552252" y="85487"/>
                </a:lnTo>
                <a:lnTo>
                  <a:pt x="563408" y="88486"/>
                </a:lnTo>
                <a:lnTo>
                  <a:pt x="568509" y="91111"/>
                </a:lnTo>
                <a:lnTo>
                  <a:pt x="570836" y="92701"/>
                </a:lnTo>
                <a:lnTo>
                  <a:pt x="574559" y="96418"/>
                </a:lnTo>
                <a:lnTo>
                  <a:pt x="577816" y="103339"/>
                </a:lnTo>
                <a:lnTo>
                  <a:pt x="578436" y="108850"/>
                </a:lnTo>
                <a:lnTo>
                  <a:pt x="578161" y="112489"/>
                </a:lnTo>
                <a:lnTo>
                  <a:pt x="575960" y="118941"/>
                </a:lnTo>
                <a:lnTo>
                  <a:pt x="574034" y="121755"/>
                </a:lnTo>
                <a:lnTo>
                  <a:pt x="571663" y="124077"/>
                </a:lnTo>
                <a:lnTo>
                  <a:pt x="565771" y="126732"/>
                </a:lnTo>
                <a:lnTo>
                  <a:pt x="562251" y="127064"/>
                </a:lnTo>
                <a:lnTo>
                  <a:pt x="560115" y="126891"/>
                </a:lnTo>
                <a:lnTo>
                  <a:pt x="556360" y="125510"/>
                </a:lnTo>
                <a:lnTo>
                  <a:pt x="554741" y="124301"/>
                </a:lnTo>
                <a:lnTo>
                  <a:pt x="553419" y="122812"/>
                </a:lnTo>
                <a:lnTo>
                  <a:pt x="551909" y="119187"/>
                </a:lnTo>
                <a:lnTo>
                  <a:pt x="551720" y="117050"/>
                </a:lnTo>
                <a:lnTo>
                  <a:pt x="552014" y="113932"/>
                </a:lnTo>
                <a:lnTo>
                  <a:pt x="554366" y="108408"/>
                </a:lnTo>
                <a:lnTo>
                  <a:pt x="556424" y="106001"/>
                </a:lnTo>
                <a:lnTo>
                  <a:pt x="558898" y="104000"/>
                </a:lnTo>
                <a:lnTo>
                  <a:pt x="564444" y="101712"/>
                </a:lnTo>
                <a:lnTo>
                  <a:pt x="567517" y="101427"/>
                </a:lnTo>
                <a:lnTo>
                  <a:pt x="568034" y="101427"/>
                </a:lnTo>
                <a:lnTo>
                  <a:pt x="566235" y="99228"/>
                </a:lnTo>
                <a:lnTo>
                  <a:pt x="561553" y="95753"/>
                </a:lnTo>
                <a:lnTo>
                  <a:pt x="558669" y="94478"/>
                </a:lnTo>
                <a:lnTo>
                  <a:pt x="552421" y="92794"/>
                </a:lnTo>
                <a:lnTo>
                  <a:pt x="545936" y="92233"/>
                </a:lnTo>
                <a:lnTo>
                  <a:pt x="541953" y="92450"/>
                </a:lnTo>
                <a:lnTo>
                  <a:pt x="534362" y="94181"/>
                </a:lnTo>
                <a:lnTo>
                  <a:pt x="527273" y="97645"/>
                </a:lnTo>
                <a:lnTo>
                  <a:pt x="520686" y="102841"/>
                </a:lnTo>
                <a:lnTo>
                  <a:pt x="517580" y="106088"/>
                </a:lnTo>
                <a:lnTo>
                  <a:pt x="511891" y="113333"/>
                </a:lnTo>
                <a:lnTo>
                  <a:pt x="502763" y="129864"/>
                </a:lnTo>
                <a:lnTo>
                  <a:pt x="499324" y="139148"/>
                </a:lnTo>
                <a:lnTo>
                  <a:pt x="496642" y="148544"/>
                </a:lnTo>
                <a:lnTo>
                  <a:pt x="493578" y="166088"/>
                </a:lnTo>
                <a:lnTo>
                  <a:pt x="493195" y="174237"/>
                </a:lnTo>
                <a:close/>
                <a:moveTo>
                  <a:pt x="589253" y="254144"/>
                </a:moveTo>
                <a:lnTo>
                  <a:pt x="588434" y="253986"/>
                </a:lnTo>
                <a:lnTo>
                  <a:pt x="587497" y="252717"/>
                </a:lnTo>
                <a:lnTo>
                  <a:pt x="587380" y="251606"/>
                </a:lnTo>
                <a:lnTo>
                  <a:pt x="587516" y="250949"/>
                </a:lnTo>
                <a:lnTo>
                  <a:pt x="587743" y="249945"/>
                </a:lnTo>
                <a:lnTo>
                  <a:pt x="588075" y="248887"/>
                </a:lnTo>
                <a:lnTo>
                  <a:pt x="588528" y="248072"/>
                </a:lnTo>
                <a:lnTo>
                  <a:pt x="589125" y="247528"/>
                </a:lnTo>
                <a:lnTo>
                  <a:pt x="589827" y="247347"/>
                </a:lnTo>
                <a:lnTo>
                  <a:pt x="599827" y="247014"/>
                </a:lnTo>
                <a:lnTo>
                  <a:pt x="606263" y="246017"/>
                </a:lnTo>
                <a:lnTo>
                  <a:pt x="607443" y="245375"/>
                </a:lnTo>
                <a:lnTo>
                  <a:pt x="609271" y="242777"/>
                </a:lnTo>
                <a:lnTo>
                  <a:pt x="609918" y="240821"/>
                </a:lnTo>
                <a:lnTo>
                  <a:pt x="636475" y="134625"/>
                </a:lnTo>
                <a:lnTo>
                  <a:pt x="636747" y="133009"/>
                </a:lnTo>
                <a:lnTo>
                  <a:pt x="636837" y="131966"/>
                </a:lnTo>
                <a:lnTo>
                  <a:pt x="636690" y="131038"/>
                </a:lnTo>
                <a:lnTo>
                  <a:pt x="635512" y="129859"/>
                </a:lnTo>
                <a:lnTo>
                  <a:pt x="634481" y="129610"/>
                </a:lnTo>
                <a:lnTo>
                  <a:pt x="629216" y="129043"/>
                </a:lnTo>
                <a:lnTo>
                  <a:pt x="620613" y="128855"/>
                </a:lnTo>
                <a:lnTo>
                  <a:pt x="619781" y="128696"/>
                </a:lnTo>
                <a:lnTo>
                  <a:pt x="618829" y="127427"/>
                </a:lnTo>
                <a:lnTo>
                  <a:pt x="618710" y="126317"/>
                </a:lnTo>
                <a:lnTo>
                  <a:pt x="619299" y="124240"/>
                </a:lnTo>
                <a:lnTo>
                  <a:pt x="619737" y="122963"/>
                </a:lnTo>
                <a:lnTo>
                  <a:pt x="620477" y="122283"/>
                </a:lnTo>
                <a:lnTo>
                  <a:pt x="621912" y="122057"/>
                </a:lnTo>
                <a:lnTo>
                  <a:pt x="679044" y="122057"/>
                </a:lnTo>
                <a:lnTo>
                  <a:pt x="679784" y="122215"/>
                </a:lnTo>
                <a:lnTo>
                  <a:pt x="680630" y="123484"/>
                </a:lnTo>
                <a:lnTo>
                  <a:pt x="680735" y="124595"/>
                </a:lnTo>
                <a:lnTo>
                  <a:pt x="680433" y="126377"/>
                </a:lnTo>
                <a:lnTo>
                  <a:pt x="680071" y="127737"/>
                </a:lnTo>
                <a:lnTo>
                  <a:pt x="679421" y="128575"/>
                </a:lnTo>
                <a:lnTo>
                  <a:pt x="678198" y="128855"/>
                </a:lnTo>
                <a:lnTo>
                  <a:pt x="666302" y="129089"/>
                </a:lnTo>
                <a:lnTo>
                  <a:pt x="659134" y="129791"/>
                </a:lnTo>
                <a:lnTo>
                  <a:pt x="656989" y="130464"/>
                </a:lnTo>
                <a:lnTo>
                  <a:pt x="654058" y="133303"/>
                </a:lnTo>
                <a:lnTo>
                  <a:pt x="653273" y="135471"/>
                </a:lnTo>
                <a:lnTo>
                  <a:pt x="626837" y="241576"/>
                </a:lnTo>
                <a:lnTo>
                  <a:pt x="626202" y="243819"/>
                </a:lnTo>
                <a:lnTo>
                  <a:pt x="625991" y="245836"/>
                </a:lnTo>
                <a:lnTo>
                  <a:pt x="626403" y="246497"/>
                </a:lnTo>
                <a:lnTo>
                  <a:pt x="629696" y="247252"/>
                </a:lnTo>
                <a:lnTo>
                  <a:pt x="632577" y="247347"/>
                </a:lnTo>
                <a:lnTo>
                  <a:pt x="650523" y="247347"/>
                </a:lnTo>
                <a:lnTo>
                  <a:pt x="657761" y="246969"/>
                </a:lnTo>
                <a:lnTo>
                  <a:pt x="670073" y="243948"/>
                </a:lnTo>
                <a:lnTo>
                  <a:pt x="675146" y="241304"/>
                </a:lnTo>
                <a:lnTo>
                  <a:pt x="679567" y="238187"/>
                </a:lnTo>
                <a:lnTo>
                  <a:pt x="686561" y="231374"/>
                </a:lnTo>
                <a:lnTo>
                  <a:pt x="689135" y="227678"/>
                </a:lnTo>
                <a:lnTo>
                  <a:pt x="693296" y="219929"/>
                </a:lnTo>
                <a:lnTo>
                  <a:pt x="696718" y="211908"/>
                </a:lnTo>
                <a:lnTo>
                  <a:pt x="699384" y="205699"/>
                </a:lnTo>
                <a:lnTo>
                  <a:pt x="701219" y="203448"/>
                </a:lnTo>
                <a:lnTo>
                  <a:pt x="702941" y="203448"/>
                </a:lnTo>
                <a:lnTo>
                  <a:pt x="703800" y="203607"/>
                </a:lnTo>
                <a:lnTo>
                  <a:pt x="704782" y="204876"/>
                </a:lnTo>
                <a:lnTo>
                  <a:pt x="704905" y="205986"/>
                </a:lnTo>
                <a:lnTo>
                  <a:pt x="687714" y="252815"/>
                </a:lnTo>
                <a:lnTo>
                  <a:pt x="687133" y="253812"/>
                </a:lnTo>
                <a:lnTo>
                  <a:pt x="685932" y="254144"/>
                </a:lnTo>
                <a:lnTo>
                  <a:pt x="589253" y="254144"/>
                </a:lnTo>
                <a:close/>
                <a:moveTo>
                  <a:pt x="747277" y="276225"/>
                </a:moveTo>
                <a:lnTo>
                  <a:pt x="746201" y="276074"/>
                </a:lnTo>
                <a:lnTo>
                  <a:pt x="744971" y="274865"/>
                </a:lnTo>
                <a:lnTo>
                  <a:pt x="744817" y="273808"/>
                </a:lnTo>
                <a:lnTo>
                  <a:pt x="744957" y="272761"/>
                </a:lnTo>
                <a:lnTo>
                  <a:pt x="745378" y="272039"/>
                </a:lnTo>
                <a:lnTo>
                  <a:pt x="751096" y="266109"/>
                </a:lnTo>
                <a:lnTo>
                  <a:pt x="761425" y="253272"/>
                </a:lnTo>
                <a:lnTo>
                  <a:pt x="770278" y="239135"/>
                </a:lnTo>
                <a:lnTo>
                  <a:pt x="777656" y="223696"/>
                </a:lnTo>
                <a:lnTo>
                  <a:pt x="783558" y="206955"/>
                </a:lnTo>
                <a:lnTo>
                  <a:pt x="787984" y="188912"/>
                </a:lnTo>
                <a:lnTo>
                  <a:pt x="790935" y="169569"/>
                </a:lnTo>
                <a:lnTo>
                  <a:pt x="792411" y="148923"/>
                </a:lnTo>
                <a:lnTo>
                  <a:pt x="792595" y="138112"/>
                </a:lnTo>
                <a:lnTo>
                  <a:pt x="792413" y="127304"/>
                </a:lnTo>
                <a:lnTo>
                  <a:pt x="790954" y="106675"/>
                </a:lnTo>
                <a:lnTo>
                  <a:pt x="788035" y="87363"/>
                </a:lnTo>
                <a:lnTo>
                  <a:pt x="783657" y="69369"/>
                </a:lnTo>
                <a:lnTo>
                  <a:pt x="777819" y="52693"/>
                </a:lnTo>
                <a:lnTo>
                  <a:pt x="770523" y="37335"/>
                </a:lnTo>
                <a:lnTo>
                  <a:pt x="761767" y="23295"/>
                </a:lnTo>
                <a:lnTo>
                  <a:pt x="751551" y="10572"/>
                </a:lnTo>
                <a:lnTo>
                  <a:pt x="745896" y="4704"/>
                </a:lnTo>
                <a:lnTo>
                  <a:pt x="745087" y="3809"/>
                </a:lnTo>
                <a:lnTo>
                  <a:pt x="744817" y="2417"/>
                </a:lnTo>
                <a:lnTo>
                  <a:pt x="745001" y="1521"/>
                </a:lnTo>
                <a:lnTo>
                  <a:pt x="745551" y="734"/>
                </a:lnTo>
                <a:lnTo>
                  <a:pt x="746371" y="183"/>
                </a:lnTo>
                <a:lnTo>
                  <a:pt x="747277" y="0"/>
                </a:lnTo>
                <a:lnTo>
                  <a:pt x="749824" y="0"/>
                </a:lnTo>
                <a:lnTo>
                  <a:pt x="750568" y="130"/>
                </a:lnTo>
                <a:lnTo>
                  <a:pt x="751161" y="518"/>
                </a:lnTo>
                <a:lnTo>
                  <a:pt x="760673" y="8772"/>
                </a:lnTo>
                <a:lnTo>
                  <a:pt x="777203" y="27806"/>
                </a:lnTo>
                <a:lnTo>
                  <a:pt x="784222" y="38585"/>
                </a:lnTo>
                <a:lnTo>
                  <a:pt x="790383" y="49953"/>
                </a:lnTo>
                <a:lnTo>
                  <a:pt x="800051" y="73820"/>
                </a:lnTo>
                <a:lnTo>
                  <a:pt x="803558" y="86320"/>
                </a:lnTo>
                <a:lnTo>
                  <a:pt x="806258" y="99058"/>
                </a:lnTo>
                <a:lnTo>
                  <a:pt x="809344" y="124954"/>
                </a:lnTo>
                <a:lnTo>
                  <a:pt x="809730" y="138112"/>
                </a:lnTo>
                <a:lnTo>
                  <a:pt x="809522" y="147851"/>
                </a:lnTo>
                <a:lnTo>
                  <a:pt x="807860" y="167100"/>
                </a:lnTo>
                <a:lnTo>
                  <a:pt x="806406" y="176611"/>
                </a:lnTo>
                <a:lnTo>
                  <a:pt x="804502" y="186050"/>
                </a:lnTo>
                <a:lnTo>
                  <a:pt x="799236" y="204717"/>
                </a:lnTo>
                <a:lnTo>
                  <a:pt x="795875" y="213945"/>
                </a:lnTo>
                <a:lnTo>
                  <a:pt x="792031" y="222982"/>
                </a:lnTo>
                <a:lnTo>
                  <a:pt x="782903" y="239987"/>
                </a:lnTo>
                <a:lnTo>
                  <a:pt x="777619" y="247955"/>
                </a:lnTo>
                <a:lnTo>
                  <a:pt x="771822" y="255532"/>
                </a:lnTo>
                <a:lnTo>
                  <a:pt x="758593" y="269408"/>
                </a:lnTo>
                <a:lnTo>
                  <a:pt x="751161" y="275707"/>
                </a:lnTo>
                <a:lnTo>
                  <a:pt x="750568" y="276095"/>
                </a:lnTo>
                <a:lnTo>
                  <a:pt x="749824" y="276225"/>
                </a:lnTo>
                <a:lnTo>
                  <a:pt x="747277" y="276225"/>
                </a:lnTo>
                <a:close/>
              </a:path>
            </a:pathLst>
          </a:custGeom>
          <a:solidFill xmlns:a="http://schemas.openxmlformats.org/drawingml/2006/main">
            <a:srgbClr val="73808C"/>
          </a:solidFill>
          <a:ln xmlns:a="http://schemas.openxmlformats.org/drawingml/2006/main" w="0">
            <a:noFill/>
          </a:ln>
        </p:spPr>
      </p:sp>
      <p:sp>
        <p:nvSpPr>
          <p:cNvPr id="488" name="training-outcome-0">
            <a:extLst xmlns:a="http://schemas.openxmlformats.org/drawingml/2006/main">
              <a:ext uri="{FF2B5EF4-FFF2-40B4-BE49-F238E27FC236}">
                <a16:creationId xmlns:a16="http://schemas.microsoft.com/office/drawing/2014/main" id="{6E0CA338-F2F9-4595-8E0A-1234F03108F7}"/>
              </a:ext>
            </a:extLst>
          </p:cNvPr>
          <p:cNvSpPr>
            <a:spLocks xmlns:a="http://schemas.openxmlformats.org/drawingml/2006/main" noGrp="1"/>
          </p:cNvSpPr>
          <p:nvPr/>
        </p:nvSpPr>
        <p:spPr>
          <a:xfrm xmlns:a="http://schemas.openxmlformats.org/drawingml/2006/main">
            <a:off x="5562600" y="7848600"/>
            <a:ext cx="1162050" cy="581025"/>
          </a:xfrm>
          <a:prstGeom xmlns:a="http://schemas.openxmlformats.org/drawingml/2006/main" prst="roundRect">
            <a:avLst>
              <a:gd name="adj" fmla="val 6557"/>
            </a:avLst>
          </a:prstGeom>
          <a:solidFill xmlns:a="http://schemas.openxmlformats.org/drawingml/2006/main">
            <a:srgbClr val="F0F2F4"/>
          </a:solidFill>
          <a:ln xmlns:a="http://schemas.openxmlformats.org/drawingml/2006/main" w="10478">
            <a:solidFill>
              <a:srgbClr val="CAD1D6"/>
            </a:solidFill>
          </a:ln>
        </p:spPr>
      </p:sp>
      <p:sp>
        <p:nvSpPr>
          <p:cNvPr id="489" name="correctness-pair-0-math-0 (1,1)">
            <a:extLst xmlns:a="http://schemas.openxmlformats.org/drawingml/2006/main">
              <a:ext uri="{FF2B5EF4-FFF2-40B4-BE49-F238E27FC236}">
                <a16:creationId xmlns:a16="http://schemas.microsoft.com/office/drawing/2014/main" id="{337D000D-7D53-4786-929C-595766F563B0}"/>
              </a:ext>
            </a:extLst>
          </p:cNvPr>
          <p:cNvSpPr>
            <a:spLocks xmlns:a="http://schemas.openxmlformats.org/drawingml/2006/main" noGrp="1"/>
          </p:cNvSpPr>
          <p:nvPr/>
        </p:nvSpPr>
        <p:spPr>
          <a:xfrm xmlns:a="http://schemas.openxmlformats.org/drawingml/2006/main">
            <a:off x="5881869" y="7895558"/>
            <a:ext cx="523231" cy="257175"/>
          </a:xfrm>
          <a:custGeom xmlns:a="http://schemas.openxmlformats.org/drawingml/2006/main">
            <a:pathLst>
              <a:path w="523231" h="257175">
                <a:moveTo>
                  <a:pt x="54730" y="256693"/>
                </a:moveTo>
                <a:lnTo>
                  <a:pt x="47824" y="250821"/>
                </a:lnTo>
                <a:lnTo>
                  <a:pt x="35487" y="237842"/>
                </a:lnTo>
                <a:lnTo>
                  <a:pt x="30057" y="230734"/>
                </a:lnTo>
                <a:lnTo>
                  <a:pt x="25125" y="223298"/>
                </a:lnTo>
                <a:lnTo>
                  <a:pt x="16646" y="207686"/>
                </a:lnTo>
                <a:lnTo>
                  <a:pt x="13100" y="199511"/>
                </a:lnTo>
                <a:lnTo>
                  <a:pt x="10013" y="191138"/>
                </a:lnTo>
                <a:lnTo>
                  <a:pt x="5091" y="173819"/>
                </a:lnTo>
                <a:lnTo>
                  <a:pt x="3255" y="164873"/>
                </a:lnTo>
                <a:lnTo>
                  <a:pt x="1831" y="155824"/>
                </a:lnTo>
                <a:lnTo>
                  <a:pt x="204" y="137681"/>
                </a:lnTo>
                <a:lnTo>
                  <a:pt x="0" y="128588"/>
                </a:lnTo>
                <a:lnTo>
                  <a:pt x="204" y="119388"/>
                </a:lnTo>
                <a:lnTo>
                  <a:pt x="1831" y="101125"/>
                </a:lnTo>
                <a:lnTo>
                  <a:pt x="3255" y="92061"/>
                </a:lnTo>
                <a:lnTo>
                  <a:pt x="5098" y="83105"/>
                </a:lnTo>
                <a:lnTo>
                  <a:pt x="10081" y="65705"/>
                </a:lnTo>
                <a:lnTo>
                  <a:pt x="13220" y="57262"/>
                </a:lnTo>
                <a:lnTo>
                  <a:pt x="16824" y="49039"/>
                </a:lnTo>
                <a:lnTo>
                  <a:pt x="25404" y="33408"/>
                </a:lnTo>
                <a:lnTo>
                  <a:pt x="30379" y="25999"/>
                </a:lnTo>
                <a:lnTo>
                  <a:pt x="35819" y="18934"/>
                </a:lnTo>
                <a:lnTo>
                  <a:pt x="47994" y="6176"/>
                </a:lnTo>
                <a:lnTo>
                  <a:pt x="54730" y="482"/>
                </a:lnTo>
                <a:lnTo>
                  <a:pt x="55052" y="121"/>
                </a:lnTo>
                <a:lnTo>
                  <a:pt x="56016" y="0"/>
                </a:lnTo>
                <a:lnTo>
                  <a:pt x="58387" y="0"/>
                </a:lnTo>
                <a:lnTo>
                  <a:pt x="59110" y="171"/>
                </a:lnTo>
                <a:lnTo>
                  <a:pt x="59753" y="683"/>
                </a:lnTo>
                <a:lnTo>
                  <a:pt x="60235" y="1417"/>
                </a:lnTo>
                <a:lnTo>
                  <a:pt x="60396" y="2250"/>
                </a:lnTo>
                <a:lnTo>
                  <a:pt x="60275" y="3225"/>
                </a:lnTo>
                <a:lnTo>
                  <a:pt x="59914" y="3898"/>
                </a:lnTo>
                <a:lnTo>
                  <a:pt x="53889" y="10156"/>
                </a:lnTo>
                <a:lnTo>
                  <a:pt x="43421" y="23337"/>
                </a:lnTo>
                <a:lnTo>
                  <a:pt x="38978" y="30258"/>
                </a:lnTo>
                <a:lnTo>
                  <a:pt x="35002" y="37406"/>
                </a:lnTo>
                <a:lnTo>
                  <a:pt x="28272" y="52394"/>
                </a:lnTo>
                <a:lnTo>
                  <a:pt x="25517" y="60235"/>
                </a:lnTo>
                <a:lnTo>
                  <a:pt x="23161" y="68244"/>
                </a:lnTo>
                <a:lnTo>
                  <a:pt x="19504" y="84700"/>
                </a:lnTo>
                <a:lnTo>
                  <a:pt x="18203" y="93146"/>
                </a:lnTo>
                <a:lnTo>
                  <a:pt x="16515" y="110505"/>
                </a:lnTo>
                <a:lnTo>
                  <a:pt x="15953" y="128588"/>
                </a:lnTo>
                <a:lnTo>
                  <a:pt x="16123" y="138651"/>
                </a:lnTo>
                <a:lnTo>
                  <a:pt x="17489" y="157857"/>
                </a:lnTo>
                <a:lnTo>
                  <a:pt x="20218" y="175837"/>
                </a:lnTo>
                <a:lnTo>
                  <a:pt x="24313" y="192590"/>
                </a:lnTo>
                <a:lnTo>
                  <a:pt x="29773" y="208116"/>
                </a:lnTo>
                <a:lnTo>
                  <a:pt x="36598" y="222415"/>
                </a:lnTo>
                <a:lnTo>
                  <a:pt x="44788" y="235487"/>
                </a:lnTo>
                <a:lnTo>
                  <a:pt x="54343" y="247332"/>
                </a:lnTo>
                <a:lnTo>
                  <a:pt x="59632" y="252795"/>
                </a:lnTo>
                <a:lnTo>
                  <a:pt x="60205" y="253689"/>
                </a:lnTo>
                <a:lnTo>
                  <a:pt x="60396" y="254925"/>
                </a:lnTo>
                <a:lnTo>
                  <a:pt x="60225" y="255578"/>
                </a:lnTo>
                <a:lnTo>
                  <a:pt x="59713" y="256331"/>
                </a:lnTo>
                <a:lnTo>
                  <a:pt x="59040" y="256964"/>
                </a:lnTo>
                <a:lnTo>
                  <a:pt x="58387" y="257175"/>
                </a:lnTo>
                <a:lnTo>
                  <a:pt x="56016" y="257175"/>
                </a:lnTo>
                <a:lnTo>
                  <a:pt x="55052" y="257054"/>
                </a:lnTo>
                <a:lnTo>
                  <a:pt x="54730" y="256693"/>
                </a:lnTo>
                <a:close/>
                <a:moveTo>
                  <a:pt x="98706" y="192881"/>
                </a:moveTo>
                <a:lnTo>
                  <a:pt x="98706" y="183840"/>
                </a:lnTo>
                <a:lnTo>
                  <a:pt x="106240" y="183712"/>
                </a:lnTo>
                <a:lnTo>
                  <a:pt x="118295" y="182693"/>
                </a:lnTo>
                <a:lnTo>
                  <a:pt x="126332" y="180654"/>
                </a:lnTo>
                <a:lnTo>
                  <a:pt x="130351" y="177595"/>
                </a:lnTo>
                <a:lnTo>
                  <a:pt x="130853" y="175683"/>
                </a:lnTo>
                <a:lnTo>
                  <a:pt x="130853" y="40666"/>
                </a:lnTo>
                <a:lnTo>
                  <a:pt x="123760" y="43479"/>
                </a:lnTo>
                <a:lnTo>
                  <a:pt x="106923" y="46693"/>
                </a:lnTo>
                <a:lnTo>
                  <a:pt x="97179" y="47095"/>
                </a:lnTo>
                <a:lnTo>
                  <a:pt x="97179" y="38054"/>
                </a:lnTo>
                <a:lnTo>
                  <a:pt x="104823" y="37796"/>
                </a:lnTo>
                <a:lnTo>
                  <a:pt x="118661" y="35737"/>
                </a:lnTo>
                <a:lnTo>
                  <a:pt x="130566" y="31618"/>
                </a:lnTo>
                <a:lnTo>
                  <a:pt x="140536" y="25440"/>
                </a:lnTo>
                <a:lnTo>
                  <a:pt x="144797" y="21579"/>
                </a:lnTo>
                <a:lnTo>
                  <a:pt x="148413" y="21579"/>
                </a:lnTo>
                <a:lnTo>
                  <a:pt x="149277" y="21759"/>
                </a:lnTo>
                <a:lnTo>
                  <a:pt x="150101" y="22302"/>
                </a:lnTo>
                <a:lnTo>
                  <a:pt x="150734" y="23035"/>
                </a:lnTo>
                <a:lnTo>
                  <a:pt x="150945" y="23869"/>
                </a:lnTo>
                <a:lnTo>
                  <a:pt x="150945" y="175683"/>
                </a:lnTo>
                <a:lnTo>
                  <a:pt x="151447" y="177595"/>
                </a:lnTo>
                <a:lnTo>
                  <a:pt x="155465" y="180654"/>
                </a:lnTo>
                <a:lnTo>
                  <a:pt x="163502" y="182693"/>
                </a:lnTo>
                <a:lnTo>
                  <a:pt x="175557" y="183712"/>
                </a:lnTo>
                <a:lnTo>
                  <a:pt x="183091" y="183840"/>
                </a:lnTo>
                <a:lnTo>
                  <a:pt x="183091" y="192881"/>
                </a:lnTo>
                <a:lnTo>
                  <a:pt x="98706" y="192881"/>
                </a:lnTo>
                <a:close/>
                <a:moveTo>
                  <a:pt x="228901" y="239213"/>
                </a:moveTo>
                <a:lnTo>
                  <a:pt x="229152" y="238118"/>
                </a:lnTo>
                <a:lnTo>
                  <a:pt x="229905" y="237083"/>
                </a:lnTo>
                <a:lnTo>
                  <a:pt x="234306" y="232449"/>
                </a:lnTo>
                <a:lnTo>
                  <a:pt x="241539" y="222142"/>
                </a:lnTo>
                <a:lnTo>
                  <a:pt x="244371" y="216469"/>
                </a:lnTo>
                <a:lnTo>
                  <a:pt x="246622" y="210562"/>
                </a:lnTo>
                <a:lnTo>
                  <a:pt x="249193" y="198266"/>
                </a:lnTo>
                <a:lnTo>
                  <a:pt x="249515" y="191877"/>
                </a:lnTo>
                <a:lnTo>
                  <a:pt x="249515" y="188742"/>
                </a:lnTo>
                <a:lnTo>
                  <a:pt x="247320" y="190553"/>
                </a:lnTo>
                <a:lnTo>
                  <a:pt x="242176" y="192623"/>
                </a:lnTo>
                <a:lnTo>
                  <a:pt x="239228" y="192881"/>
                </a:lnTo>
                <a:lnTo>
                  <a:pt x="236385" y="192623"/>
                </a:lnTo>
                <a:lnTo>
                  <a:pt x="231362" y="190553"/>
                </a:lnTo>
                <a:lnTo>
                  <a:pt x="229182" y="188742"/>
                </a:lnTo>
                <a:lnTo>
                  <a:pt x="227371" y="186562"/>
                </a:lnTo>
                <a:lnTo>
                  <a:pt x="225302" y="181539"/>
                </a:lnTo>
                <a:lnTo>
                  <a:pt x="225043" y="178697"/>
                </a:lnTo>
                <a:lnTo>
                  <a:pt x="225302" y="175808"/>
                </a:lnTo>
                <a:lnTo>
                  <a:pt x="227371" y="170785"/>
                </a:lnTo>
                <a:lnTo>
                  <a:pt x="229182" y="168650"/>
                </a:lnTo>
                <a:lnTo>
                  <a:pt x="231362" y="166892"/>
                </a:lnTo>
                <a:lnTo>
                  <a:pt x="236385" y="164883"/>
                </a:lnTo>
                <a:lnTo>
                  <a:pt x="239228" y="164632"/>
                </a:lnTo>
                <a:lnTo>
                  <a:pt x="243480" y="165162"/>
                </a:lnTo>
                <a:lnTo>
                  <a:pt x="250010" y="169401"/>
                </a:lnTo>
                <a:lnTo>
                  <a:pt x="252288" y="173111"/>
                </a:lnTo>
                <a:lnTo>
                  <a:pt x="253993" y="177463"/>
                </a:lnTo>
                <a:lnTo>
                  <a:pt x="255942" y="186846"/>
                </a:lnTo>
                <a:lnTo>
                  <a:pt x="256186" y="191877"/>
                </a:lnTo>
                <a:lnTo>
                  <a:pt x="255826" y="198939"/>
                </a:lnTo>
                <a:lnTo>
                  <a:pt x="252953" y="212521"/>
                </a:lnTo>
                <a:lnTo>
                  <a:pt x="250439" y="219041"/>
                </a:lnTo>
                <a:lnTo>
                  <a:pt x="247292" y="225327"/>
                </a:lnTo>
                <a:lnTo>
                  <a:pt x="239236" y="236920"/>
                </a:lnTo>
                <a:lnTo>
                  <a:pt x="234326" y="242227"/>
                </a:lnTo>
                <a:lnTo>
                  <a:pt x="233411" y="242618"/>
                </a:lnTo>
                <a:lnTo>
                  <a:pt x="232678" y="242749"/>
                </a:lnTo>
                <a:lnTo>
                  <a:pt x="231422" y="242458"/>
                </a:lnTo>
                <a:lnTo>
                  <a:pt x="230147" y="241584"/>
                </a:lnTo>
                <a:lnTo>
                  <a:pt x="229212" y="240429"/>
                </a:lnTo>
                <a:lnTo>
                  <a:pt x="228901" y="239213"/>
                </a:lnTo>
                <a:close/>
                <a:moveTo>
                  <a:pt x="343650" y="192881"/>
                </a:moveTo>
                <a:lnTo>
                  <a:pt x="343650" y="183840"/>
                </a:lnTo>
                <a:lnTo>
                  <a:pt x="351184" y="183712"/>
                </a:lnTo>
                <a:lnTo>
                  <a:pt x="363239" y="182693"/>
                </a:lnTo>
                <a:lnTo>
                  <a:pt x="371276" y="180654"/>
                </a:lnTo>
                <a:lnTo>
                  <a:pt x="375295" y="177595"/>
                </a:lnTo>
                <a:lnTo>
                  <a:pt x="375797" y="175683"/>
                </a:lnTo>
                <a:lnTo>
                  <a:pt x="375797" y="40666"/>
                </a:lnTo>
                <a:lnTo>
                  <a:pt x="368704" y="43479"/>
                </a:lnTo>
                <a:lnTo>
                  <a:pt x="351868" y="46693"/>
                </a:lnTo>
                <a:lnTo>
                  <a:pt x="342123" y="47095"/>
                </a:lnTo>
                <a:lnTo>
                  <a:pt x="342123" y="38054"/>
                </a:lnTo>
                <a:lnTo>
                  <a:pt x="349767" y="37796"/>
                </a:lnTo>
                <a:lnTo>
                  <a:pt x="363606" y="35737"/>
                </a:lnTo>
                <a:lnTo>
                  <a:pt x="375510" y="31618"/>
                </a:lnTo>
                <a:lnTo>
                  <a:pt x="385481" y="25440"/>
                </a:lnTo>
                <a:lnTo>
                  <a:pt x="389741" y="21579"/>
                </a:lnTo>
                <a:lnTo>
                  <a:pt x="393357" y="21579"/>
                </a:lnTo>
                <a:lnTo>
                  <a:pt x="394221" y="21759"/>
                </a:lnTo>
                <a:lnTo>
                  <a:pt x="395045" y="22302"/>
                </a:lnTo>
                <a:lnTo>
                  <a:pt x="395678" y="23035"/>
                </a:lnTo>
                <a:lnTo>
                  <a:pt x="395889" y="23869"/>
                </a:lnTo>
                <a:lnTo>
                  <a:pt x="395889" y="175683"/>
                </a:lnTo>
                <a:lnTo>
                  <a:pt x="396391" y="177595"/>
                </a:lnTo>
                <a:lnTo>
                  <a:pt x="400410" y="180654"/>
                </a:lnTo>
                <a:lnTo>
                  <a:pt x="408446" y="182693"/>
                </a:lnTo>
                <a:lnTo>
                  <a:pt x="420501" y="183712"/>
                </a:lnTo>
                <a:lnTo>
                  <a:pt x="428036" y="183840"/>
                </a:lnTo>
                <a:lnTo>
                  <a:pt x="428036" y="192881"/>
                </a:lnTo>
                <a:lnTo>
                  <a:pt x="343650" y="192881"/>
                </a:lnTo>
                <a:close/>
                <a:moveTo>
                  <a:pt x="465085" y="257175"/>
                </a:moveTo>
                <a:lnTo>
                  <a:pt x="464083" y="257034"/>
                </a:lnTo>
                <a:lnTo>
                  <a:pt x="462938" y="255909"/>
                </a:lnTo>
                <a:lnTo>
                  <a:pt x="462795" y="254925"/>
                </a:lnTo>
                <a:lnTo>
                  <a:pt x="462925" y="253950"/>
                </a:lnTo>
                <a:lnTo>
                  <a:pt x="463317" y="253277"/>
                </a:lnTo>
                <a:lnTo>
                  <a:pt x="468640" y="247756"/>
                </a:lnTo>
                <a:lnTo>
                  <a:pt x="478257" y="235805"/>
                </a:lnTo>
                <a:lnTo>
                  <a:pt x="486499" y="222643"/>
                </a:lnTo>
                <a:lnTo>
                  <a:pt x="493368" y="208268"/>
                </a:lnTo>
                <a:lnTo>
                  <a:pt x="498863" y="192682"/>
                </a:lnTo>
                <a:lnTo>
                  <a:pt x="502985" y="175884"/>
                </a:lnTo>
                <a:lnTo>
                  <a:pt x="505732" y="157874"/>
                </a:lnTo>
                <a:lnTo>
                  <a:pt x="507106" y="138653"/>
                </a:lnTo>
                <a:lnTo>
                  <a:pt x="507278" y="128588"/>
                </a:lnTo>
                <a:lnTo>
                  <a:pt x="507108" y="118524"/>
                </a:lnTo>
                <a:lnTo>
                  <a:pt x="505749" y="99318"/>
                </a:lnTo>
                <a:lnTo>
                  <a:pt x="503032" y="81338"/>
                </a:lnTo>
                <a:lnTo>
                  <a:pt x="498956" y="64585"/>
                </a:lnTo>
                <a:lnTo>
                  <a:pt x="493521" y="49059"/>
                </a:lnTo>
                <a:lnTo>
                  <a:pt x="486727" y="34760"/>
                </a:lnTo>
                <a:lnTo>
                  <a:pt x="478575" y="21688"/>
                </a:lnTo>
                <a:lnTo>
                  <a:pt x="469064" y="9843"/>
                </a:lnTo>
                <a:lnTo>
                  <a:pt x="463799" y="4380"/>
                </a:lnTo>
                <a:lnTo>
                  <a:pt x="463046" y="3546"/>
                </a:lnTo>
                <a:lnTo>
                  <a:pt x="462795" y="2250"/>
                </a:lnTo>
                <a:lnTo>
                  <a:pt x="462965" y="1417"/>
                </a:lnTo>
                <a:lnTo>
                  <a:pt x="463478" y="683"/>
                </a:lnTo>
                <a:lnTo>
                  <a:pt x="464241" y="171"/>
                </a:lnTo>
                <a:lnTo>
                  <a:pt x="465085" y="0"/>
                </a:lnTo>
                <a:lnTo>
                  <a:pt x="467456" y="0"/>
                </a:lnTo>
                <a:lnTo>
                  <a:pt x="468149" y="121"/>
                </a:lnTo>
                <a:lnTo>
                  <a:pt x="468702" y="482"/>
                </a:lnTo>
                <a:lnTo>
                  <a:pt x="477557" y="8167"/>
                </a:lnTo>
                <a:lnTo>
                  <a:pt x="492947" y="25888"/>
                </a:lnTo>
                <a:lnTo>
                  <a:pt x="499482" y="35924"/>
                </a:lnTo>
                <a:lnTo>
                  <a:pt x="505218" y="46508"/>
                </a:lnTo>
                <a:lnTo>
                  <a:pt x="514219" y="68729"/>
                </a:lnTo>
                <a:lnTo>
                  <a:pt x="517484" y="80367"/>
                </a:lnTo>
                <a:lnTo>
                  <a:pt x="519998" y="92226"/>
                </a:lnTo>
                <a:lnTo>
                  <a:pt x="522871" y="116336"/>
                </a:lnTo>
                <a:lnTo>
                  <a:pt x="523231" y="128588"/>
                </a:lnTo>
                <a:lnTo>
                  <a:pt x="523037" y="137654"/>
                </a:lnTo>
                <a:lnTo>
                  <a:pt x="521490" y="155576"/>
                </a:lnTo>
                <a:lnTo>
                  <a:pt x="520137" y="164431"/>
                </a:lnTo>
                <a:lnTo>
                  <a:pt x="518363" y="173219"/>
                </a:lnTo>
                <a:lnTo>
                  <a:pt x="513461" y="190598"/>
                </a:lnTo>
                <a:lnTo>
                  <a:pt x="510332" y="199190"/>
                </a:lnTo>
                <a:lnTo>
                  <a:pt x="506753" y="207603"/>
                </a:lnTo>
                <a:lnTo>
                  <a:pt x="498254" y="223436"/>
                </a:lnTo>
                <a:lnTo>
                  <a:pt x="493334" y="230855"/>
                </a:lnTo>
                <a:lnTo>
                  <a:pt x="487937" y="237910"/>
                </a:lnTo>
                <a:lnTo>
                  <a:pt x="475621" y="250828"/>
                </a:lnTo>
                <a:lnTo>
                  <a:pt x="468702" y="256693"/>
                </a:lnTo>
                <a:lnTo>
                  <a:pt x="468149" y="257054"/>
                </a:lnTo>
                <a:lnTo>
                  <a:pt x="467456" y="257175"/>
                </a:lnTo>
                <a:lnTo>
                  <a:pt x="465085" y="257175"/>
                </a:lnTo>
                <a:close/>
              </a:path>
            </a:pathLst>
          </a:custGeom>
          <a:solidFill xmlns:a="http://schemas.openxmlformats.org/drawingml/2006/main">
            <a:srgbClr val="2B3540"/>
          </a:solidFill>
          <a:ln xmlns:a="http://schemas.openxmlformats.org/drawingml/2006/main" w="0">
            <a:noFill/>
          </a:ln>
        </p:spPr>
      </p:sp>
      <p:sp>
        <p:nvSpPr>
          <p:cNvPr id="490" name="state-label-0">
            <a:extLst xmlns:a="http://schemas.openxmlformats.org/drawingml/2006/main">
              <a:ext uri="{FF2B5EF4-FFF2-40B4-BE49-F238E27FC236}">
                <a16:creationId xmlns:a16="http://schemas.microsoft.com/office/drawing/2014/main" id="{E997E99A-F353-475A-A01E-C3278301670C}"/>
              </a:ext>
            </a:extLst>
          </p:cNvPr>
          <p:cNvSpPr>
            <a:spLocks xmlns:a="http://schemas.openxmlformats.org/drawingml/2006/main" noGrp="1"/>
          </p:cNvSpPr>
          <p:nvPr/>
        </p:nvSpPr>
        <p:spPr>
          <a:xfrm xmlns:a="http://schemas.openxmlformats.org/drawingml/2006/main">
            <a:off x="5619750" y="8134350"/>
            <a:ext cx="10477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0">
                <a:solidFill>
                  <a:srgbClr val="2B3540"/>
                </a:solidFill>
                <a:latin typeface="Times New Roman"/>
                <a:ea typeface="Times New Roman"/>
                <a:cs typeface="Times New Roman"/>
              </a:defRPr>
            </a:pPr>
            <a:r>
              <a:rPr sz="1650" b="0" i="0">
                <a:solidFill>
                  <a:srgbClr val="2B3540"/>
                </a:solidFill>
                <a:latin typeface="Times New Roman"/>
                <a:ea typeface="Times New Roman"/>
                <a:cs typeface="Times New Roman"/>
              </a:rPr>
              <a:t>Both correct</a:t>
            </a:r>
          </a:p>
        </p:txBody>
      </p:sp>
      <p:sp>
        <p:nvSpPr>
          <p:cNvPr id="491" name="training-outcome-1">
            <a:extLst xmlns:a="http://schemas.openxmlformats.org/drawingml/2006/main">
              <a:ext uri="{FF2B5EF4-FFF2-40B4-BE49-F238E27FC236}">
                <a16:creationId xmlns:a16="http://schemas.microsoft.com/office/drawing/2014/main" id="{CE8F967E-AB5F-4825-8709-D83D1B314AEF}"/>
              </a:ext>
            </a:extLst>
          </p:cNvPr>
          <p:cNvSpPr>
            <a:spLocks xmlns:a="http://schemas.openxmlformats.org/drawingml/2006/main" noGrp="1"/>
          </p:cNvSpPr>
          <p:nvPr/>
        </p:nvSpPr>
        <p:spPr>
          <a:xfrm xmlns:a="http://schemas.openxmlformats.org/drawingml/2006/main">
            <a:off x="6867525" y="7848600"/>
            <a:ext cx="1162050" cy="581025"/>
          </a:xfrm>
          <a:prstGeom xmlns:a="http://schemas.openxmlformats.org/drawingml/2006/main" prst="roundRect">
            <a:avLst>
              <a:gd name="adj" fmla="val 6557"/>
            </a:avLst>
          </a:prstGeom>
          <a:solidFill xmlns:a="http://schemas.openxmlformats.org/drawingml/2006/main">
            <a:srgbClr val="DFE9D6"/>
          </a:solidFill>
          <a:ln xmlns:a="http://schemas.openxmlformats.org/drawingml/2006/main" w="10478">
            <a:solidFill>
              <a:srgbClr val="CAD1D6"/>
            </a:solidFill>
          </a:ln>
        </p:spPr>
      </p:sp>
      <p:sp>
        <p:nvSpPr>
          <p:cNvPr id="492" name="correctness-pair-1-math-0 (0,1)">
            <a:extLst xmlns:a="http://schemas.openxmlformats.org/drawingml/2006/main">
              <a:ext uri="{FF2B5EF4-FFF2-40B4-BE49-F238E27FC236}">
                <a16:creationId xmlns:a16="http://schemas.microsoft.com/office/drawing/2014/main" id="{7F77B537-1A62-44D9-A1C0-EF7B1D9B5D29}"/>
              </a:ext>
            </a:extLst>
          </p:cNvPr>
          <p:cNvSpPr>
            <a:spLocks xmlns:a="http://schemas.openxmlformats.org/drawingml/2006/main" noGrp="1"/>
          </p:cNvSpPr>
          <p:nvPr/>
        </p:nvSpPr>
        <p:spPr>
          <a:xfrm xmlns:a="http://schemas.openxmlformats.org/drawingml/2006/main">
            <a:off x="7186794" y="7895558"/>
            <a:ext cx="523231" cy="257175"/>
          </a:xfrm>
          <a:custGeom xmlns:a="http://schemas.openxmlformats.org/drawingml/2006/main">
            <a:pathLst>
              <a:path w="523231" h="257175">
                <a:moveTo>
                  <a:pt x="54730" y="256693"/>
                </a:moveTo>
                <a:lnTo>
                  <a:pt x="47824" y="250821"/>
                </a:lnTo>
                <a:lnTo>
                  <a:pt x="35487" y="237842"/>
                </a:lnTo>
                <a:lnTo>
                  <a:pt x="30057" y="230734"/>
                </a:lnTo>
                <a:lnTo>
                  <a:pt x="25125" y="223298"/>
                </a:lnTo>
                <a:lnTo>
                  <a:pt x="16646" y="207686"/>
                </a:lnTo>
                <a:lnTo>
                  <a:pt x="13100" y="199511"/>
                </a:lnTo>
                <a:lnTo>
                  <a:pt x="10013" y="191138"/>
                </a:lnTo>
                <a:lnTo>
                  <a:pt x="5091" y="173819"/>
                </a:lnTo>
                <a:lnTo>
                  <a:pt x="3255" y="164873"/>
                </a:lnTo>
                <a:lnTo>
                  <a:pt x="1831" y="155824"/>
                </a:lnTo>
                <a:lnTo>
                  <a:pt x="204" y="137681"/>
                </a:lnTo>
                <a:lnTo>
                  <a:pt x="0" y="128588"/>
                </a:lnTo>
                <a:lnTo>
                  <a:pt x="204" y="119388"/>
                </a:lnTo>
                <a:lnTo>
                  <a:pt x="1831" y="101125"/>
                </a:lnTo>
                <a:lnTo>
                  <a:pt x="3255" y="92061"/>
                </a:lnTo>
                <a:lnTo>
                  <a:pt x="5098" y="83105"/>
                </a:lnTo>
                <a:lnTo>
                  <a:pt x="10081" y="65705"/>
                </a:lnTo>
                <a:lnTo>
                  <a:pt x="13220" y="57262"/>
                </a:lnTo>
                <a:lnTo>
                  <a:pt x="16824" y="49039"/>
                </a:lnTo>
                <a:lnTo>
                  <a:pt x="25404" y="33408"/>
                </a:lnTo>
                <a:lnTo>
                  <a:pt x="30379" y="25999"/>
                </a:lnTo>
                <a:lnTo>
                  <a:pt x="35819" y="18934"/>
                </a:lnTo>
                <a:lnTo>
                  <a:pt x="47994" y="6176"/>
                </a:lnTo>
                <a:lnTo>
                  <a:pt x="54730" y="482"/>
                </a:lnTo>
                <a:lnTo>
                  <a:pt x="55052" y="121"/>
                </a:lnTo>
                <a:lnTo>
                  <a:pt x="56016" y="0"/>
                </a:lnTo>
                <a:lnTo>
                  <a:pt x="58387" y="0"/>
                </a:lnTo>
                <a:lnTo>
                  <a:pt x="59110" y="171"/>
                </a:lnTo>
                <a:lnTo>
                  <a:pt x="59753" y="683"/>
                </a:lnTo>
                <a:lnTo>
                  <a:pt x="60235" y="1417"/>
                </a:lnTo>
                <a:lnTo>
                  <a:pt x="60396" y="2250"/>
                </a:lnTo>
                <a:lnTo>
                  <a:pt x="60275" y="3225"/>
                </a:lnTo>
                <a:lnTo>
                  <a:pt x="59914" y="3898"/>
                </a:lnTo>
                <a:lnTo>
                  <a:pt x="53889" y="10156"/>
                </a:lnTo>
                <a:lnTo>
                  <a:pt x="43421" y="23337"/>
                </a:lnTo>
                <a:lnTo>
                  <a:pt x="38978" y="30258"/>
                </a:lnTo>
                <a:lnTo>
                  <a:pt x="35002" y="37406"/>
                </a:lnTo>
                <a:lnTo>
                  <a:pt x="28272" y="52394"/>
                </a:lnTo>
                <a:lnTo>
                  <a:pt x="25517" y="60235"/>
                </a:lnTo>
                <a:lnTo>
                  <a:pt x="23161" y="68244"/>
                </a:lnTo>
                <a:lnTo>
                  <a:pt x="19504" y="84700"/>
                </a:lnTo>
                <a:lnTo>
                  <a:pt x="18203" y="93146"/>
                </a:lnTo>
                <a:lnTo>
                  <a:pt x="16515" y="110505"/>
                </a:lnTo>
                <a:lnTo>
                  <a:pt x="15953" y="128588"/>
                </a:lnTo>
                <a:lnTo>
                  <a:pt x="16123" y="138651"/>
                </a:lnTo>
                <a:lnTo>
                  <a:pt x="17489" y="157857"/>
                </a:lnTo>
                <a:lnTo>
                  <a:pt x="20218" y="175837"/>
                </a:lnTo>
                <a:lnTo>
                  <a:pt x="24313" y="192590"/>
                </a:lnTo>
                <a:lnTo>
                  <a:pt x="29773" y="208116"/>
                </a:lnTo>
                <a:lnTo>
                  <a:pt x="36598" y="222415"/>
                </a:lnTo>
                <a:lnTo>
                  <a:pt x="44788" y="235487"/>
                </a:lnTo>
                <a:lnTo>
                  <a:pt x="54343" y="247332"/>
                </a:lnTo>
                <a:lnTo>
                  <a:pt x="59632" y="252795"/>
                </a:lnTo>
                <a:lnTo>
                  <a:pt x="60205" y="253689"/>
                </a:lnTo>
                <a:lnTo>
                  <a:pt x="60396" y="254925"/>
                </a:lnTo>
                <a:lnTo>
                  <a:pt x="60225" y="255578"/>
                </a:lnTo>
                <a:lnTo>
                  <a:pt x="59713" y="256331"/>
                </a:lnTo>
                <a:lnTo>
                  <a:pt x="59040" y="256964"/>
                </a:lnTo>
                <a:lnTo>
                  <a:pt x="58387" y="257175"/>
                </a:lnTo>
                <a:lnTo>
                  <a:pt x="56016" y="257175"/>
                </a:lnTo>
                <a:lnTo>
                  <a:pt x="55052" y="257054"/>
                </a:lnTo>
                <a:lnTo>
                  <a:pt x="54730" y="256693"/>
                </a:lnTo>
                <a:close/>
                <a:moveTo>
                  <a:pt x="139131" y="198547"/>
                </a:moveTo>
                <a:lnTo>
                  <a:pt x="131569" y="198142"/>
                </a:lnTo>
                <a:lnTo>
                  <a:pt x="118334" y="194902"/>
                </a:lnTo>
                <a:lnTo>
                  <a:pt x="107615" y="188423"/>
                </a:lnTo>
                <a:lnTo>
                  <a:pt x="99412" y="178703"/>
                </a:lnTo>
                <a:lnTo>
                  <a:pt x="96255" y="172629"/>
                </a:lnTo>
                <a:lnTo>
                  <a:pt x="93589" y="165985"/>
                </a:lnTo>
                <a:lnTo>
                  <a:pt x="89325" y="151775"/>
                </a:lnTo>
                <a:lnTo>
                  <a:pt x="86482" y="136335"/>
                </a:lnTo>
                <a:lnTo>
                  <a:pt x="85061" y="119664"/>
                </a:lnTo>
                <a:lnTo>
                  <a:pt x="84883" y="110867"/>
                </a:lnTo>
                <a:lnTo>
                  <a:pt x="85136" y="99861"/>
                </a:lnTo>
                <a:lnTo>
                  <a:pt x="87166" y="78845"/>
                </a:lnTo>
                <a:lnTo>
                  <a:pt x="88941" y="68834"/>
                </a:lnTo>
                <a:lnTo>
                  <a:pt x="91490" y="59344"/>
                </a:lnTo>
                <a:lnTo>
                  <a:pt x="99588" y="42607"/>
                </a:lnTo>
                <a:lnTo>
                  <a:pt x="105135" y="35362"/>
                </a:lnTo>
                <a:lnTo>
                  <a:pt x="108321" y="32131"/>
                </a:lnTo>
                <a:lnTo>
                  <a:pt x="115604" y="26962"/>
                </a:lnTo>
                <a:lnTo>
                  <a:pt x="124103" y="23517"/>
                </a:lnTo>
                <a:lnTo>
                  <a:pt x="133818" y="21794"/>
                </a:lnTo>
                <a:lnTo>
                  <a:pt x="139131" y="21579"/>
                </a:lnTo>
                <a:lnTo>
                  <a:pt x="147223" y="22099"/>
                </a:lnTo>
                <a:lnTo>
                  <a:pt x="161086" y="26258"/>
                </a:lnTo>
                <a:lnTo>
                  <a:pt x="166857" y="29897"/>
                </a:lnTo>
                <a:lnTo>
                  <a:pt x="171941" y="34339"/>
                </a:lnTo>
                <a:lnTo>
                  <a:pt x="180178" y="45048"/>
                </a:lnTo>
                <a:lnTo>
                  <a:pt x="183333" y="51314"/>
                </a:lnTo>
                <a:lnTo>
                  <a:pt x="185939" y="57985"/>
                </a:lnTo>
                <a:lnTo>
                  <a:pt x="189797" y="72049"/>
                </a:lnTo>
                <a:lnTo>
                  <a:pt x="191048" y="79443"/>
                </a:lnTo>
                <a:lnTo>
                  <a:pt x="192615" y="94793"/>
                </a:lnTo>
                <a:lnTo>
                  <a:pt x="193138" y="110867"/>
                </a:lnTo>
                <a:lnTo>
                  <a:pt x="192881" y="121741"/>
                </a:lnTo>
                <a:lnTo>
                  <a:pt x="190832" y="142436"/>
                </a:lnTo>
                <a:lnTo>
                  <a:pt x="189039" y="152256"/>
                </a:lnTo>
                <a:lnTo>
                  <a:pt x="186517" y="161538"/>
                </a:lnTo>
                <a:lnTo>
                  <a:pt x="178521" y="177933"/>
                </a:lnTo>
                <a:lnTo>
                  <a:pt x="173046" y="185045"/>
                </a:lnTo>
                <a:lnTo>
                  <a:pt x="169905" y="188210"/>
                </a:lnTo>
                <a:lnTo>
                  <a:pt x="162682" y="193273"/>
                </a:lnTo>
                <a:lnTo>
                  <a:pt x="154203" y="196648"/>
                </a:lnTo>
                <a:lnTo>
                  <a:pt x="144469" y="198336"/>
                </a:lnTo>
                <a:lnTo>
                  <a:pt x="139131" y="198547"/>
                </a:lnTo>
                <a:close/>
                <a:moveTo>
                  <a:pt x="139131" y="191877"/>
                </a:moveTo>
                <a:lnTo>
                  <a:pt x="142593" y="191648"/>
                </a:lnTo>
                <a:lnTo>
                  <a:pt x="148837" y="189814"/>
                </a:lnTo>
                <a:lnTo>
                  <a:pt x="154171" y="186147"/>
                </a:lnTo>
                <a:lnTo>
                  <a:pt x="158597" y="180647"/>
                </a:lnTo>
                <a:lnTo>
                  <a:pt x="160468" y="177210"/>
                </a:lnTo>
                <a:lnTo>
                  <a:pt x="163648" y="169660"/>
                </a:lnTo>
                <a:lnTo>
                  <a:pt x="167988" y="153386"/>
                </a:lnTo>
                <a:lnTo>
                  <a:pt x="169148" y="144661"/>
                </a:lnTo>
                <a:lnTo>
                  <a:pt x="170383" y="126257"/>
                </a:lnTo>
                <a:lnTo>
                  <a:pt x="170795" y="106728"/>
                </a:lnTo>
                <a:lnTo>
                  <a:pt x="170383" y="88153"/>
                </a:lnTo>
                <a:lnTo>
                  <a:pt x="169148" y="71085"/>
                </a:lnTo>
                <a:lnTo>
                  <a:pt x="167990" y="63103"/>
                </a:lnTo>
                <a:lnTo>
                  <a:pt x="163670" y="48316"/>
                </a:lnTo>
                <a:lnTo>
                  <a:pt x="160508" y="41510"/>
                </a:lnTo>
                <a:lnTo>
                  <a:pt x="158654" y="38402"/>
                </a:lnTo>
                <a:lnTo>
                  <a:pt x="154243" y="33429"/>
                </a:lnTo>
                <a:lnTo>
                  <a:pt x="148899" y="30114"/>
                </a:lnTo>
                <a:lnTo>
                  <a:pt x="142620" y="28456"/>
                </a:lnTo>
                <a:lnTo>
                  <a:pt x="139131" y="28249"/>
                </a:lnTo>
                <a:lnTo>
                  <a:pt x="135612" y="28457"/>
                </a:lnTo>
                <a:lnTo>
                  <a:pt x="129278" y="30125"/>
                </a:lnTo>
                <a:lnTo>
                  <a:pt x="123883" y="33460"/>
                </a:lnTo>
                <a:lnTo>
                  <a:pt x="119428" y="38463"/>
                </a:lnTo>
                <a:lnTo>
                  <a:pt x="117552" y="41590"/>
                </a:lnTo>
                <a:lnTo>
                  <a:pt x="114373" y="48426"/>
                </a:lnTo>
                <a:lnTo>
                  <a:pt x="110033" y="63214"/>
                </a:lnTo>
                <a:lnTo>
                  <a:pt x="108872" y="71165"/>
                </a:lnTo>
                <a:lnTo>
                  <a:pt x="107637" y="88173"/>
                </a:lnTo>
                <a:lnTo>
                  <a:pt x="107225" y="106728"/>
                </a:lnTo>
                <a:lnTo>
                  <a:pt x="107396" y="120631"/>
                </a:lnTo>
                <a:lnTo>
                  <a:pt x="107908" y="133731"/>
                </a:lnTo>
                <a:lnTo>
                  <a:pt x="109204" y="146630"/>
                </a:lnTo>
                <a:lnTo>
                  <a:pt x="111645" y="159931"/>
                </a:lnTo>
                <a:lnTo>
                  <a:pt x="113383" y="166415"/>
                </a:lnTo>
                <a:lnTo>
                  <a:pt x="118245" y="177787"/>
                </a:lnTo>
                <a:lnTo>
                  <a:pt x="121369" y="182674"/>
                </a:lnTo>
                <a:lnTo>
                  <a:pt x="124996" y="186701"/>
                </a:lnTo>
                <a:lnTo>
                  <a:pt x="133877" y="191301"/>
                </a:lnTo>
                <a:lnTo>
                  <a:pt x="139131" y="191877"/>
                </a:lnTo>
                <a:close/>
                <a:moveTo>
                  <a:pt x="228901" y="239213"/>
                </a:moveTo>
                <a:lnTo>
                  <a:pt x="229152" y="238118"/>
                </a:lnTo>
                <a:lnTo>
                  <a:pt x="229905" y="237083"/>
                </a:lnTo>
                <a:lnTo>
                  <a:pt x="234306" y="232449"/>
                </a:lnTo>
                <a:lnTo>
                  <a:pt x="241539" y="222142"/>
                </a:lnTo>
                <a:lnTo>
                  <a:pt x="244371" y="216469"/>
                </a:lnTo>
                <a:lnTo>
                  <a:pt x="246622" y="210562"/>
                </a:lnTo>
                <a:lnTo>
                  <a:pt x="249193" y="198266"/>
                </a:lnTo>
                <a:lnTo>
                  <a:pt x="249515" y="191877"/>
                </a:lnTo>
                <a:lnTo>
                  <a:pt x="249515" y="188742"/>
                </a:lnTo>
                <a:lnTo>
                  <a:pt x="247320" y="190553"/>
                </a:lnTo>
                <a:lnTo>
                  <a:pt x="242176" y="192623"/>
                </a:lnTo>
                <a:lnTo>
                  <a:pt x="239228" y="192881"/>
                </a:lnTo>
                <a:lnTo>
                  <a:pt x="236385" y="192623"/>
                </a:lnTo>
                <a:lnTo>
                  <a:pt x="231362" y="190553"/>
                </a:lnTo>
                <a:lnTo>
                  <a:pt x="229182" y="188742"/>
                </a:lnTo>
                <a:lnTo>
                  <a:pt x="227371" y="186562"/>
                </a:lnTo>
                <a:lnTo>
                  <a:pt x="225302" y="181539"/>
                </a:lnTo>
                <a:lnTo>
                  <a:pt x="225043" y="178697"/>
                </a:lnTo>
                <a:lnTo>
                  <a:pt x="225302" y="175808"/>
                </a:lnTo>
                <a:lnTo>
                  <a:pt x="227371" y="170785"/>
                </a:lnTo>
                <a:lnTo>
                  <a:pt x="229182" y="168650"/>
                </a:lnTo>
                <a:lnTo>
                  <a:pt x="231362" y="166892"/>
                </a:lnTo>
                <a:lnTo>
                  <a:pt x="236385" y="164883"/>
                </a:lnTo>
                <a:lnTo>
                  <a:pt x="239228" y="164632"/>
                </a:lnTo>
                <a:lnTo>
                  <a:pt x="243480" y="165162"/>
                </a:lnTo>
                <a:lnTo>
                  <a:pt x="250010" y="169401"/>
                </a:lnTo>
                <a:lnTo>
                  <a:pt x="252288" y="173111"/>
                </a:lnTo>
                <a:lnTo>
                  <a:pt x="253993" y="177463"/>
                </a:lnTo>
                <a:lnTo>
                  <a:pt x="255942" y="186846"/>
                </a:lnTo>
                <a:lnTo>
                  <a:pt x="256186" y="191877"/>
                </a:lnTo>
                <a:lnTo>
                  <a:pt x="255826" y="198939"/>
                </a:lnTo>
                <a:lnTo>
                  <a:pt x="252953" y="212521"/>
                </a:lnTo>
                <a:lnTo>
                  <a:pt x="250439" y="219041"/>
                </a:lnTo>
                <a:lnTo>
                  <a:pt x="247292" y="225327"/>
                </a:lnTo>
                <a:lnTo>
                  <a:pt x="239236" y="236920"/>
                </a:lnTo>
                <a:lnTo>
                  <a:pt x="234326" y="242227"/>
                </a:lnTo>
                <a:lnTo>
                  <a:pt x="233411" y="242618"/>
                </a:lnTo>
                <a:lnTo>
                  <a:pt x="232678" y="242749"/>
                </a:lnTo>
                <a:lnTo>
                  <a:pt x="231422" y="242458"/>
                </a:lnTo>
                <a:lnTo>
                  <a:pt x="230147" y="241584"/>
                </a:lnTo>
                <a:lnTo>
                  <a:pt x="229212" y="240429"/>
                </a:lnTo>
                <a:lnTo>
                  <a:pt x="228901" y="239213"/>
                </a:lnTo>
                <a:close/>
                <a:moveTo>
                  <a:pt x="343650" y="192881"/>
                </a:moveTo>
                <a:lnTo>
                  <a:pt x="343650" y="183840"/>
                </a:lnTo>
                <a:lnTo>
                  <a:pt x="351184" y="183712"/>
                </a:lnTo>
                <a:lnTo>
                  <a:pt x="363239" y="182693"/>
                </a:lnTo>
                <a:lnTo>
                  <a:pt x="371276" y="180654"/>
                </a:lnTo>
                <a:lnTo>
                  <a:pt x="375295" y="177595"/>
                </a:lnTo>
                <a:lnTo>
                  <a:pt x="375797" y="175683"/>
                </a:lnTo>
                <a:lnTo>
                  <a:pt x="375797" y="40666"/>
                </a:lnTo>
                <a:lnTo>
                  <a:pt x="368704" y="43479"/>
                </a:lnTo>
                <a:lnTo>
                  <a:pt x="351868" y="46693"/>
                </a:lnTo>
                <a:lnTo>
                  <a:pt x="342123" y="47095"/>
                </a:lnTo>
                <a:lnTo>
                  <a:pt x="342123" y="38054"/>
                </a:lnTo>
                <a:lnTo>
                  <a:pt x="349767" y="37796"/>
                </a:lnTo>
                <a:lnTo>
                  <a:pt x="363606" y="35737"/>
                </a:lnTo>
                <a:lnTo>
                  <a:pt x="375510" y="31618"/>
                </a:lnTo>
                <a:lnTo>
                  <a:pt x="385481" y="25440"/>
                </a:lnTo>
                <a:lnTo>
                  <a:pt x="389741" y="21579"/>
                </a:lnTo>
                <a:lnTo>
                  <a:pt x="393357" y="21579"/>
                </a:lnTo>
                <a:lnTo>
                  <a:pt x="394221" y="21759"/>
                </a:lnTo>
                <a:lnTo>
                  <a:pt x="395045" y="22302"/>
                </a:lnTo>
                <a:lnTo>
                  <a:pt x="395678" y="23035"/>
                </a:lnTo>
                <a:lnTo>
                  <a:pt x="395889" y="23869"/>
                </a:lnTo>
                <a:lnTo>
                  <a:pt x="395889" y="175683"/>
                </a:lnTo>
                <a:lnTo>
                  <a:pt x="396391" y="177595"/>
                </a:lnTo>
                <a:lnTo>
                  <a:pt x="400410" y="180654"/>
                </a:lnTo>
                <a:lnTo>
                  <a:pt x="408446" y="182693"/>
                </a:lnTo>
                <a:lnTo>
                  <a:pt x="420501" y="183712"/>
                </a:lnTo>
                <a:lnTo>
                  <a:pt x="428036" y="183840"/>
                </a:lnTo>
                <a:lnTo>
                  <a:pt x="428036" y="192881"/>
                </a:lnTo>
                <a:lnTo>
                  <a:pt x="343650" y="192881"/>
                </a:lnTo>
                <a:close/>
                <a:moveTo>
                  <a:pt x="465085" y="257175"/>
                </a:moveTo>
                <a:lnTo>
                  <a:pt x="464083" y="257034"/>
                </a:lnTo>
                <a:lnTo>
                  <a:pt x="462938" y="255909"/>
                </a:lnTo>
                <a:lnTo>
                  <a:pt x="462795" y="254925"/>
                </a:lnTo>
                <a:lnTo>
                  <a:pt x="462925" y="253950"/>
                </a:lnTo>
                <a:lnTo>
                  <a:pt x="463317" y="253277"/>
                </a:lnTo>
                <a:lnTo>
                  <a:pt x="468640" y="247756"/>
                </a:lnTo>
                <a:lnTo>
                  <a:pt x="478257" y="235805"/>
                </a:lnTo>
                <a:lnTo>
                  <a:pt x="486499" y="222643"/>
                </a:lnTo>
                <a:lnTo>
                  <a:pt x="493368" y="208268"/>
                </a:lnTo>
                <a:lnTo>
                  <a:pt x="498863" y="192682"/>
                </a:lnTo>
                <a:lnTo>
                  <a:pt x="502985" y="175884"/>
                </a:lnTo>
                <a:lnTo>
                  <a:pt x="505732" y="157874"/>
                </a:lnTo>
                <a:lnTo>
                  <a:pt x="507106" y="138653"/>
                </a:lnTo>
                <a:lnTo>
                  <a:pt x="507278" y="128588"/>
                </a:lnTo>
                <a:lnTo>
                  <a:pt x="507108" y="118524"/>
                </a:lnTo>
                <a:lnTo>
                  <a:pt x="505749" y="99318"/>
                </a:lnTo>
                <a:lnTo>
                  <a:pt x="503032" y="81338"/>
                </a:lnTo>
                <a:lnTo>
                  <a:pt x="498956" y="64585"/>
                </a:lnTo>
                <a:lnTo>
                  <a:pt x="493521" y="49059"/>
                </a:lnTo>
                <a:lnTo>
                  <a:pt x="486727" y="34760"/>
                </a:lnTo>
                <a:lnTo>
                  <a:pt x="478575" y="21688"/>
                </a:lnTo>
                <a:lnTo>
                  <a:pt x="469064" y="9843"/>
                </a:lnTo>
                <a:lnTo>
                  <a:pt x="463799" y="4380"/>
                </a:lnTo>
                <a:lnTo>
                  <a:pt x="463046" y="3546"/>
                </a:lnTo>
                <a:lnTo>
                  <a:pt x="462795" y="2250"/>
                </a:lnTo>
                <a:lnTo>
                  <a:pt x="462965" y="1417"/>
                </a:lnTo>
                <a:lnTo>
                  <a:pt x="463478" y="683"/>
                </a:lnTo>
                <a:lnTo>
                  <a:pt x="464241" y="171"/>
                </a:lnTo>
                <a:lnTo>
                  <a:pt x="465085" y="0"/>
                </a:lnTo>
                <a:lnTo>
                  <a:pt x="467456" y="0"/>
                </a:lnTo>
                <a:lnTo>
                  <a:pt x="468149" y="121"/>
                </a:lnTo>
                <a:lnTo>
                  <a:pt x="468702" y="482"/>
                </a:lnTo>
                <a:lnTo>
                  <a:pt x="477557" y="8167"/>
                </a:lnTo>
                <a:lnTo>
                  <a:pt x="492947" y="25888"/>
                </a:lnTo>
                <a:lnTo>
                  <a:pt x="499482" y="35924"/>
                </a:lnTo>
                <a:lnTo>
                  <a:pt x="505218" y="46508"/>
                </a:lnTo>
                <a:lnTo>
                  <a:pt x="514219" y="68729"/>
                </a:lnTo>
                <a:lnTo>
                  <a:pt x="517484" y="80367"/>
                </a:lnTo>
                <a:lnTo>
                  <a:pt x="519998" y="92226"/>
                </a:lnTo>
                <a:lnTo>
                  <a:pt x="522871" y="116336"/>
                </a:lnTo>
                <a:lnTo>
                  <a:pt x="523231" y="128588"/>
                </a:lnTo>
                <a:lnTo>
                  <a:pt x="523037" y="137654"/>
                </a:lnTo>
                <a:lnTo>
                  <a:pt x="521490" y="155576"/>
                </a:lnTo>
                <a:lnTo>
                  <a:pt x="520137" y="164431"/>
                </a:lnTo>
                <a:lnTo>
                  <a:pt x="518363" y="173219"/>
                </a:lnTo>
                <a:lnTo>
                  <a:pt x="513461" y="190598"/>
                </a:lnTo>
                <a:lnTo>
                  <a:pt x="510332" y="199190"/>
                </a:lnTo>
                <a:lnTo>
                  <a:pt x="506753" y="207603"/>
                </a:lnTo>
                <a:lnTo>
                  <a:pt x="498254" y="223436"/>
                </a:lnTo>
                <a:lnTo>
                  <a:pt x="493334" y="230855"/>
                </a:lnTo>
                <a:lnTo>
                  <a:pt x="487937" y="237910"/>
                </a:lnTo>
                <a:lnTo>
                  <a:pt x="475621" y="250828"/>
                </a:lnTo>
                <a:lnTo>
                  <a:pt x="468702" y="256693"/>
                </a:lnTo>
                <a:lnTo>
                  <a:pt x="468149" y="257054"/>
                </a:lnTo>
                <a:lnTo>
                  <a:pt x="467456" y="257175"/>
                </a:lnTo>
                <a:lnTo>
                  <a:pt x="465085" y="257175"/>
                </a:lnTo>
                <a:close/>
              </a:path>
            </a:pathLst>
          </a:custGeom>
          <a:solidFill xmlns:a="http://schemas.openxmlformats.org/drawingml/2006/main">
            <a:srgbClr val="2B3540"/>
          </a:solidFill>
          <a:ln xmlns:a="http://schemas.openxmlformats.org/drawingml/2006/main" w="0">
            <a:noFill/>
          </a:ln>
        </p:spPr>
      </p:sp>
      <p:sp>
        <p:nvSpPr>
          <p:cNvPr id="493" name="state-label-1">
            <a:extLst xmlns:a="http://schemas.openxmlformats.org/drawingml/2006/main">
              <a:ext uri="{FF2B5EF4-FFF2-40B4-BE49-F238E27FC236}">
                <a16:creationId xmlns:a16="http://schemas.microsoft.com/office/drawing/2014/main" id="{77B68BF5-48EA-43BE-BCB9-CDFE8AFE0F7A}"/>
              </a:ext>
            </a:extLst>
          </p:cNvPr>
          <p:cNvSpPr>
            <a:spLocks xmlns:a="http://schemas.openxmlformats.org/drawingml/2006/main" noGrp="1"/>
          </p:cNvSpPr>
          <p:nvPr/>
        </p:nvSpPr>
        <p:spPr>
          <a:xfrm xmlns:a="http://schemas.openxmlformats.org/drawingml/2006/main">
            <a:off x="6924675" y="8134350"/>
            <a:ext cx="10477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0">
                <a:solidFill>
                  <a:srgbClr val="2B3540"/>
                </a:solidFill>
                <a:latin typeface="Times New Roman"/>
                <a:ea typeface="Times New Roman"/>
                <a:cs typeface="Times New Roman"/>
              </a:defRPr>
            </a:pPr>
            <a:r>
              <a:rPr sz="1650" b="0" i="0">
                <a:solidFill>
                  <a:srgbClr val="2B3540"/>
                </a:solidFill>
                <a:latin typeface="Times New Roman"/>
                <a:ea typeface="Times New Roman"/>
                <a:cs typeface="Times New Roman"/>
              </a:rPr>
              <a:t>Rescue</a:t>
            </a:r>
          </a:p>
        </p:txBody>
      </p:sp>
      <p:sp>
        <p:nvSpPr>
          <p:cNvPr id="494" name="training-outcome-2">
            <a:extLst xmlns:a="http://schemas.openxmlformats.org/drawingml/2006/main">
              <a:ext uri="{FF2B5EF4-FFF2-40B4-BE49-F238E27FC236}">
                <a16:creationId xmlns:a16="http://schemas.microsoft.com/office/drawing/2014/main" id="{52EBDCE9-E047-4A6B-9912-2DC71797F24F}"/>
              </a:ext>
            </a:extLst>
          </p:cNvPr>
          <p:cNvSpPr>
            <a:spLocks xmlns:a="http://schemas.openxmlformats.org/drawingml/2006/main" noGrp="1"/>
          </p:cNvSpPr>
          <p:nvPr/>
        </p:nvSpPr>
        <p:spPr>
          <a:xfrm xmlns:a="http://schemas.openxmlformats.org/drawingml/2006/main">
            <a:off x="8172450" y="7848600"/>
            <a:ext cx="1162050" cy="581025"/>
          </a:xfrm>
          <a:prstGeom xmlns:a="http://schemas.openxmlformats.org/drawingml/2006/main" prst="roundRect">
            <a:avLst>
              <a:gd name="adj" fmla="val 6557"/>
            </a:avLst>
          </a:prstGeom>
          <a:solidFill xmlns:a="http://schemas.openxmlformats.org/drawingml/2006/main">
            <a:srgbClr val="F2DEDB"/>
          </a:solidFill>
          <a:ln xmlns:a="http://schemas.openxmlformats.org/drawingml/2006/main" w="10478">
            <a:solidFill>
              <a:srgbClr val="CAD1D6"/>
            </a:solidFill>
          </a:ln>
        </p:spPr>
      </p:sp>
      <p:sp>
        <p:nvSpPr>
          <p:cNvPr id="495" name="correctness-pair-2-math-0 (1,0)">
            <a:extLst xmlns:a="http://schemas.openxmlformats.org/drawingml/2006/main">
              <a:ext uri="{FF2B5EF4-FFF2-40B4-BE49-F238E27FC236}">
                <a16:creationId xmlns:a16="http://schemas.microsoft.com/office/drawing/2014/main" id="{52D024A2-D68D-4123-B983-CA6A248BE9EC}"/>
              </a:ext>
            </a:extLst>
          </p:cNvPr>
          <p:cNvSpPr>
            <a:spLocks xmlns:a="http://schemas.openxmlformats.org/drawingml/2006/main" noGrp="1"/>
          </p:cNvSpPr>
          <p:nvPr/>
        </p:nvSpPr>
        <p:spPr>
          <a:xfrm xmlns:a="http://schemas.openxmlformats.org/drawingml/2006/main">
            <a:off x="8491719" y="7895558"/>
            <a:ext cx="523231" cy="257175"/>
          </a:xfrm>
          <a:custGeom xmlns:a="http://schemas.openxmlformats.org/drawingml/2006/main">
            <a:pathLst>
              <a:path w="523231" h="257175">
                <a:moveTo>
                  <a:pt x="54730" y="256693"/>
                </a:moveTo>
                <a:lnTo>
                  <a:pt x="47824" y="250821"/>
                </a:lnTo>
                <a:lnTo>
                  <a:pt x="35487" y="237842"/>
                </a:lnTo>
                <a:lnTo>
                  <a:pt x="30057" y="230734"/>
                </a:lnTo>
                <a:lnTo>
                  <a:pt x="25125" y="223298"/>
                </a:lnTo>
                <a:lnTo>
                  <a:pt x="16646" y="207686"/>
                </a:lnTo>
                <a:lnTo>
                  <a:pt x="13100" y="199511"/>
                </a:lnTo>
                <a:lnTo>
                  <a:pt x="10013" y="191138"/>
                </a:lnTo>
                <a:lnTo>
                  <a:pt x="5091" y="173819"/>
                </a:lnTo>
                <a:lnTo>
                  <a:pt x="3255" y="164873"/>
                </a:lnTo>
                <a:lnTo>
                  <a:pt x="1831" y="155824"/>
                </a:lnTo>
                <a:lnTo>
                  <a:pt x="204" y="137681"/>
                </a:lnTo>
                <a:lnTo>
                  <a:pt x="0" y="128588"/>
                </a:lnTo>
                <a:lnTo>
                  <a:pt x="204" y="119388"/>
                </a:lnTo>
                <a:lnTo>
                  <a:pt x="1831" y="101125"/>
                </a:lnTo>
                <a:lnTo>
                  <a:pt x="3255" y="92061"/>
                </a:lnTo>
                <a:lnTo>
                  <a:pt x="5098" y="83105"/>
                </a:lnTo>
                <a:lnTo>
                  <a:pt x="10081" y="65705"/>
                </a:lnTo>
                <a:lnTo>
                  <a:pt x="13220" y="57262"/>
                </a:lnTo>
                <a:lnTo>
                  <a:pt x="16824" y="49039"/>
                </a:lnTo>
                <a:lnTo>
                  <a:pt x="25404" y="33408"/>
                </a:lnTo>
                <a:lnTo>
                  <a:pt x="30379" y="25999"/>
                </a:lnTo>
                <a:lnTo>
                  <a:pt x="35819" y="18934"/>
                </a:lnTo>
                <a:lnTo>
                  <a:pt x="47994" y="6176"/>
                </a:lnTo>
                <a:lnTo>
                  <a:pt x="54730" y="482"/>
                </a:lnTo>
                <a:lnTo>
                  <a:pt x="55052" y="121"/>
                </a:lnTo>
                <a:lnTo>
                  <a:pt x="56016" y="0"/>
                </a:lnTo>
                <a:lnTo>
                  <a:pt x="58387" y="0"/>
                </a:lnTo>
                <a:lnTo>
                  <a:pt x="59110" y="171"/>
                </a:lnTo>
                <a:lnTo>
                  <a:pt x="59753" y="683"/>
                </a:lnTo>
                <a:lnTo>
                  <a:pt x="60235" y="1417"/>
                </a:lnTo>
                <a:lnTo>
                  <a:pt x="60396" y="2250"/>
                </a:lnTo>
                <a:lnTo>
                  <a:pt x="60275" y="3225"/>
                </a:lnTo>
                <a:lnTo>
                  <a:pt x="59914" y="3898"/>
                </a:lnTo>
                <a:lnTo>
                  <a:pt x="53889" y="10156"/>
                </a:lnTo>
                <a:lnTo>
                  <a:pt x="43421" y="23337"/>
                </a:lnTo>
                <a:lnTo>
                  <a:pt x="38978" y="30258"/>
                </a:lnTo>
                <a:lnTo>
                  <a:pt x="35002" y="37406"/>
                </a:lnTo>
                <a:lnTo>
                  <a:pt x="28272" y="52394"/>
                </a:lnTo>
                <a:lnTo>
                  <a:pt x="25517" y="60235"/>
                </a:lnTo>
                <a:lnTo>
                  <a:pt x="23161" y="68244"/>
                </a:lnTo>
                <a:lnTo>
                  <a:pt x="19504" y="84700"/>
                </a:lnTo>
                <a:lnTo>
                  <a:pt x="18203" y="93146"/>
                </a:lnTo>
                <a:lnTo>
                  <a:pt x="16515" y="110505"/>
                </a:lnTo>
                <a:lnTo>
                  <a:pt x="15953" y="128588"/>
                </a:lnTo>
                <a:lnTo>
                  <a:pt x="16123" y="138651"/>
                </a:lnTo>
                <a:lnTo>
                  <a:pt x="17489" y="157857"/>
                </a:lnTo>
                <a:lnTo>
                  <a:pt x="20218" y="175837"/>
                </a:lnTo>
                <a:lnTo>
                  <a:pt x="24313" y="192590"/>
                </a:lnTo>
                <a:lnTo>
                  <a:pt x="29773" y="208116"/>
                </a:lnTo>
                <a:lnTo>
                  <a:pt x="36598" y="222415"/>
                </a:lnTo>
                <a:lnTo>
                  <a:pt x="44788" y="235487"/>
                </a:lnTo>
                <a:lnTo>
                  <a:pt x="54343" y="247332"/>
                </a:lnTo>
                <a:lnTo>
                  <a:pt x="59632" y="252795"/>
                </a:lnTo>
                <a:lnTo>
                  <a:pt x="60205" y="253689"/>
                </a:lnTo>
                <a:lnTo>
                  <a:pt x="60396" y="254925"/>
                </a:lnTo>
                <a:lnTo>
                  <a:pt x="60225" y="255578"/>
                </a:lnTo>
                <a:lnTo>
                  <a:pt x="59713" y="256331"/>
                </a:lnTo>
                <a:lnTo>
                  <a:pt x="59040" y="256964"/>
                </a:lnTo>
                <a:lnTo>
                  <a:pt x="58387" y="257175"/>
                </a:lnTo>
                <a:lnTo>
                  <a:pt x="56016" y="257175"/>
                </a:lnTo>
                <a:lnTo>
                  <a:pt x="55052" y="257054"/>
                </a:lnTo>
                <a:lnTo>
                  <a:pt x="54730" y="256693"/>
                </a:lnTo>
                <a:close/>
                <a:moveTo>
                  <a:pt x="98706" y="192881"/>
                </a:moveTo>
                <a:lnTo>
                  <a:pt x="98706" y="183840"/>
                </a:lnTo>
                <a:lnTo>
                  <a:pt x="106240" y="183712"/>
                </a:lnTo>
                <a:lnTo>
                  <a:pt x="118295" y="182693"/>
                </a:lnTo>
                <a:lnTo>
                  <a:pt x="126332" y="180654"/>
                </a:lnTo>
                <a:lnTo>
                  <a:pt x="130351" y="177595"/>
                </a:lnTo>
                <a:lnTo>
                  <a:pt x="130853" y="175683"/>
                </a:lnTo>
                <a:lnTo>
                  <a:pt x="130853" y="40666"/>
                </a:lnTo>
                <a:lnTo>
                  <a:pt x="123760" y="43479"/>
                </a:lnTo>
                <a:lnTo>
                  <a:pt x="106923" y="46693"/>
                </a:lnTo>
                <a:lnTo>
                  <a:pt x="97179" y="47095"/>
                </a:lnTo>
                <a:lnTo>
                  <a:pt x="97179" y="38054"/>
                </a:lnTo>
                <a:lnTo>
                  <a:pt x="104823" y="37796"/>
                </a:lnTo>
                <a:lnTo>
                  <a:pt x="118661" y="35737"/>
                </a:lnTo>
                <a:lnTo>
                  <a:pt x="130566" y="31618"/>
                </a:lnTo>
                <a:lnTo>
                  <a:pt x="140536" y="25440"/>
                </a:lnTo>
                <a:lnTo>
                  <a:pt x="144797" y="21579"/>
                </a:lnTo>
                <a:lnTo>
                  <a:pt x="148413" y="21579"/>
                </a:lnTo>
                <a:lnTo>
                  <a:pt x="149277" y="21759"/>
                </a:lnTo>
                <a:lnTo>
                  <a:pt x="150101" y="22302"/>
                </a:lnTo>
                <a:lnTo>
                  <a:pt x="150734" y="23035"/>
                </a:lnTo>
                <a:lnTo>
                  <a:pt x="150945" y="23869"/>
                </a:lnTo>
                <a:lnTo>
                  <a:pt x="150945" y="175683"/>
                </a:lnTo>
                <a:lnTo>
                  <a:pt x="151447" y="177595"/>
                </a:lnTo>
                <a:lnTo>
                  <a:pt x="155465" y="180654"/>
                </a:lnTo>
                <a:lnTo>
                  <a:pt x="163502" y="182693"/>
                </a:lnTo>
                <a:lnTo>
                  <a:pt x="175557" y="183712"/>
                </a:lnTo>
                <a:lnTo>
                  <a:pt x="183091" y="183840"/>
                </a:lnTo>
                <a:lnTo>
                  <a:pt x="183091" y="192881"/>
                </a:lnTo>
                <a:lnTo>
                  <a:pt x="98706" y="192881"/>
                </a:lnTo>
                <a:close/>
                <a:moveTo>
                  <a:pt x="228901" y="239213"/>
                </a:moveTo>
                <a:lnTo>
                  <a:pt x="229152" y="238118"/>
                </a:lnTo>
                <a:lnTo>
                  <a:pt x="229905" y="237083"/>
                </a:lnTo>
                <a:lnTo>
                  <a:pt x="234306" y="232449"/>
                </a:lnTo>
                <a:lnTo>
                  <a:pt x="241539" y="222142"/>
                </a:lnTo>
                <a:lnTo>
                  <a:pt x="244371" y="216469"/>
                </a:lnTo>
                <a:lnTo>
                  <a:pt x="246622" y="210562"/>
                </a:lnTo>
                <a:lnTo>
                  <a:pt x="249193" y="198266"/>
                </a:lnTo>
                <a:lnTo>
                  <a:pt x="249515" y="191877"/>
                </a:lnTo>
                <a:lnTo>
                  <a:pt x="249515" y="188742"/>
                </a:lnTo>
                <a:lnTo>
                  <a:pt x="247320" y="190553"/>
                </a:lnTo>
                <a:lnTo>
                  <a:pt x="242176" y="192623"/>
                </a:lnTo>
                <a:lnTo>
                  <a:pt x="239228" y="192881"/>
                </a:lnTo>
                <a:lnTo>
                  <a:pt x="236385" y="192623"/>
                </a:lnTo>
                <a:lnTo>
                  <a:pt x="231362" y="190553"/>
                </a:lnTo>
                <a:lnTo>
                  <a:pt x="229182" y="188742"/>
                </a:lnTo>
                <a:lnTo>
                  <a:pt x="227371" y="186562"/>
                </a:lnTo>
                <a:lnTo>
                  <a:pt x="225302" y="181539"/>
                </a:lnTo>
                <a:lnTo>
                  <a:pt x="225043" y="178697"/>
                </a:lnTo>
                <a:lnTo>
                  <a:pt x="225302" y="175808"/>
                </a:lnTo>
                <a:lnTo>
                  <a:pt x="227371" y="170785"/>
                </a:lnTo>
                <a:lnTo>
                  <a:pt x="229182" y="168650"/>
                </a:lnTo>
                <a:lnTo>
                  <a:pt x="231362" y="166892"/>
                </a:lnTo>
                <a:lnTo>
                  <a:pt x="236385" y="164883"/>
                </a:lnTo>
                <a:lnTo>
                  <a:pt x="239228" y="164632"/>
                </a:lnTo>
                <a:lnTo>
                  <a:pt x="243480" y="165162"/>
                </a:lnTo>
                <a:lnTo>
                  <a:pt x="250010" y="169401"/>
                </a:lnTo>
                <a:lnTo>
                  <a:pt x="252288" y="173111"/>
                </a:lnTo>
                <a:lnTo>
                  <a:pt x="253993" y="177463"/>
                </a:lnTo>
                <a:lnTo>
                  <a:pt x="255942" y="186846"/>
                </a:lnTo>
                <a:lnTo>
                  <a:pt x="256186" y="191877"/>
                </a:lnTo>
                <a:lnTo>
                  <a:pt x="255826" y="198939"/>
                </a:lnTo>
                <a:lnTo>
                  <a:pt x="252953" y="212521"/>
                </a:lnTo>
                <a:lnTo>
                  <a:pt x="250439" y="219041"/>
                </a:lnTo>
                <a:lnTo>
                  <a:pt x="247292" y="225327"/>
                </a:lnTo>
                <a:lnTo>
                  <a:pt x="239236" y="236920"/>
                </a:lnTo>
                <a:lnTo>
                  <a:pt x="234326" y="242227"/>
                </a:lnTo>
                <a:lnTo>
                  <a:pt x="233411" y="242618"/>
                </a:lnTo>
                <a:lnTo>
                  <a:pt x="232678" y="242749"/>
                </a:lnTo>
                <a:lnTo>
                  <a:pt x="231422" y="242458"/>
                </a:lnTo>
                <a:lnTo>
                  <a:pt x="230147" y="241584"/>
                </a:lnTo>
                <a:lnTo>
                  <a:pt x="229212" y="240429"/>
                </a:lnTo>
                <a:lnTo>
                  <a:pt x="228901" y="239213"/>
                </a:lnTo>
                <a:close/>
                <a:moveTo>
                  <a:pt x="384075" y="198547"/>
                </a:moveTo>
                <a:lnTo>
                  <a:pt x="376513" y="198142"/>
                </a:lnTo>
                <a:lnTo>
                  <a:pt x="363278" y="194902"/>
                </a:lnTo>
                <a:lnTo>
                  <a:pt x="352559" y="188423"/>
                </a:lnTo>
                <a:lnTo>
                  <a:pt x="344356" y="178703"/>
                </a:lnTo>
                <a:lnTo>
                  <a:pt x="341199" y="172629"/>
                </a:lnTo>
                <a:lnTo>
                  <a:pt x="338533" y="165985"/>
                </a:lnTo>
                <a:lnTo>
                  <a:pt x="334269" y="151775"/>
                </a:lnTo>
                <a:lnTo>
                  <a:pt x="331426" y="136335"/>
                </a:lnTo>
                <a:lnTo>
                  <a:pt x="330005" y="119664"/>
                </a:lnTo>
                <a:lnTo>
                  <a:pt x="329827" y="110867"/>
                </a:lnTo>
                <a:lnTo>
                  <a:pt x="330081" y="99861"/>
                </a:lnTo>
                <a:lnTo>
                  <a:pt x="332110" y="78845"/>
                </a:lnTo>
                <a:lnTo>
                  <a:pt x="333886" y="68834"/>
                </a:lnTo>
                <a:lnTo>
                  <a:pt x="336435" y="59344"/>
                </a:lnTo>
                <a:lnTo>
                  <a:pt x="344532" y="42607"/>
                </a:lnTo>
                <a:lnTo>
                  <a:pt x="350080" y="35362"/>
                </a:lnTo>
                <a:lnTo>
                  <a:pt x="353265" y="32131"/>
                </a:lnTo>
                <a:lnTo>
                  <a:pt x="360549" y="26962"/>
                </a:lnTo>
                <a:lnTo>
                  <a:pt x="369047" y="23517"/>
                </a:lnTo>
                <a:lnTo>
                  <a:pt x="378762" y="21794"/>
                </a:lnTo>
                <a:lnTo>
                  <a:pt x="384075" y="21579"/>
                </a:lnTo>
                <a:lnTo>
                  <a:pt x="392167" y="22099"/>
                </a:lnTo>
                <a:lnTo>
                  <a:pt x="406030" y="26258"/>
                </a:lnTo>
                <a:lnTo>
                  <a:pt x="411802" y="29897"/>
                </a:lnTo>
                <a:lnTo>
                  <a:pt x="416885" y="34339"/>
                </a:lnTo>
                <a:lnTo>
                  <a:pt x="425122" y="45048"/>
                </a:lnTo>
                <a:lnTo>
                  <a:pt x="428277" y="51314"/>
                </a:lnTo>
                <a:lnTo>
                  <a:pt x="430884" y="57985"/>
                </a:lnTo>
                <a:lnTo>
                  <a:pt x="434741" y="72049"/>
                </a:lnTo>
                <a:lnTo>
                  <a:pt x="435992" y="79443"/>
                </a:lnTo>
                <a:lnTo>
                  <a:pt x="437559" y="94793"/>
                </a:lnTo>
                <a:lnTo>
                  <a:pt x="438082" y="110867"/>
                </a:lnTo>
                <a:lnTo>
                  <a:pt x="437825" y="121741"/>
                </a:lnTo>
                <a:lnTo>
                  <a:pt x="435776" y="142436"/>
                </a:lnTo>
                <a:lnTo>
                  <a:pt x="433983" y="152256"/>
                </a:lnTo>
                <a:lnTo>
                  <a:pt x="431461" y="161538"/>
                </a:lnTo>
                <a:lnTo>
                  <a:pt x="423465" y="177933"/>
                </a:lnTo>
                <a:lnTo>
                  <a:pt x="417990" y="185045"/>
                </a:lnTo>
                <a:lnTo>
                  <a:pt x="414849" y="188210"/>
                </a:lnTo>
                <a:lnTo>
                  <a:pt x="407626" y="193273"/>
                </a:lnTo>
                <a:lnTo>
                  <a:pt x="399147" y="196648"/>
                </a:lnTo>
                <a:lnTo>
                  <a:pt x="389413" y="198336"/>
                </a:lnTo>
                <a:lnTo>
                  <a:pt x="384075" y="198547"/>
                </a:lnTo>
                <a:close/>
                <a:moveTo>
                  <a:pt x="384075" y="191877"/>
                </a:moveTo>
                <a:lnTo>
                  <a:pt x="387537" y="191648"/>
                </a:lnTo>
                <a:lnTo>
                  <a:pt x="393781" y="189814"/>
                </a:lnTo>
                <a:lnTo>
                  <a:pt x="399115" y="186147"/>
                </a:lnTo>
                <a:lnTo>
                  <a:pt x="403541" y="180647"/>
                </a:lnTo>
                <a:lnTo>
                  <a:pt x="405412" y="177210"/>
                </a:lnTo>
                <a:lnTo>
                  <a:pt x="408592" y="169660"/>
                </a:lnTo>
                <a:lnTo>
                  <a:pt x="412932" y="153386"/>
                </a:lnTo>
                <a:lnTo>
                  <a:pt x="414092" y="144661"/>
                </a:lnTo>
                <a:lnTo>
                  <a:pt x="415327" y="126257"/>
                </a:lnTo>
                <a:lnTo>
                  <a:pt x="415739" y="106728"/>
                </a:lnTo>
                <a:lnTo>
                  <a:pt x="415327" y="88153"/>
                </a:lnTo>
                <a:lnTo>
                  <a:pt x="414092" y="71085"/>
                </a:lnTo>
                <a:lnTo>
                  <a:pt x="412934" y="63103"/>
                </a:lnTo>
                <a:lnTo>
                  <a:pt x="408614" y="48316"/>
                </a:lnTo>
                <a:lnTo>
                  <a:pt x="405452" y="41510"/>
                </a:lnTo>
                <a:lnTo>
                  <a:pt x="403598" y="38402"/>
                </a:lnTo>
                <a:lnTo>
                  <a:pt x="399188" y="33429"/>
                </a:lnTo>
                <a:lnTo>
                  <a:pt x="393843" y="30114"/>
                </a:lnTo>
                <a:lnTo>
                  <a:pt x="387564" y="28456"/>
                </a:lnTo>
                <a:lnTo>
                  <a:pt x="384075" y="28249"/>
                </a:lnTo>
                <a:lnTo>
                  <a:pt x="380556" y="28457"/>
                </a:lnTo>
                <a:lnTo>
                  <a:pt x="374222" y="30125"/>
                </a:lnTo>
                <a:lnTo>
                  <a:pt x="368827" y="33460"/>
                </a:lnTo>
                <a:lnTo>
                  <a:pt x="364372" y="38463"/>
                </a:lnTo>
                <a:lnTo>
                  <a:pt x="362496" y="41590"/>
                </a:lnTo>
                <a:lnTo>
                  <a:pt x="359317" y="48426"/>
                </a:lnTo>
                <a:lnTo>
                  <a:pt x="354977" y="63214"/>
                </a:lnTo>
                <a:lnTo>
                  <a:pt x="353817" y="71165"/>
                </a:lnTo>
                <a:lnTo>
                  <a:pt x="352581" y="88173"/>
                </a:lnTo>
                <a:lnTo>
                  <a:pt x="352169" y="106728"/>
                </a:lnTo>
                <a:lnTo>
                  <a:pt x="352340" y="120631"/>
                </a:lnTo>
                <a:lnTo>
                  <a:pt x="352852" y="133731"/>
                </a:lnTo>
                <a:lnTo>
                  <a:pt x="354148" y="146630"/>
                </a:lnTo>
                <a:lnTo>
                  <a:pt x="356589" y="159931"/>
                </a:lnTo>
                <a:lnTo>
                  <a:pt x="358327" y="166415"/>
                </a:lnTo>
                <a:lnTo>
                  <a:pt x="363189" y="177787"/>
                </a:lnTo>
                <a:lnTo>
                  <a:pt x="366314" y="182674"/>
                </a:lnTo>
                <a:lnTo>
                  <a:pt x="369940" y="186701"/>
                </a:lnTo>
                <a:lnTo>
                  <a:pt x="378821" y="191301"/>
                </a:lnTo>
                <a:lnTo>
                  <a:pt x="384075" y="191877"/>
                </a:lnTo>
                <a:close/>
                <a:moveTo>
                  <a:pt x="465085" y="257175"/>
                </a:moveTo>
                <a:lnTo>
                  <a:pt x="464083" y="257034"/>
                </a:lnTo>
                <a:lnTo>
                  <a:pt x="462938" y="255909"/>
                </a:lnTo>
                <a:lnTo>
                  <a:pt x="462795" y="254925"/>
                </a:lnTo>
                <a:lnTo>
                  <a:pt x="462925" y="253950"/>
                </a:lnTo>
                <a:lnTo>
                  <a:pt x="463317" y="253277"/>
                </a:lnTo>
                <a:lnTo>
                  <a:pt x="468640" y="247756"/>
                </a:lnTo>
                <a:lnTo>
                  <a:pt x="478257" y="235805"/>
                </a:lnTo>
                <a:lnTo>
                  <a:pt x="486499" y="222643"/>
                </a:lnTo>
                <a:lnTo>
                  <a:pt x="493368" y="208268"/>
                </a:lnTo>
                <a:lnTo>
                  <a:pt x="498863" y="192682"/>
                </a:lnTo>
                <a:lnTo>
                  <a:pt x="502985" y="175884"/>
                </a:lnTo>
                <a:lnTo>
                  <a:pt x="505732" y="157874"/>
                </a:lnTo>
                <a:lnTo>
                  <a:pt x="507106" y="138653"/>
                </a:lnTo>
                <a:lnTo>
                  <a:pt x="507278" y="128588"/>
                </a:lnTo>
                <a:lnTo>
                  <a:pt x="507108" y="118524"/>
                </a:lnTo>
                <a:lnTo>
                  <a:pt x="505749" y="99318"/>
                </a:lnTo>
                <a:lnTo>
                  <a:pt x="503032" y="81338"/>
                </a:lnTo>
                <a:lnTo>
                  <a:pt x="498956" y="64585"/>
                </a:lnTo>
                <a:lnTo>
                  <a:pt x="493521" y="49059"/>
                </a:lnTo>
                <a:lnTo>
                  <a:pt x="486727" y="34760"/>
                </a:lnTo>
                <a:lnTo>
                  <a:pt x="478575" y="21688"/>
                </a:lnTo>
                <a:lnTo>
                  <a:pt x="469064" y="9843"/>
                </a:lnTo>
                <a:lnTo>
                  <a:pt x="463799" y="4380"/>
                </a:lnTo>
                <a:lnTo>
                  <a:pt x="463046" y="3546"/>
                </a:lnTo>
                <a:lnTo>
                  <a:pt x="462795" y="2250"/>
                </a:lnTo>
                <a:lnTo>
                  <a:pt x="462965" y="1417"/>
                </a:lnTo>
                <a:lnTo>
                  <a:pt x="463478" y="683"/>
                </a:lnTo>
                <a:lnTo>
                  <a:pt x="464241" y="171"/>
                </a:lnTo>
                <a:lnTo>
                  <a:pt x="465085" y="0"/>
                </a:lnTo>
                <a:lnTo>
                  <a:pt x="467456" y="0"/>
                </a:lnTo>
                <a:lnTo>
                  <a:pt x="468149" y="121"/>
                </a:lnTo>
                <a:lnTo>
                  <a:pt x="468702" y="482"/>
                </a:lnTo>
                <a:lnTo>
                  <a:pt x="477557" y="8167"/>
                </a:lnTo>
                <a:lnTo>
                  <a:pt x="492947" y="25888"/>
                </a:lnTo>
                <a:lnTo>
                  <a:pt x="499482" y="35924"/>
                </a:lnTo>
                <a:lnTo>
                  <a:pt x="505218" y="46508"/>
                </a:lnTo>
                <a:lnTo>
                  <a:pt x="514219" y="68729"/>
                </a:lnTo>
                <a:lnTo>
                  <a:pt x="517484" y="80367"/>
                </a:lnTo>
                <a:lnTo>
                  <a:pt x="519998" y="92226"/>
                </a:lnTo>
                <a:lnTo>
                  <a:pt x="522871" y="116336"/>
                </a:lnTo>
                <a:lnTo>
                  <a:pt x="523231" y="128588"/>
                </a:lnTo>
                <a:lnTo>
                  <a:pt x="523037" y="137654"/>
                </a:lnTo>
                <a:lnTo>
                  <a:pt x="521490" y="155576"/>
                </a:lnTo>
                <a:lnTo>
                  <a:pt x="520137" y="164431"/>
                </a:lnTo>
                <a:lnTo>
                  <a:pt x="518363" y="173219"/>
                </a:lnTo>
                <a:lnTo>
                  <a:pt x="513461" y="190598"/>
                </a:lnTo>
                <a:lnTo>
                  <a:pt x="510332" y="199190"/>
                </a:lnTo>
                <a:lnTo>
                  <a:pt x="506753" y="207603"/>
                </a:lnTo>
                <a:lnTo>
                  <a:pt x="498254" y="223436"/>
                </a:lnTo>
                <a:lnTo>
                  <a:pt x="493334" y="230855"/>
                </a:lnTo>
                <a:lnTo>
                  <a:pt x="487937" y="237910"/>
                </a:lnTo>
                <a:lnTo>
                  <a:pt x="475621" y="250828"/>
                </a:lnTo>
                <a:lnTo>
                  <a:pt x="468702" y="256693"/>
                </a:lnTo>
                <a:lnTo>
                  <a:pt x="468149" y="257054"/>
                </a:lnTo>
                <a:lnTo>
                  <a:pt x="467456" y="257175"/>
                </a:lnTo>
                <a:lnTo>
                  <a:pt x="465085" y="257175"/>
                </a:lnTo>
                <a:close/>
              </a:path>
            </a:pathLst>
          </a:custGeom>
          <a:solidFill xmlns:a="http://schemas.openxmlformats.org/drawingml/2006/main">
            <a:srgbClr val="2B3540"/>
          </a:solidFill>
          <a:ln xmlns:a="http://schemas.openxmlformats.org/drawingml/2006/main" w="0">
            <a:noFill/>
          </a:ln>
        </p:spPr>
      </p:sp>
      <p:sp>
        <p:nvSpPr>
          <p:cNvPr id="496" name="state-label-2">
            <a:extLst xmlns:a="http://schemas.openxmlformats.org/drawingml/2006/main">
              <a:ext uri="{FF2B5EF4-FFF2-40B4-BE49-F238E27FC236}">
                <a16:creationId xmlns:a16="http://schemas.microsoft.com/office/drawing/2014/main" id="{46647E91-3FA4-4855-9BAB-4D0453617CF5}"/>
              </a:ext>
            </a:extLst>
          </p:cNvPr>
          <p:cNvSpPr>
            <a:spLocks xmlns:a="http://schemas.openxmlformats.org/drawingml/2006/main" noGrp="1"/>
          </p:cNvSpPr>
          <p:nvPr/>
        </p:nvSpPr>
        <p:spPr>
          <a:xfrm xmlns:a="http://schemas.openxmlformats.org/drawingml/2006/main">
            <a:off x="8229600" y="8134350"/>
            <a:ext cx="10477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0">
                <a:solidFill>
                  <a:srgbClr val="AE756B"/>
                </a:solidFill>
                <a:latin typeface="Times New Roman"/>
                <a:ea typeface="Times New Roman"/>
                <a:cs typeface="Times New Roman"/>
              </a:defRPr>
            </a:pPr>
            <a:r>
              <a:rPr sz="1650" b="0" i="0">
                <a:solidFill>
                  <a:srgbClr val="AE756B"/>
                </a:solidFill>
                <a:latin typeface="Times New Roman"/>
                <a:ea typeface="Times New Roman"/>
                <a:cs typeface="Times New Roman"/>
              </a:rPr>
              <a:t>Harm</a:t>
            </a:r>
          </a:p>
        </p:txBody>
      </p:sp>
      <p:sp>
        <p:nvSpPr>
          <p:cNvPr id="497" name="training-outcome-3">
            <a:extLst xmlns:a="http://schemas.openxmlformats.org/drawingml/2006/main">
              <a:ext uri="{FF2B5EF4-FFF2-40B4-BE49-F238E27FC236}">
                <a16:creationId xmlns:a16="http://schemas.microsoft.com/office/drawing/2014/main" id="{D8941D10-6F98-461F-8BCA-CE5AE356CBA1}"/>
              </a:ext>
            </a:extLst>
          </p:cNvPr>
          <p:cNvSpPr>
            <a:spLocks xmlns:a="http://schemas.openxmlformats.org/drawingml/2006/main" noGrp="1"/>
          </p:cNvSpPr>
          <p:nvPr/>
        </p:nvSpPr>
        <p:spPr>
          <a:xfrm xmlns:a="http://schemas.openxmlformats.org/drawingml/2006/main">
            <a:off x="9477375" y="7848600"/>
            <a:ext cx="1162050" cy="581025"/>
          </a:xfrm>
          <a:prstGeom xmlns:a="http://schemas.openxmlformats.org/drawingml/2006/main" prst="roundRect">
            <a:avLst>
              <a:gd name="adj" fmla="val 6557"/>
            </a:avLst>
          </a:prstGeom>
          <a:solidFill xmlns:a="http://schemas.openxmlformats.org/drawingml/2006/main">
            <a:srgbClr val="F0F2F4"/>
          </a:solidFill>
          <a:ln xmlns:a="http://schemas.openxmlformats.org/drawingml/2006/main" w="10478">
            <a:solidFill>
              <a:srgbClr val="CAD1D6"/>
            </a:solidFill>
          </a:ln>
        </p:spPr>
      </p:sp>
      <p:sp>
        <p:nvSpPr>
          <p:cNvPr id="498" name="correctness-pair-3-math-0 (0,0)">
            <a:extLst xmlns:a="http://schemas.openxmlformats.org/drawingml/2006/main">
              <a:ext uri="{FF2B5EF4-FFF2-40B4-BE49-F238E27FC236}">
                <a16:creationId xmlns:a16="http://schemas.microsoft.com/office/drawing/2014/main" id="{ED7B3EC5-2027-4604-BCE3-57F8C99B47D4}"/>
              </a:ext>
            </a:extLst>
          </p:cNvPr>
          <p:cNvSpPr>
            <a:spLocks xmlns:a="http://schemas.openxmlformats.org/drawingml/2006/main" noGrp="1"/>
          </p:cNvSpPr>
          <p:nvPr/>
        </p:nvSpPr>
        <p:spPr>
          <a:xfrm xmlns:a="http://schemas.openxmlformats.org/drawingml/2006/main">
            <a:off x="9796644" y="7895558"/>
            <a:ext cx="523231" cy="257175"/>
          </a:xfrm>
          <a:custGeom xmlns:a="http://schemas.openxmlformats.org/drawingml/2006/main">
            <a:pathLst>
              <a:path w="523231" h="257175">
                <a:moveTo>
                  <a:pt x="54730" y="256693"/>
                </a:moveTo>
                <a:lnTo>
                  <a:pt x="47824" y="250821"/>
                </a:lnTo>
                <a:lnTo>
                  <a:pt x="35487" y="237842"/>
                </a:lnTo>
                <a:lnTo>
                  <a:pt x="30057" y="230734"/>
                </a:lnTo>
                <a:lnTo>
                  <a:pt x="25125" y="223298"/>
                </a:lnTo>
                <a:lnTo>
                  <a:pt x="16646" y="207686"/>
                </a:lnTo>
                <a:lnTo>
                  <a:pt x="13100" y="199511"/>
                </a:lnTo>
                <a:lnTo>
                  <a:pt x="10013" y="191138"/>
                </a:lnTo>
                <a:lnTo>
                  <a:pt x="5091" y="173819"/>
                </a:lnTo>
                <a:lnTo>
                  <a:pt x="3255" y="164873"/>
                </a:lnTo>
                <a:lnTo>
                  <a:pt x="1831" y="155824"/>
                </a:lnTo>
                <a:lnTo>
                  <a:pt x="204" y="137681"/>
                </a:lnTo>
                <a:lnTo>
                  <a:pt x="0" y="128588"/>
                </a:lnTo>
                <a:lnTo>
                  <a:pt x="204" y="119388"/>
                </a:lnTo>
                <a:lnTo>
                  <a:pt x="1831" y="101125"/>
                </a:lnTo>
                <a:lnTo>
                  <a:pt x="3255" y="92061"/>
                </a:lnTo>
                <a:lnTo>
                  <a:pt x="5098" y="83105"/>
                </a:lnTo>
                <a:lnTo>
                  <a:pt x="10081" y="65705"/>
                </a:lnTo>
                <a:lnTo>
                  <a:pt x="13220" y="57262"/>
                </a:lnTo>
                <a:lnTo>
                  <a:pt x="16824" y="49039"/>
                </a:lnTo>
                <a:lnTo>
                  <a:pt x="25404" y="33408"/>
                </a:lnTo>
                <a:lnTo>
                  <a:pt x="30379" y="25999"/>
                </a:lnTo>
                <a:lnTo>
                  <a:pt x="35819" y="18934"/>
                </a:lnTo>
                <a:lnTo>
                  <a:pt x="47994" y="6176"/>
                </a:lnTo>
                <a:lnTo>
                  <a:pt x="54730" y="482"/>
                </a:lnTo>
                <a:lnTo>
                  <a:pt x="55052" y="121"/>
                </a:lnTo>
                <a:lnTo>
                  <a:pt x="56016" y="0"/>
                </a:lnTo>
                <a:lnTo>
                  <a:pt x="58387" y="0"/>
                </a:lnTo>
                <a:lnTo>
                  <a:pt x="59110" y="171"/>
                </a:lnTo>
                <a:lnTo>
                  <a:pt x="59753" y="683"/>
                </a:lnTo>
                <a:lnTo>
                  <a:pt x="60235" y="1417"/>
                </a:lnTo>
                <a:lnTo>
                  <a:pt x="60396" y="2250"/>
                </a:lnTo>
                <a:lnTo>
                  <a:pt x="60275" y="3225"/>
                </a:lnTo>
                <a:lnTo>
                  <a:pt x="59914" y="3898"/>
                </a:lnTo>
                <a:lnTo>
                  <a:pt x="53889" y="10156"/>
                </a:lnTo>
                <a:lnTo>
                  <a:pt x="43421" y="23337"/>
                </a:lnTo>
                <a:lnTo>
                  <a:pt x="38978" y="30258"/>
                </a:lnTo>
                <a:lnTo>
                  <a:pt x="35002" y="37406"/>
                </a:lnTo>
                <a:lnTo>
                  <a:pt x="28272" y="52394"/>
                </a:lnTo>
                <a:lnTo>
                  <a:pt x="25517" y="60235"/>
                </a:lnTo>
                <a:lnTo>
                  <a:pt x="23161" y="68244"/>
                </a:lnTo>
                <a:lnTo>
                  <a:pt x="19504" y="84700"/>
                </a:lnTo>
                <a:lnTo>
                  <a:pt x="18203" y="93146"/>
                </a:lnTo>
                <a:lnTo>
                  <a:pt x="16515" y="110505"/>
                </a:lnTo>
                <a:lnTo>
                  <a:pt x="15953" y="128588"/>
                </a:lnTo>
                <a:lnTo>
                  <a:pt x="16123" y="138651"/>
                </a:lnTo>
                <a:lnTo>
                  <a:pt x="17489" y="157857"/>
                </a:lnTo>
                <a:lnTo>
                  <a:pt x="20218" y="175837"/>
                </a:lnTo>
                <a:lnTo>
                  <a:pt x="24313" y="192590"/>
                </a:lnTo>
                <a:lnTo>
                  <a:pt x="29773" y="208116"/>
                </a:lnTo>
                <a:lnTo>
                  <a:pt x="36598" y="222415"/>
                </a:lnTo>
                <a:lnTo>
                  <a:pt x="44788" y="235487"/>
                </a:lnTo>
                <a:lnTo>
                  <a:pt x="54343" y="247332"/>
                </a:lnTo>
                <a:lnTo>
                  <a:pt x="59632" y="252795"/>
                </a:lnTo>
                <a:lnTo>
                  <a:pt x="60205" y="253689"/>
                </a:lnTo>
                <a:lnTo>
                  <a:pt x="60396" y="254925"/>
                </a:lnTo>
                <a:lnTo>
                  <a:pt x="60225" y="255578"/>
                </a:lnTo>
                <a:lnTo>
                  <a:pt x="59713" y="256331"/>
                </a:lnTo>
                <a:lnTo>
                  <a:pt x="59040" y="256964"/>
                </a:lnTo>
                <a:lnTo>
                  <a:pt x="58387" y="257175"/>
                </a:lnTo>
                <a:lnTo>
                  <a:pt x="56016" y="257175"/>
                </a:lnTo>
                <a:lnTo>
                  <a:pt x="55052" y="257054"/>
                </a:lnTo>
                <a:lnTo>
                  <a:pt x="54730" y="256693"/>
                </a:lnTo>
                <a:close/>
                <a:moveTo>
                  <a:pt x="139131" y="198547"/>
                </a:moveTo>
                <a:lnTo>
                  <a:pt x="131569" y="198142"/>
                </a:lnTo>
                <a:lnTo>
                  <a:pt x="118334" y="194902"/>
                </a:lnTo>
                <a:lnTo>
                  <a:pt x="107615" y="188423"/>
                </a:lnTo>
                <a:lnTo>
                  <a:pt x="99412" y="178703"/>
                </a:lnTo>
                <a:lnTo>
                  <a:pt x="96255" y="172629"/>
                </a:lnTo>
                <a:lnTo>
                  <a:pt x="93589" y="165985"/>
                </a:lnTo>
                <a:lnTo>
                  <a:pt x="89325" y="151775"/>
                </a:lnTo>
                <a:lnTo>
                  <a:pt x="86482" y="136335"/>
                </a:lnTo>
                <a:lnTo>
                  <a:pt x="85061" y="119664"/>
                </a:lnTo>
                <a:lnTo>
                  <a:pt x="84883" y="110867"/>
                </a:lnTo>
                <a:lnTo>
                  <a:pt x="85136" y="99861"/>
                </a:lnTo>
                <a:lnTo>
                  <a:pt x="87166" y="78845"/>
                </a:lnTo>
                <a:lnTo>
                  <a:pt x="88941" y="68834"/>
                </a:lnTo>
                <a:lnTo>
                  <a:pt x="91490" y="59344"/>
                </a:lnTo>
                <a:lnTo>
                  <a:pt x="99588" y="42607"/>
                </a:lnTo>
                <a:lnTo>
                  <a:pt x="105135" y="35362"/>
                </a:lnTo>
                <a:lnTo>
                  <a:pt x="108321" y="32131"/>
                </a:lnTo>
                <a:lnTo>
                  <a:pt x="115604" y="26962"/>
                </a:lnTo>
                <a:lnTo>
                  <a:pt x="124103" y="23517"/>
                </a:lnTo>
                <a:lnTo>
                  <a:pt x="133818" y="21794"/>
                </a:lnTo>
                <a:lnTo>
                  <a:pt x="139131" y="21579"/>
                </a:lnTo>
                <a:lnTo>
                  <a:pt x="147223" y="22099"/>
                </a:lnTo>
                <a:lnTo>
                  <a:pt x="161086" y="26258"/>
                </a:lnTo>
                <a:lnTo>
                  <a:pt x="166857" y="29897"/>
                </a:lnTo>
                <a:lnTo>
                  <a:pt x="171941" y="34339"/>
                </a:lnTo>
                <a:lnTo>
                  <a:pt x="180178" y="45048"/>
                </a:lnTo>
                <a:lnTo>
                  <a:pt x="183333" y="51314"/>
                </a:lnTo>
                <a:lnTo>
                  <a:pt x="185939" y="57985"/>
                </a:lnTo>
                <a:lnTo>
                  <a:pt x="189797" y="72049"/>
                </a:lnTo>
                <a:lnTo>
                  <a:pt x="191048" y="79443"/>
                </a:lnTo>
                <a:lnTo>
                  <a:pt x="192615" y="94793"/>
                </a:lnTo>
                <a:lnTo>
                  <a:pt x="193138" y="110867"/>
                </a:lnTo>
                <a:lnTo>
                  <a:pt x="192881" y="121741"/>
                </a:lnTo>
                <a:lnTo>
                  <a:pt x="190832" y="142436"/>
                </a:lnTo>
                <a:lnTo>
                  <a:pt x="189039" y="152256"/>
                </a:lnTo>
                <a:lnTo>
                  <a:pt x="186517" y="161538"/>
                </a:lnTo>
                <a:lnTo>
                  <a:pt x="178521" y="177933"/>
                </a:lnTo>
                <a:lnTo>
                  <a:pt x="173046" y="185045"/>
                </a:lnTo>
                <a:lnTo>
                  <a:pt x="169905" y="188210"/>
                </a:lnTo>
                <a:lnTo>
                  <a:pt x="162682" y="193273"/>
                </a:lnTo>
                <a:lnTo>
                  <a:pt x="154203" y="196648"/>
                </a:lnTo>
                <a:lnTo>
                  <a:pt x="144469" y="198336"/>
                </a:lnTo>
                <a:lnTo>
                  <a:pt x="139131" y="198547"/>
                </a:lnTo>
                <a:close/>
                <a:moveTo>
                  <a:pt x="139131" y="191877"/>
                </a:moveTo>
                <a:lnTo>
                  <a:pt x="142593" y="191648"/>
                </a:lnTo>
                <a:lnTo>
                  <a:pt x="148837" y="189814"/>
                </a:lnTo>
                <a:lnTo>
                  <a:pt x="154171" y="186147"/>
                </a:lnTo>
                <a:lnTo>
                  <a:pt x="158597" y="180647"/>
                </a:lnTo>
                <a:lnTo>
                  <a:pt x="160468" y="177210"/>
                </a:lnTo>
                <a:lnTo>
                  <a:pt x="163648" y="169660"/>
                </a:lnTo>
                <a:lnTo>
                  <a:pt x="167988" y="153386"/>
                </a:lnTo>
                <a:lnTo>
                  <a:pt x="169148" y="144661"/>
                </a:lnTo>
                <a:lnTo>
                  <a:pt x="170383" y="126257"/>
                </a:lnTo>
                <a:lnTo>
                  <a:pt x="170795" y="106728"/>
                </a:lnTo>
                <a:lnTo>
                  <a:pt x="170383" y="88153"/>
                </a:lnTo>
                <a:lnTo>
                  <a:pt x="169148" y="71085"/>
                </a:lnTo>
                <a:lnTo>
                  <a:pt x="167990" y="63103"/>
                </a:lnTo>
                <a:lnTo>
                  <a:pt x="163670" y="48316"/>
                </a:lnTo>
                <a:lnTo>
                  <a:pt x="160508" y="41510"/>
                </a:lnTo>
                <a:lnTo>
                  <a:pt x="158654" y="38402"/>
                </a:lnTo>
                <a:lnTo>
                  <a:pt x="154243" y="33429"/>
                </a:lnTo>
                <a:lnTo>
                  <a:pt x="148899" y="30114"/>
                </a:lnTo>
                <a:lnTo>
                  <a:pt x="142620" y="28456"/>
                </a:lnTo>
                <a:lnTo>
                  <a:pt x="139131" y="28249"/>
                </a:lnTo>
                <a:lnTo>
                  <a:pt x="135612" y="28457"/>
                </a:lnTo>
                <a:lnTo>
                  <a:pt x="129278" y="30125"/>
                </a:lnTo>
                <a:lnTo>
                  <a:pt x="123883" y="33460"/>
                </a:lnTo>
                <a:lnTo>
                  <a:pt x="119428" y="38463"/>
                </a:lnTo>
                <a:lnTo>
                  <a:pt x="117552" y="41590"/>
                </a:lnTo>
                <a:lnTo>
                  <a:pt x="114373" y="48426"/>
                </a:lnTo>
                <a:lnTo>
                  <a:pt x="110033" y="63214"/>
                </a:lnTo>
                <a:lnTo>
                  <a:pt x="108872" y="71165"/>
                </a:lnTo>
                <a:lnTo>
                  <a:pt x="107637" y="88173"/>
                </a:lnTo>
                <a:lnTo>
                  <a:pt x="107225" y="106728"/>
                </a:lnTo>
                <a:lnTo>
                  <a:pt x="107396" y="120631"/>
                </a:lnTo>
                <a:lnTo>
                  <a:pt x="107908" y="133731"/>
                </a:lnTo>
                <a:lnTo>
                  <a:pt x="109204" y="146630"/>
                </a:lnTo>
                <a:lnTo>
                  <a:pt x="111645" y="159931"/>
                </a:lnTo>
                <a:lnTo>
                  <a:pt x="113383" y="166415"/>
                </a:lnTo>
                <a:lnTo>
                  <a:pt x="118245" y="177787"/>
                </a:lnTo>
                <a:lnTo>
                  <a:pt x="121369" y="182674"/>
                </a:lnTo>
                <a:lnTo>
                  <a:pt x="124996" y="186701"/>
                </a:lnTo>
                <a:lnTo>
                  <a:pt x="133877" y="191301"/>
                </a:lnTo>
                <a:lnTo>
                  <a:pt x="139131" y="191877"/>
                </a:lnTo>
                <a:close/>
                <a:moveTo>
                  <a:pt x="228901" y="239213"/>
                </a:moveTo>
                <a:lnTo>
                  <a:pt x="229152" y="238118"/>
                </a:lnTo>
                <a:lnTo>
                  <a:pt x="229905" y="237083"/>
                </a:lnTo>
                <a:lnTo>
                  <a:pt x="234306" y="232449"/>
                </a:lnTo>
                <a:lnTo>
                  <a:pt x="241539" y="222142"/>
                </a:lnTo>
                <a:lnTo>
                  <a:pt x="244371" y="216469"/>
                </a:lnTo>
                <a:lnTo>
                  <a:pt x="246622" y="210562"/>
                </a:lnTo>
                <a:lnTo>
                  <a:pt x="249193" y="198266"/>
                </a:lnTo>
                <a:lnTo>
                  <a:pt x="249515" y="191877"/>
                </a:lnTo>
                <a:lnTo>
                  <a:pt x="249515" y="188742"/>
                </a:lnTo>
                <a:lnTo>
                  <a:pt x="247320" y="190553"/>
                </a:lnTo>
                <a:lnTo>
                  <a:pt x="242176" y="192623"/>
                </a:lnTo>
                <a:lnTo>
                  <a:pt x="239228" y="192881"/>
                </a:lnTo>
                <a:lnTo>
                  <a:pt x="236385" y="192623"/>
                </a:lnTo>
                <a:lnTo>
                  <a:pt x="231362" y="190553"/>
                </a:lnTo>
                <a:lnTo>
                  <a:pt x="229182" y="188742"/>
                </a:lnTo>
                <a:lnTo>
                  <a:pt x="227371" y="186562"/>
                </a:lnTo>
                <a:lnTo>
                  <a:pt x="225302" y="181539"/>
                </a:lnTo>
                <a:lnTo>
                  <a:pt x="225043" y="178697"/>
                </a:lnTo>
                <a:lnTo>
                  <a:pt x="225302" y="175808"/>
                </a:lnTo>
                <a:lnTo>
                  <a:pt x="227371" y="170785"/>
                </a:lnTo>
                <a:lnTo>
                  <a:pt x="229182" y="168650"/>
                </a:lnTo>
                <a:lnTo>
                  <a:pt x="231362" y="166892"/>
                </a:lnTo>
                <a:lnTo>
                  <a:pt x="236385" y="164883"/>
                </a:lnTo>
                <a:lnTo>
                  <a:pt x="239228" y="164632"/>
                </a:lnTo>
                <a:lnTo>
                  <a:pt x="243480" y="165162"/>
                </a:lnTo>
                <a:lnTo>
                  <a:pt x="250010" y="169401"/>
                </a:lnTo>
                <a:lnTo>
                  <a:pt x="252288" y="173111"/>
                </a:lnTo>
                <a:lnTo>
                  <a:pt x="253993" y="177463"/>
                </a:lnTo>
                <a:lnTo>
                  <a:pt x="255942" y="186846"/>
                </a:lnTo>
                <a:lnTo>
                  <a:pt x="256186" y="191877"/>
                </a:lnTo>
                <a:lnTo>
                  <a:pt x="255826" y="198939"/>
                </a:lnTo>
                <a:lnTo>
                  <a:pt x="252953" y="212521"/>
                </a:lnTo>
                <a:lnTo>
                  <a:pt x="250439" y="219041"/>
                </a:lnTo>
                <a:lnTo>
                  <a:pt x="247292" y="225327"/>
                </a:lnTo>
                <a:lnTo>
                  <a:pt x="239236" y="236920"/>
                </a:lnTo>
                <a:lnTo>
                  <a:pt x="234326" y="242227"/>
                </a:lnTo>
                <a:lnTo>
                  <a:pt x="233411" y="242618"/>
                </a:lnTo>
                <a:lnTo>
                  <a:pt x="232678" y="242749"/>
                </a:lnTo>
                <a:lnTo>
                  <a:pt x="231422" y="242458"/>
                </a:lnTo>
                <a:lnTo>
                  <a:pt x="230147" y="241584"/>
                </a:lnTo>
                <a:lnTo>
                  <a:pt x="229212" y="240429"/>
                </a:lnTo>
                <a:lnTo>
                  <a:pt x="228901" y="239213"/>
                </a:lnTo>
                <a:close/>
                <a:moveTo>
                  <a:pt x="384075" y="198547"/>
                </a:moveTo>
                <a:lnTo>
                  <a:pt x="376513" y="198142"/>
                </a:lnTo>
                <a:lnTo>
                  <a:pt x="363278" y="194902"/>
                </a:lnTo>
                <a:lnTo>
                  <a:pt x="352559" y="188423"/>
                </a:lnTo>
                <a:lnTo>
                  <a:pt x="344356" y="178703"/>
                </a:lnTo>
                <a:lnTo>
                  <a:pt x="341199" y="172629"/>
                </a:lnTo>
                <a:lnTo>
                  <a:pt x="338533" y="165985"/>
                </a:lnTo>
                <a:lnTo>
                  <a:pt x="334269" y="151775"/>
                </a:lnTo>
                <a:lnTo>
                  <a:pt x="331426" y="136335"/>
                </a:lnTo>
                <a:lnTo>
                  <a:pt x="330005" y="119664"/>
                </a:lnTo>
                <a:lnTo>
                  <a:pt x="329827" y="110867"/>
                </a:lnTo>
                <a:lnTo>
                  <a:pt x="330081" y="99861"/>
                </a:lnTo>
                <a:lnTo>
                  <a:pt x="332110" y="78845"/>
                </a:lnTo>
                <a:lnTo>
                  <a:pt x="333886" y="68834"/>
                </a:lnTo>
                <a:lnTo>
                  <a:pt x="336435" y="59344"/>
                </a:lnTo>
                <a:lnTo>
                  <a:pt x="344532" y="42607"/>
                </a:lnTo>
                <a:lnTo>
                  <a:pt x="350080" y="35362"/>
                </a:lnTo>
                <a:lnTo>
                  <a:pt x="353265" y="32131"/>
                </a:lnTo>
                <a:lnTo>
                  <a:pt x="360549" y="26962"/>
                </a:lnTo>
                <a:lnTo>
                  <a:pt x="369047" y="23517"/>
                </a:lnTo>
                <a:lnTo>
                  <a:pt x="378762" y="21794"/>
                </a:lnTo>
                <a:lnTo>
                  <a:pt x="384075" y="21579"/>
                </a:lnTo>
                <a:lnTo>
                  <a:pt x="392167" y="22099"/>
                </a:lnTo>
                <a:lnTo>
                  <a:pt x="406030" y="26258"/>
                </a:lnTo>
                <a:lnTo>
                  <a:pt x="411802" y="29897"/>
                </a:lnTo>
                <a:lnTo>
                  <a:pt x="416885" y="34339"/>
                </a:lnTo>
                <a:lnTo>
                  <a:pt x="425122" y="45048"/>
                </a:lnTo>
                <a:lnTo>
                  <a:pt x="428277" y="51314"/>
                </a:lnTo>
                <a:lnTo>
                  <a:pt x="430884" y="57985"/>
                </a:lnTo>
                <a:lnTo>
                  <a:pt x="434741" y="72049"/>
                </a:lnTo>
                <a:lnTo>
                  <a:pt x="435992" y="79443"/>
                </a:lnTo>
                <a:lnTo>
                  <a:pt x="437559" y="94793"/>
                </a:lnTo>
                <a:lnTo>
                  <a:pt x="438082" y="110867"/>
                </a:lnTo>
                <a:lnTo>
                  <a:pt x="437825" y="121741"/>
                </a:lnTo>
                <a:lnTo>
                  <a:pt x="435776" y="142436"/>
                </a:lnTo>
                <a:lnTo>
                  <a:pt x="433983" y="152256"/>
                </a:lnTo>
                <a:lnTo>
                  <a:pt x="431461" y="161538"/>
                </a:lnTo>
                <a:lnTo>
                  <a:pt x="423465" y="177933"/>
                </a:lnTo>
                <a:lnTo>
                  <a:pt x="417990" y="185045"/>
                </a:lnTo>
                <a:lnTo>
                  <a:pt x="414849" y="188210"/>
                </a:lnTo>
                <a:lnTo>
                  <a:pt x="407626" y="193273"/>
                </a:lnTo>
                <a:lnTo>
                  <a:pt x="399147" y="196648"/>
                </a:lnTo>
                <a:lnTo>
                  <a:pt x="389413" y="198336"/>
                </a:lnTo>
                <a:lnTo>
                  <a:pt x="384075" y="198547"/>
                </a:lnTo>
                <a:close/>
                <a:moveTo>
                  <a:pt x="384075" y="191877"/>
                </a:moveTo>
                <a:lnTo>
                  <a:pt x="387537" y="191648"/>
                </a:lnTo>
                <a:lnTo>
                  <a:pt x="393781" y="189814"/>
                </a:lnTo>
                <a:lnTo>
                  <a:pt x="399115" y="186147"/>
                </a:lnTo>
                <a:lnTo>
                  <a:pt x="403541" y="180647"/>
                </a:lnTo>
                <a:lnTo>
                  <a:pt x="405412" y="177210"/>
                </a:lnTo>
                <a:lnTo>
                  <a:pt x="408592" y="169660"/>
                </a:lnTo>
                <a:lnTo>
                  <a:pt x="412932" y="153386"/>
                </a:lnTo>
                <a:lnTo>
                  <a:pt x="414092" y="144661"/>
                </a:lnTo>
                <a:lnTo>
                  <a:pt x="415327" y="126257"/>
                </a:lnTo>
                <a:lnTo>
                  <a:pt x="415739" y="106728"/>
                </a:lnTo>
                <a:lnTo>
                  <a:pt x="415327" y="88153"/>
                </a:lnTo>
                <a:lnTo>
                  <a:pt x="414092" y="71085"/>
                </a:lnTo>
                <a:lnTo>
                  <a:pt x="412934" y="63103"/>
                </a:lnTo>
                <a:lnTo>
                  <a:pt x="408614" y="48316"/>
                </a:lnTo>
                <a:lnTo>
                  <a:pt x="405452" y="41510"/>
                </a:lnTo>
                <a:lnTo>
                  <a:pt x="403598" y="38402"/>
                </a:lnTo>
                <a:lnTo>
                  <a:pt x="399188" y="33429"/>
                </a:lnTo>
                <a:lnTo>
                  <a:pt x="393843" y="30114"/>
                </a:lnTo>
                <a:lnTo>
                  <a:pt x="387564" y="28456"/>
                </a:lnTo>
                <a:lnTo>
                  <a:pt x="384075" y="28249"/>
                </a:lnTo>
                <a:lnTo>
                  <a:pt x="380556" y="28457"/>
                </a:lnTo>
                <a:lnTo>
                  <a:pt x="374222" y="30125"/>
                </a:lnTo>
                <a:lnTo>
                  <a:pt x="368827" y="33460"/>
                </a:lnTo>
                <a:lnTo>
                  <a:pt x="364372" y="38463"/>
                </a:lnTo>
                <a:lnTo>
                  <a:pt x="362496" y="41590"/>
                </a:lnTo>
                <a:lnTo>
                  <a:pt x="359317" y="48426"/>
                </a:lnTo>
                <a:lnTo>
                  <a:pt x="354977" y="63214"/>
                </a:lnTo>
                <a:lnTo>
                  <a:pt x="353817" y="71165"/>
                </a:lnTo>
                <a:lnTo>
                  <a:pt x="352581" y="88173"/>
                </a:lnTo>
                <a:lnTo>
                  <a:pt x="352169" y="106728"/>
                </a:lnTo>
                <a:lnTo>
                  <a:pt x="352340" y="120631"/>
                </a:lnTo>
                <a:lnTo>
                  <a:pt x="352852" y="133731"/>
                </a:lnTo>
                <a:lnTo>
                  <a:pt x="354148" y="146630"/>
                </a:lnTo>
                <a:lnTo>
                  <a:pt x="356589" y="159931"/>
                </a:lnTo>
                <a:lnTo>
                  <a:pt x="358327" y="166415"/>
                </a:lnTo>
                <a:lnTo>
                  <a:pt x="363189" y="177787"/>
                </a:lnTo>
                <a:lnTo>
                  <a:pt x="366314" y="182674"/>
                </a:lnTo>
                <a:lnTo>
                  <a:pt x="369940" y="186701"/>
                </a:lnTo>
                <a:lnTo>
                  <a:pt x="378821" y="191301"/>
                </a:lnTo>
                <a:lnTo>
                  <a:pt x="384075" y="191877"/>
                </a:lnTo>
                <a:close/>
                <a:moveTo>
                  <a:pt x="465085" y="257175"/>
                </a:moveTo>
                <a:lnTo>
                  <a:pt x="464083" y="257034"/>
                </a:lnTo>
                <a:lnTo>
                  <a:pt x="462938" y="255909"/>
                </a:lnTo>
                <a:lnTo>
                  <a:pt x="462795" y="254925"/>
                </a:lnTo>
                <a:lnTo>
                  <a:pt x="462925" y="253950"/>
                </a:lnTo>
                <a:lnTo>
                  <a:pt x="463317" y="253277"/>
                </a:lnTo>
                <a:lnTo>
                  <a:pt x="468640" y="247756"/>
                </a:lnTo>
                <a:lnTo>
                  <a:pt x="478257" y="235805"/>
                </a:lnTo>
                <a:lnTo>
                  <a:pt x="486499" y="222643"/>
                </a:lnTo>
                <a:lnTo>
                  <a:pt x="493368" y="208268"/>
                </a:lnTo>
                <a:lnTo>
                  <a:pt x="498863" y="192682"/>
                </a:lnTo>
                <a:lnTo>
                  <a:pt x="502985" y="175884"/>
                </a:lnTo>
                <a:lnTo>
                  <a:pt x="505732" y="157874"/>
                </a:lnTo>
                <a:lnTo>
                  <a:pt x="507106" y="138653"/>
                </a:lnTo>
                <a:lnTo>
                  <a:pt x="507278" y="128588"/>
                </a:lnTo>
                <a:lnTo>
                  <a:pt x="507108" y="118524"/>
                </a:lnTo>
                <a:lnTo>
                  <a:pt x="505749" y="99318"/>
                </a:lnTo>
                <a:lnTo>
                  <a:pt x="503032" y="81338"/>
                </a:lnTo>
                <a:lnTo>
                  <a:pt x="498956" y="64585"/>
                </a:lnTo>
                <a:lnTo>
                  <a:pt x="493521" y="49059"/>
                </a:lnTo>
                <a:lnTo>
                  <a:pt x="486727" y="34760"/>
                </a:lnTo>
                <a:lnTo>
                  <a:pt x="478575" y="21688"/>
                </a:lnTo>
                <a:lnTo>
                  <a:pt x="469064" y="9843"/>
                </a:lnTo>
                <a:lnTo>
                  <a:pt x="463799" y="4380"/>
                </a:lnTo>
                <a:lnTo>
                  <a:pt x="463046" y="3546"/>
                </a:lnTo>
                <a:lnTo>
                  <a:pt x="462795" y="2250"/>
                </a:lnTo>
                <a:lnTo>
                  <a:pt x="462965" y="1417"/>
                </a:lnTo>
                <a:lnTo>
                  <a:pt x="463478" y="683"/>
                </a:lnTo>
                <a:lnTo>
                  <a:pt x="464241" y="171"/>
                </a:lnTo>
                <a:lnTo>
                  <a:pt x="465085" y="0"/>
                </a:lnTo>
                <a:lnTo>
                  <a:pt x="467456" y="0"/>
                </a:lnTo>
                <a:lnTo>
                  <a:pt x="468149" y="121"/>
                </a:lnTo>
                <a:lnTo>
                  <a:pt x="468702" y="482"/>
                </a:lnTo>
                <a:lnTo>
                  <a:pt x="477557" y="8167"/>
                </a:lnTo>
                <a:lnTo>
                  <a:pt x="492947" y="25888"/>
                </a:lnTo>
                <a:lnTo>
                  <a:pt x="499482" y="35924"/>
                </a:lnTo>
                <a:lnTo>
                  <a:pt x="505218" y="46508"/>
                </a:lnTo>
                <a:lnTo>
                  <a:pt x="514219" y="68729"/>
                </a:lnTo>
                <a:lnTo>
                  <a:pt x="517484" y="80367"/>
                </a:lnTo>
                <a:lnTo>
                  <a:pt x="519998" y="92226"/>
                </a:lnTo>
                <a:lnTo>
                  <a:pt x="522871" y="116336"/>
                </a:lnTo>
                <a:lnTo>
                  <a:pt x="523231" y="128588"/>
                </a:lnTo>
                <a:lnTo>
                  <a:pt x="523037" y="137654"/>
                </a:lnTo>
                <a:lnTo>
                  <a:pt x="521490" y="155576"/>
                </a:lnTo>
                <a:lnTo>
                  <a:pt x="520137" y="164431"/>
                </a:lnTo>
                <a:lnTo>
                  <a:pt x="518363" y="173219"/>
                </a:lnTo>
                <a:lnTo>
                  <a:pt x="513461" y="190598"/>
                </a:lnTo>
                <a:lnTo>
                  <a:pt x="510332" y="199190"/>
                </a:lnTo>
                <a:lnTo>
                  <a:pt x="506753" y="207603"/>
                </a:lnTo>
                <a:lnTo>
                  <a:pt x="498254" y="223436"/>
                </a:lnTo>
                <a:lnTo>
                  <a:pt x="493334" y="230855"/>
                </a:lnTo>
                <a:lnTo>
                  <a:pt x="487937" y="237910"/>
                </a:lnTo>
                <a:lnTo>
                  <a:pt x="475621" y="250828"/>
                </a:lnTo>
                <a:lnTo>
                  <a:pt x="468702" y="256693"/>
                </a:lnTo>
                <a:lnTo>
                  <a:pt x="468149" y="257054"/>
                </a:lnTo>
                <a:lnTo>
                  <a:pt x="467456" y="257175"/>
                </a:lnTo>
                <a:lnTo>
                  <a:pt x="465085" y="257175"/>
                </a:lnTo>
                <a:close/>
              </a:path>
            </a:pathLst>
          </a:custGeom>
          <a:solidFill xmlns:a="http://schemas.openxmlformats.org/drawingml/2006/main">
            <a:srgbClr val="2B3540"/>
          </a:solidFill>
          <a:ln xmlns:a="http://schemas.openxmlformats.org/drawingml/2006/main" w="0">
            <a:noFill/>
          </a:ln>
        </p:spPr>
      </p:sp>
      <p:sp>
        <p:nvSpPr>
          <p:cNvPr id="499" name="state-label-3">
            <a:extLst xmlns:a="http://schemas.openxmlformats.org/drawingml/2006/main">
              <a:ext uri="{FF2B5EF4-FFF2-40B4-BE49-F238E27FC236}">
                <a16:creationId xmlns:a16="http://schemas.microsoft.com/office/drawing/2014/main" id="{7DFDE557-80B3-473D-9D9C-26D2A3704ADA}"/>
              </a:ext>
            </a:extLst>
          </p:cNvPr>
          <p:cNvSpPr>
            <a:spLocks xmlns:a="http://schemas.openxmlformats.org/drawingml/2006/main" noGrp="1"/>
          </p:cNvSpPr>
          <p:nvPr/>
        </p:nvSpPr>
        <p:spPr>
          <a:xfrm xmlns:a="http://schemas.openxmlformats.org/drawingml/2006/main">
            <a:off x="9534525" y="8134350"/>
            <a:ext cx="10477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0">
                <a:solidFill>
                  <a:srgbClr val="2B3540"/>
                </a:solidFill>
                <a:latin typeface="Times New Roman"/>
                <a:ea typeface="Times New Roman"/>
                <a:cs typeface="Times New Roman"/>
              </a:defRPr>
            </a:pPr>
            <a:r>
              <a:rPr sz="1650" b="0" i="0">
                <a:solidFill>
                  <a:srgbClr val="2B3540"/>
                </a:solidFill>
                <a:latin typeface="Times New Roman"/>
                <a:ea typeface="Times New Roman"/>
                <a:cs typeface="Times New Roman"/>
              </a:rPr>
              <a:t>Both wrong</a:t>
            </a:r>
          </a:p>
        </p:txBody>
      </p:sp>
      <p:sp>
        <p:nvSpPr>
          <p:cNvPr id="500" name="target-to-loss-1">
            <a:extLst xmlns:a="http://schemas.openxmlformats.org/drawingml/2006/main">
              <a:ext uri="{FF2B5EF4-FFF2-40B4-BE49-F238E27FC236}">
                <a16:creationId xmlns:a16="http://schemas.microsoft.com/office/drawing/2014/main" id="{4C106AB7-86FD-4613-A9AD-FF9B7C68ED68}"/>
              </a:ext>
            </a:extLst>
          </p:cNvPr>
          <p:cNvSpPr>
            <a:spLocks xmlns:a="http://schemas.openxmlformats.org/drawingml/2006/main" noGrp="1"/>
          </p:cNvSpPr>
          <p:nvPr/>
        </p:nvSpPr>
        <p:spPr>
          <a:xfrm xmlns:a="http://schemas.openxmlformats.org/drawingml/2006/main" flipV="0">
            <a:off x="10668000" y="8115300"/>
            <a:ext cx="2133600" cy="95"/>
          </a:xfrm>
          <a:prstGeom xmlns:a="http://schemas.openxmlformats.org/drawingml/2006/main" prst="line">
            <a:avLst/>
          </a:prstGeom>
          <a:noFill xmlns:a="http://schemas.openxmlformats.org/drawingml/2006/main"/>
          <a:ln xmlns:a="http://schemas.openxmlformats.org/drawingml/2006/main" w="21908">
            <a:solidFill>
              <a:srgbClr val="B79555"/>
            </a:solidFill>
            <a:prstDash val="dash"/>
          </a:ln>
        </p:spPr>
      </p:sp>
      <p:sp>
        <p:nvSpPr>
          <p:cNvPr id="501" name="target-to-loss-head">
            <a:extLst xmlns:a="http://schemas.openxmlformats.org/drawingml/2006/main">
              <a:ext uri="{FF2B5EF4-FFF2-40B4-BE49-F238E27FC236}">
                <a16:creationId xmlns:a16="http://schemas.microsoft.com/office/drawing/2014/main" id="{307FE4C3-7969-4BBE-B501-BC93A5AE77DE}"/>
              </a:ext>
            </a:extLst>
          </p:cNvPr>
          <p:cNvSpPr>
            <a:spLocks xmlns:a="http://schemas.openxmlformats.org/drawingml/2006/main" noGrp="1"/>
          </p:cNvSpPr>
          <p:nvPr/>
        </p:nvSpPr>
        <p:spPr>
          <a:xfrm xmlns:a="http://schemas.openxmlformats.org/drawingml/2006/main">
            <a:off x="12677775" y="8067675"/>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B79555"/>
          </a:solidFill>
          <a:ln xmlns:a="http://schemas.openxmlformats.org/drawingml/2006/main" w="15240">
            <a:noFill/>
          </a:ln>
        </p:spPr>
      </p:sp>
      <p:sp>
        <p:nvSpPr>
          <p:cNvPr id="502" name="training-target-label">
            <a:extLst xmlns:a="http://schemas.openxmlformats.org/drawingml/2006/main">
              <a:ext uri="{FF2B5EF4-FFF2-40B4-BE49-F238E27FC236}">
                <a16:creationId xmlns:a16="http://schemas.microsoft.com/office/drawing/2014/main" id="{DB3E5E15-34BB-4D0A-A457-DAEEC0941B26}"/>
              </a:ext>
            </a:extLst>
          </p:cNvPr>
          <p:cNvSpPr>
            <a:spLocks xmlns:a="http://schemas.openxmlformats.org/drawingml/2006/main" noGrp="1"/>
          </p:cNvSpPr>
          <p:nvPr/>
        </p:nvSpPr>
        <p:spPr>
          <a:xfrm xmlns:a="http://schemas.openxmlformats.org/drawingml/2006/main">
            <a:off x="10801350" y="7829550"/>
            <a:ext cx="1905000" cy="2952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i="0">
                <a:solidFill>
                  <a:srgbClr val="73808C"/>
                </a:solidFill>
                <a:latin typeface="Times New Roman"/>
                <a:ea typeface="Times New Roman"/>
                <a:cs typeface="Times New Roman"/>
              </a:defRPr>
            </a:pPr>
            <a:r>
              <a:rPr sz="1875" b="0" i="0">
                <a:solidFill>
                  <a:srgbClr val="73808C"/>
                </a:solidFill>
                <a:latin typeface="Times New Roman"/>
                <a:ea typeface="Times New Roman"/>
                <a:cs typeface="Times New Roman"/>
              </a:rPr>
              <a:t>Four-state label</a:t>
            </a:r>
          </a:p>
        </p:txBody>
      </p:sp>
      <p:sp>
        <p:nvSpPr>
          <p:cNvPr id="503" name="loss-gradient-shadow">
            <a:extLst xmlns:a="http://schemas.openxmlformats.org/drawingml/2006/main">
              <a:ext uri="{FF2B5EF4-FFF2-40B4-BE49-F238E27FC236}">
                <a16:creationId xmlns:a16="http://schemas.microsoft.com/office/drawing/2014/main" id="{0005E9C3-5F39-4145-8129-CF3A551DE07E}"/>
              </a:ext>
            </a:extLst>
          </p:cNvPr>
          <p:cNvSpPr>
            <a:spLocks xmlns:a="http://schemas.openxmlformats.org/drawingml/2006/main" noGrp="1"/>
          </p:cNvSpPr>
          <p:nvPr/>
        </p:nvSpPr>
        <p:spPr>
          <a:xfrm xmlns:a="http://schemas.openxmlformats.org/drawingml/2006/main">
            <a:off x="12744450" y="8362950"/>
            <a:ext cx="2362200" cy="257175"/>
          </a:xfrm>
          <a:prstGeom xmlns:a="http://schemas.openxmlformats.org/drawingml/2006/main" prst="ellipse">
            <a:avLst/>
          </a:prstGeom>
          <a:gradFill xmlns:a="http://schemas.openxmlformats.org/drawingml/2006/main">
            <a:gsLst>
              <a:gs pos="0">
                <a:srgbClr val="233545">
                  <a:alpha val="10000"/>
                </a:srgbClr>
              </a:gs>
              <a:gs pos="48000">
                <a:srgbClr val="233545">
                  <a:alpha val="3500"/>
                </a:srgbClr>
              </a:gs>
              <a:gs pos="100000">
                <a:srgbClr val="233545">
                  <a:alpha val="0"/>
                </a:srgbClr>
              </a:gs>
            </a:gsLst>
            <a:path path="shape"/>
          </a:gradFill>
          <a:ln xmlns:a="http://schemas.openxmlformats.org/drawingml/2006/main" w="0">
            <a:noFill/>
          </a:ln>
        </p:spPr>
      </p:sp>
      <p:sp>
        <p:nvSpPr>
          <p:cNvPr id="504" name="loss">
            <a:extLst xmlns:a="http://schemas.openxmlformats.org/drawingml/2006/main">
              <a:ext uri="{FF2B5EF4-FFF2-40B4-BE49-F238E27FC236}">
                <a16:creationId xmlns:a16="http://schemas.microsoft.com/office/drawing/2014/main" id="{CE7735B7-4AA3-496E-BD6B-2A84063805A5}"/>
              </a:ext>
            </a:extLst>
          </p:cNvPr>
          <p:cNvSpPr>
            <a:spLocks xmlns:a="http://schemas.openxmlformats.org/drawingml/2006/main" noGrp="1"/>
          </p:cNvSpPr>
          <p:nvPr/>
        </p:nvSpPr>
        <p:spPr>
          <a:xfrm xmlns:a="http://schemas.openxmlformats.org/drawingml/2006/main">
            <a:off x="12858750" y="7781925"/>
            <a:ext cx="2057400" cy="647700"/>
          </a:xfrm>
          <a:prstGeom xmlns:a="http://schemas.openxmlformats.org/drawingml/2006/main" prst="roundRect">
            <a:avLst>
              <a:gd name="adj" fmla="val 7353"/>
            </a:avLst>
          </a:prstGeom>
          <a:solidFill xmlns:a="http://schemas.openxmlformats.org/drawingml/2006/main">
            <a:srgbClr val="F8EEDB"/>
          </a:solidFill>
          <a:ln xmlns:a="http://schemas.openxmlformats.org/drawingml/2006/main" w="15240">
            <a:solidFill>
              <a:srgbClr val="B79555"/>
            </a:solidFill>
          </a:ln>
        </p:spPr>
      </p:sp>
      <p:sp>
        <p:nvSpPr>
          <p:cNvPr id="505" name="loss-name">
            <a:extLst xmlns:a="http://schemas.openxmlformats.org/drawingml/2006/main">
              <a:ext uri="{FF2B5EF4-FFF2-40B4-BE49-F238E27FC236}">
                <a16:creationId xmlns:a16="http://schemas.microsoft.com/office/drawing/2014/main" id="{41EE6661-BF9E-4FFF-939B-AD207CED3F37}"/>
              </a:ext>
            </a:extLst>
          </p:cNvPr>
          <p:cNvSpPr>
            <a:spLocks xmlns:a="http://schemas.openxmlformats.org/drawingml/2006/main" noGrp="1"/>
          </p:cNvSpPr>
          <p:nvPr/>
        </p:nvSpPr>
        <p:spPr>
          <a:xfrm xmlns:a="http://schemas.openxmlformats.org/drawingml/2006/main">
            <a:off x="12954000" y="7810500"/>
            <a:ext cx="18669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i="0">
                <a:solidFill>
                  <a:srgbClr val="2B3540"/>
                </a:solidFill>
                <a:latin typeface="Times New Roman"/>
                <a:ea typeface="Times New Roman"/>
                <a:cs typeface="Times New Roman"/>
              </a:defRPr>
            </a:pPr>
            <a:r>
              <a:rPr sz="2250" b="1" i="0">
                <a:solidFill>
                  <a:srgbClr val="2B3540"/>
                </a:solidFill>
                <a:latin typeface="Times New Roman"/>
                <a:ea typeface="Times New Roman"/>
                <a:cs typeface="Times New Roman"/>
              </a:rPr>
              <a:t>Loss</a:t>
            </a:r>
          </a:p>
        </p:txBody>
      </p:sp>
      <p:sp>
        <p:nvSpPr>
          <p:cNvPr id="506" name="loss-options">
            <a:extLst xmlns:a="http://schemas.openxmlformats.org/drawingml/2006/main">
              <a:ext uri="{FF2B5EF4-FFF2-40B4-BE49-F238E27FC236}">
                <a16:creationId xmlns:a16="http://schemas.microsoft.com/office/drawing/2014/main" id="{E5EE8F67-67E2-467E-942A-2E2937FEE229}"/>
              </a:ext>
            </a:extLst>
          </p:cNvPr>
          <p:cNvSpPr>
            <a:spLocks xmlns:a="http://schemas.openxmlformats.org/drawingml/2006/main" noGrp="1"/>
          </p:cNvSpPr>
          <p:nvPr/>
        </p:nvSpPr>
        <p:spPr>
          <a:xfrm xmlns:a="http://schemas.openxmlformats.org/drawingml/2006/main">
            <a:off x="12925425" y="8105775"/>
            <a:ext cx="1924050" cy="2762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i="0">
                <a:solidFill>
                  <a:srgbClr val="2B3540"/>
                </a:solidFill>
                <a:latin typeface="Times New Roman"/>
                <a:ea typeface="Times New Roman"/>
                <a:cs typeface="Times New Roman"/>
              </a:defRPr>
            </a:pPr>
            <a:r>
              <a:rPr sz="1875" b="0" i="0">
                <a:solidFill>
                  <a:srgbClr val="2B3540"/>
                </a:solidFill>
                <a:latin typeface="Times New Roman"/>
                <a:ea typeface="Times New Roman"/>
                <a:cs typeface="Times New Roman"/>
              </a:rPr>
              <a:t>Cross-entropy</a:t>
            </a:r>
          </a:p>
        </p:txBody>
      </p:sp>
      <p:sp>
        <p:nvSpPr>
          <p:cNvPr id="507" name="head-to-loss-upper-1">
            <a:extLst xmlns:a="http://schemas.openxmlformats.org/drawingml/2006/main">
              <a:ext uri="{FF2B5EF4-FFF2-40B4-BE49-F238E27FC236}">
                <a16:creationId xmlns:a16="http://schemas.microsoft.com/office/drawing/2014/main" id="{6748829F-7821-483D-B9EF-E57A13B41BD9}"/>
              </a:ext>
            </a:extLst>
          </p:cNvPr>
          <p:cNvSpPr>
            <a:spLocks xmlns:a="http://schemas.openxmlformats.org/drawingml/2006/main" noGrp="1"/>
          </p:cNvSpPr>
          <p:nvPr/>
        </p:nvSpPr>
        <p:spPr>
          <a:xfrm xmlns:a="http://schemas.openxmlformats.org/drawingml/2006/main" flipV="0">
            <a:off x="13496925" y="6096000"/>
            <a:ext cx="95" cy="609600"/>
          </a:xfrm>
          <a:prstGeom xmlns:a="http://schemas.openxmlformats.org/drawingml/2006/main" prst="line">
            <a:avLst/>
          </a:prstGeom>
          <a:noFill xmlns:a="http://schemas.openxmlformats.org/drawingml/2006/main"/>
          <a:ln xmlns:a="http://schemas.openxmlformats.org/drawingml/2006/main" w="20955">
            <a:solidFill>
              <a:srgbClr val="B79555"/>
            </a:solidFill>
            <a:prstDash val="dash"/>
          </a:ln>
        </p:spPr>
      </p:sp>
      <p:sp>
        <p:nvSpPr>
          <p:cNvPr id="508" name="head-to-loss-lower-1">
            <a:extLst xmlns:a="http://schemas.openxmlformats.org/drawingml/2006/main">
              <a:ext uri="{FF2B5EF4-FFF2-40B4-BE49-F238E27FC236}">
                <a16:creationId xmlns:a16="http://schemas.microsoft.com/office/drawing/2014/main" id="{166C3D28-BAB2-42F3-9CC7-B05151120AA0}"/>
              </a:ext>
            </a:extLst>
          </p:cNvPr>
          <p:cNvSpPr>
            <a:spLocks xmlns:a="http://schemas.openxmlformats.org/drawingml/2006/main" noGrp="1"/>
          </p:cNvSpPr>
          <p:nvPr/>
        </p:nvSpPr>
        <p:spPr>
          <a:xfrm xmlns:a="http://schemas.openxmlformats.org/drawingml/2006/main" flipV="0">
            <a:off x="13496925" y="6838950"/>
            <a:ext cx="95" cy="885825"/>
          </a:xfrm>
          <a:prstGeom xmlns:a="http://schemas.openxmlformats.org/drawingml/2006/main" prst="line">
            <a:avLst/>
          </a:prstGeom>
          <a:noFill xmlns:a="http://schemas.openxmlformats.org/drawingml/2006/main"/>
          <a:ln xmlns:a="http://schemas.openxmlformats.org/drawingml/2006/main" w="20955">
            <a:solidFill>
              <a:srgbClr val="B79555"/>
            </a:solidFill>
            <a:prstDash val="dash"/>
          </a:ln>
        </p:spPr>
      </p:sp>
      <p:sp>
        <p:nvSpPr>
          <p:cNvPr id="509" name="head-to-loss-lower-head">
            <a:extLst xmlns:a="http://schemas.openxmlformats.org/drawingml/2006/main">
              <a:ext uri="{FF2B5EF4-FFF2-40B4-BE49-F238E27FC236}">
                <a16:creationId xmlns:a16="http://schemas.microsoft.com/office/drawing/2014/main" id="{5C023C49-B872-4A72-958A-4198622A557E}"/>
              </a:ext>
            </a:extLst>
          </p:cNvPr>
          <p:cNvSpPr>
            <a:spLocks xmlns:a="http://schemas.openxmlformats.org/drawingml/2006/main" noGrp="1"/>
          </p:cNvSpPr>
          <p:nvPr/>
        </p:nvSpPr>
        <p:spPr>
          <a:xfrm xmlns:a="http://schemas.openxmlformats.org/drawingml/2006/main">
            <a:off x="13449300" y="7600950"/>
            <a:ext cx="95250" cy="123825"/>
          </a:xfrm>
          <a:custGeom xmlns:a="http://schemas.openxmlformats.org/drawingml/2006/main">
            <a:pathLst>
              <a:path w="95250" h="123825">
                <a:moveTo>
                  <a:pt x="47625" y="123825"/>
                </a:moveTo>
                <a:lnTo>
                  <a:pt x="95250" y="0"/>
                </a:lnTo>
                <a:lnTo>
                  <a:pt x="47625" y="38100"/>
                </a:lnTo>
                <a:lnTo>
                  <a:pt x="0" y="0"/>
                </a:lnTo>
                <a:close/>
              </a:path>
            </a:pathLst>
          </a:custGeom>
          <a:solidFill xmlns:a="http://schemas.openxmlformats.org/drawingml/2006/main">
            <a:srgbClr val="B79555"/>
          </a:solidFill>
          <a:ln xmlns:a="http://schemas.openxmlformats.org/drawingml/2006/main" w="15240">
            <a:noFill/>
          </a:ln>
        </p:spPr>
      </p:sp>
      <p:sp>
        <p:nvSpPr>
          <p:cNvPr id="510" name="head-output-label">
            <a:extLst xmlns:a="http://schemas.openxmlformats.org/drawingml/2006/main">
              <a:ext uri="{FF2B5EF4-FFF2-40B4-BE49-F238E27FC236}">
                <a16:creationId xmlns:a16="http://schemas.microsoft.com/office/drawing/2014/main" id="{F359801A-1FB6-4486-B8EE-F47DE84D7733}"/>
              </a:ext>
            </a:extLst>
          </p:cNvPr>
          <p:cNvSpPr>
            <a:spLocks xmlns:a="http://schemas.openxmlformats.org/drawingml/2006/main" noGrp="1"/>
          </p:cNvSpPr>
          <p:nvPr/>
        </p:nvSpPr>
        <p:spPr>
          <a:xfrm xmlns:a="http://schemas.openxmlformats.org/drawingml/2006/main">
            <a:off x="13620750" y="7077075"/>
            <a:ext cx="1762125" cy="2952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i="0">
                <a:solidFill>
                  <a:srgbClr val="B79555"/>
                </a:solidFill>
                <a:latin typeface="Times New Roman"/>
                <a:ea typeface="Times New Roman"/>
                <a:cs typeface="Times New Roman"/>
              </a:defRPr>
            </a:pPr>
            <a:r>
              <a:rPr sz="1950" b="0" i="0">
                <a:solidFill>
                  <a:srgbClr val="B79555"/>
                </a:solidFill>
                <a:latin typeface="Times New Roman"/>
                <a:ea typeface="Times New Roman"/>
                <a:cs typeface="Times New Roman"/>
              </a:rPr>
              <a:t>4-state logits</a:t>
            </a:r>
          </a:p>
        </p:txBody>
      </p:sp>
      <p:sp>
        <p:nvSpPr>
          <p:cNvPr id="511" name="loss-updates-parameters-lower-1">
            <a:extLst xmlns:a="http://schemas.openxmlformats.org/drawingml/2006/main">
              <a:ext uri="{FF2B5EF4-FFF2-40B4-BE49-F238E27FC236}">
                <a16:creationId xmlns:a16="http://schemas.microsoft.com/office/drawing/2014/main" id="{7E56339C-36D1-483E-B953-6FA70FD8910D}"/>
              </a:ext>
            </a:extLst>
          </p:cNvPr>
          <p:cNvSpPr>
            <a:spLocks xmlns:a="http://schemas.openxmlformats.org/drawingml/2006/main" noGrp="1"/>
          </p:cNvSpPr>
          <p:nvPr/>
        </p:nvSpPr>
        <p:spPr>
          <a:xfrm xmlns:a="http://schemas.openxmlformats.org/drawingml/2006/main" flipV="0">
            <a:off x="12525375" y="7896225"/>
            <a:ext cx="333375" cy="95"/>
          </a:xfrm>
          <a:prstGeom xmlns:a="http://schemas.openxmlformats.org/drawingml/2006/main" prst="line">
            <a:avLst/>
          </a:prstGeom>
          <a:noFill xmlns:a="http://schemas.openxmlformats.org/drawingml/2006/main"/>
          <a:ln xmlns:a="http://schemas.openxmlformats.org/drawingml/2006/main" w="20955">
            <a:solidFill>
              <a:srgbClr val="B79555"/>
            </a:solidFill>
            <a:prstDash val="dash"/>
          </a:ln>
        </p:spPr>
      </p:sp>
      <p:sp>
        <p:nvSpPr>
          <p:cNvPr id="512" name="loss-updates-parameters-lower-2">
            <a:extLst xmlns:a="http://schemas.openxmlformats.org/drawingml/2006/main">
              <a:ext uri="{FF2B5EF4-FFF2-40B4-BE49-F238E27FC236}">
                <a16:creationId xmlns:a16="http://schemas.microsoft.com/office/drawing/2014/main" id="{B982E38F-1204-4B24-9C8E-F7C0D320290C}"/>
              </a:ext>
            </a:extLst>
          </p:cNvPr>
          <p:cNvSpPr>
            <a:spLocks xmlns:a="http://schemas.openxmlformats.org/drawingml/2006/main" noGrp="1"/>
          </p:cNvSpPr>
          <p:nvPr/>
        </p:nvSpPr>
        <p:spPr>
          <a:xfrm xmlns:a="http://schemas.openxmlformats.org/drawingml/2006/main" flipV="0">
            <a:off x="12525375" y="6838950"/>
            <a:ext cx="95" cy="1057275"/>
          </a:xfrm>
          <a:prstGeom xmlns:a="http://schemas.openxmlformats.org/drawingml/2006/main" prst="line">
            <a:avLst/>
          </a:prstGeom>
          <a:noFill xmlns:a="http://schemas.openxmlformats.org/drawingml/2006/main"/>
          <a:ln xmlns:a="http://schemas.openxmlformats.org/drawingml/2006/main" w="20955">
            <a:solidFill>
              <a:srgbClr val="B79555"/>
            </a:solidFill>
            <a:prstDash val="dash"/>
          </a:ln>
        </p:spPr>
      </p:sp>
      <p:sp>
        <p:nvSpPr>
          <p:cNvPr id="513" name="loss-updates-parameters-upper-1">
            <a:extLst xmlns:a="http://schemas.openxmlformats.org/drawingml/2006/main">
              <a:ext uri="{FF2B5EF4-FFF2-40B4-BE49-F238E27FC236}">
                <a16:creationId xmlns:a16="http://schemas.microsoft.com/office/drawing/2014/main" id="{BC0AC5E0-D83A-4C65-B87C-3CF61899DB7D}"/>
              </a:ext>
            </a:extLst>
          </p:cNvPr>
          <p:cNvSpPr>
            <a:spLocks xmlns:a="http://schemas.openxmlformats.org/drawingml/2006/main" noGrp="1"/>
          </p:cNvSpPr>
          <p:nvPr/>
        </p:nvSpPr>
        <p:spPr>
          <a:xfrm xmlns:a="http://schemas.openxmlformats.org/drawingml/2006/main" flipV="0">
            <a:off x="12525375" y="6315075"/>
            <a:ext cx="95" cy="390525"/>
          </a:xfrm>
          <a:prstGeom xmlns:a="http://schemas.openxmlformats.org/drawingml/2006/main" prst="line">
            <a:avLst/>
          </a:prstGeom>
          <a:noFill xmlns:a="http://schemas.openxmlformats.org/drawingml/2006/main"/>
          <a:ln xmlns:a="http://schemas.openxmlformats.org/drawingml/2006/main" w="20955">
            <a:solidFill>
              <a:srgbClr val="B79555"/>
            </a:solidFill>
            <a:prstDash val="dash"/>
          </a:ln>
        </p:spPr>
      </p:sp>
      <p:sp>
        <p:nvSpPr>
          <p:cNvPr id="514" name="loss-updates-parameters-upper-head">
            <a:extLst xmlns:a="http://schemas.openxmlformats.org/drawingml/2006/main">
              <a:ext uri="{FF2B5EF4-FFF2-40B4-BE49-F238E27FC236}">
                <a16:creationId xmlns:a16="http://schemas.microsoft.com/office/drawing/2014/main" id="{864DC47C-BB2B-4140-BFFF-E5EABC629A54}"/>
              </a:ext>
            </a:extLst>
          </p:cNvPr>
          <p:cNvSpPr>
            <a:spLocks xmlns:a="http://schemas.openxmlformats.org/drawingml/2006/main" noGrp="1"/>
          </p:cNvSpPr>
          <p:nvPr/>
        </p:nvSpPr>
        <p:spPr>
          <a:xfrm xmlns:a="http://schemas.openxmlformats.org/drawingml/2006/main">
            <a:off x="12477750" y="6315075"/>
            <a:ext cx="95250" cy="123825"/>
          </a:xfrm>
          <a:custGeom xmlns:a="http://schemas.openxmlformats.org/drawingml/2006/main">
            <a:pathLst>
              <a:path w="95250" h="123825">
                <a:moveTo>
                  <a:pt x="47625" y="0"/>
                </a:moveTo>
                <a:lnTo>
                  <a:pt x="0" y="123825"/>
                </a:lnTo>
                <a:lnTo>
                  <a:pt x="47625" y="85725"/>
                </a:lnTo>
                <a:lnTo>
                  <a:pt x="95250" y="123825"/>
                </a:lnTo>
                <a:close/>
              </a:path>
            </a:pathLst>
          </a:custGeom>
          <a:solidFill xmlns:a="http://schemas.openxmlformats.org/drawingml/2006/main">
            <a:srgbClr val="B79555"/>
          </a:solidFill>
          <a:ln xmlns:a="http://schemas.openxmlformats.org/drawingml/2006/main" w="15240">
            <a:noFill/>
          </a:ln>
        </p:spPr>
      </p:sp>
      <p:sp>
        <p:nvSpPr>
          <p:cNvPr id="515" name="update-label-words-0">
            <a:extLst xmlns:a="http://schemas.openxmlformats.org/drawingml/2006/main">
              <a:ext uri="{FF2B5EF4-FFF2-40B4-BE49-F238E27FC236}">
                <a16:creationId xmlns:a16="http://schemas.microsoft.com/office/drawing/2014/main" id="{B2D8D6EE-4CE9-48BA-8E7B-8900B5B05D1C}"/>
              </a:ext>
            </a:extLst>
          </p:cNvPr>
          <p:cNvSpPr>
            <a:spLocks xmlns:a="http://schemas.openxmlformats.org/drawingml/2006/main" noGrp="1"/>
          </p:cNvSpPr>
          <p:nvPr/>
        </p:nvSpPr>
        <p:spPr>
          <a:xfrm xmlns:a="http://schemas.openxmlformats.org/drawingml/2006/main">
            <a:off x="11192828" y="7000875"/>
            <a:ext cx="844296" cy="3143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i="0">
                <a:solidFill>
                  <a:srgbClr val="B79555"/>
                </a:solidFill>
                <a:latin typeface="Times New Roman"/>
                <a:ea typeface="Times New Roman"/>
                <a:cs typeface="Times New Roman"/>
              </a:defRPr>
            </a:pPr>
            <a:r>
              <a:rPr sz="2100" b="0" i="0">
                <a:solidFill>
                  <a:srgbClr val="B79555"/>
                </a:solidFill>
                <a:latin typeface="Times New Roman"/>
                <a:ea typeface="Times New Roman"/>
                <a:cs typeface="Times New Roman"/>
              </a:rPr>
              <a:t>Update </a:t>
            </a:r>
          </a:p>
        </p:txBody>
      </p:sp>
      <p:sp>
        <p:nvSpPr>
          <p:cNvPr id="516" name="update-label-math-1 \theta">
            <a:extLst xmlns:a="http://schemas.openxmlformats.org/drawingml/2006/main">
              <a:ext uri="{FF2B5EF4-FFF2-40B4-BE49-F238E27FC236}">
                <a16:creationId xmlns:a16="http://schemas.microsoft.com/office/drawing/2014/main" id="{341FB1DE-7E66-4E48-A20A-13121A865475}"/>
              </a:ext>
            </a:extLst>
          </p:cNvPr>
          <p:cNvSpPr>
            <a:spLocks xmlns:a="http://schemas.openxmlformats.org/drawingml/2006/main" noGrp="1"/>
          </p:cNvSpPr>
          <p:nvPr/>
        </p:nvSpPr>
        <p:spPr>
          <a:xfrm xmlns:a="http://schemas.openxmlformats.org/drawingml/2006/main">
            <a:off x="12038266" y="7059359"/>
            <a:ext cx="111222" cy="191066"/>
          </a:xfrm>
          <a:custGeom xmlns:a="http://schemas.openxmlformats.org/drawingml/2006/main">
            <a:pathLst>
              <a:path w="111222" h="191066">
                <a:moveTo>
                  <a:pt x="32296" y="191065"/>
                </a:moveTo>
                <a:lnTo>
                  <a:pt x="26553" y="190513"/>
                </a:lnTo>
                <a:lnTo>
                  <a:pt x="16864" y="186096"/>
                </a:lnTo>
                <a:lnTo>
                  <a:pt x="12918" y="182231"/>
                </a:lnTo>
                <a:lnTo>
                  <a:pt x="9551" y="177566"/>
                </a:lnTo>
                <a:lnTo>
                  <a:pt x="4487" y="166878"/>
                </a:lnTo>
                <a:lnTo>
                  <a:pt x="2792" y="160853"/>
                </a:lnTo>
                <a:lnTo>
                  <a:pt x="1571" y="154618"/>
                </a:lnTo>
                <a:lnTo>
                  <a:pt x="174" y="142242"/>
                </a:lnTo>
                <a:lnTo>
                  <a:pt x="0" y="136100"/>
                </a:lnTo>
                <a:lnTo>
                  <a:pt x="0" y="135850"/>
                </a:lnTo>
                <a:lnTo>
                  <a:pt x="636" y="122307"/>
                </a:lnTo>
                <a:lnTo>
                  <a:pt x="2542" y="108264"/>
                </a:lnTo>
                <a:lnTo>
                  <a:pt x="5647" y="93949"/>
                </a:lnTo>
                <a:lnTo>
                  <a:pt x="9876" y="79677"/>
                </a:lnTo>
                <a:lnTo>
                  <a:pt x="14908" y="66154"/>
                </a:lnTo>
                <a:lnTo>
                  <a:pt x="20336" y="54173"/>
                </a:lnTo>
                <a:lnTo>
                  <a:pt x="24816" y="45923"/>
                </a:lnTo>
                <a:lnTo>
                  <a:pt x="30420" y="36754"/>
                </a:lnTo>
                <a:lnTo>
                  <a:pt x="36953" y="27410"/>
                </a:lnTo>
                <a:lnTo>
                  <a:pt x="44214" y="18711"/>
                </a:lnTo>
                <a:lnTo>
                  <a:pt x="48100" y="14707"/>
                </a:lnTo>
                <a:lnTo>
                  <a:pt x="56309" y="7936"/>
                </a:lnTo>
                <a:lnTo>
                  <a:pt x="60633" y="5167"/>
                </a:lnTo>
                <a:lnTo>
                  <a:pt x="65042" y="2906"/>
                </a:lnTo>
                <a:lnTo>
                  <a:pt x="73939" y="323"/>
                </a:lnTo>
                <a:lnTo>
                  <a:pt x="78426" y="0"/>
                </a:lnTo>
                <a:lnTo>
                  <a:pt x="78677" y="0"/>
                </a:lnTo>
                <a:lnTo>
                  <a:pt x="83289" y="336"/>
                </a:lnTo>
                <a:lnTo>
                  <a:pt x="91311" y="3024"/>
                </a:lnTo>
                <a:lnTo>
                  <a:pt x="94720" y="5376"/>
                </a:lnTo>
                <a:lnTo>
                  <a:pt x="97770" y="8230"/>
                </a:lnTo>
                <a:lnTo>
                  <a:pt x="102792" y="15064"/>
                </a:lnTo>
                <a:lnTo>
                  <a:pt x="104763" y="19044"/>
                </a:lnTo>
                <a:lnTo>
                  <a:pt x="107805" y="27670"/>
                </a:lnTo>
                <a:lnTo>
                  <a:pt x="109764" y="36880"/>
                </a:lnTo>
                <a:lnTo>
                  <a:pt x="110858" y="46152"/>
                </a:lnTo>
                <a:lnTo>
                  <a:pt x="111222" y="54965"/>
                </a:lnTo>
                <a:lnTo>
                  <a:pt x="110881" y="65123"/>
                </a:lnTo>
                <a:lnTo>
                  <a:pt x="108152" y="85750"/>
                </a:lnTo>
                <a:lnTo>
                  <a:pt x="105763" y="96220"/>
                </a:lnTo>
                <a:lnTo>
                  <a:pt x="102771" y="106638"/>
                </a:lnTo>
                <a:lnTo>
                  <a:pt x="95207" y="126974"/>
                </a:lnTo>
                <a:lnTo>
                  <a:pt x="90636" y="136892"/>
                </a:lnTo>
                <a:lnTo>
                  <a:pt x="86303" y="144966"/>
                </a:lnTo>
                <a:lnTo>
                  <a:pt x="80552" y="154353"/>
                </a:lnTo>
                <a:lnTo>
                  <a:pt x="73905" y="163843"/>
                </a:lnTo>
                <a:lnTo>
                  <a:pt x="66883" y="172313"/>
                </a:lnTo>
                <a:lnTo>
                  <a:pt x="63167" y="176116"/>
                </a:lnTo>
                <a:lnTo>
                  <a:pt x="55062" y="182783"/>
                </a:lnTo>
                <a:lnTo>
                  <a:pt x="50673" y="185648"/>
                </a:lnTo>
                <a:lnTo>
                  <a:pt x="46167" y="188018"/>
                </a:lnTo>
                <a:lnTo>
                  <a:pt x="37124" y="190727"/>
                </a:lnTo>
                <a:lnTo>
                  <a:pt x="32588" y="191065"/>
                </a:lnTo>
                <a:lnTo>
                  <a:pt x="32296" y="191065"/>
                </a:lnTo>
                <a:close/>
                <a:moveTo>
                  <a:pt x="32837" y="184023"/>
                </a:moveTo>
                <a:lnTo>
                  <a:pt x="37210" y="183434"/>
                </a:lnTo>
                <a:lnTo>
                  <a:pt x="45691" y="178726"/>
                </a:lnTo>
                <a:lnTo>
                  <a:pt x="49798" y="174605"/>
                </a:lnTo>
                <a:lnTo>
                  <a:pt x="53754" y="169625"/>
                </a:lnTo>
                <a:lnTo>
                  <a:pt x="60901" y="158166"/>
                </a:lnTo>
                <a:lnTo>
                  <a:pt x="64091" y="151686"/>
                </a:lnTo>
                <a:lnTo>
                  <a:pt x="69842" y="138028"/>
                </a:lnTo>
                <a:lnTo>
                  <a:pt x="74843" y="124057"/>
                </a:lnTo>
                <a:lnTo>
                  <a:pt x="78864" y="110983"/>
                </a:lnTo>
                <a:lnTo>
                  <a:pt x="81677" y="100013"/>
                </a:lnTo>
                <a:lnTo>
                  <a:pt x="27212" y="100013"/>
                </a:lnTo>
                <a:lnTo>
                  <a:pt x="23503" y="115681"/>
                </a:lnTo>
                <a:lnTo>
                  <a:pt x="20711" y="129016"/>
                </a:lnTo>
                <a:lnTo>
                  <a:pt x="18961" y="141070"/>
                </a:lnTo>
                <a:lnTo>
                  <a:pt x="18377" y="152894"/>
                </a:lnTo>
                <a:lnTo>
                  <a:pt x="18603" y="160190"/>
                </a:lnTo>
                <a:lnTo>
                  <a:pt x="20411" y="171863"/>
                </a:lnTo>
                <a:lnTo>
                  <a:pt x="24026" y="179645"/>
                </a:lnTo>
                <a:lnTo>
                  <a:pt x="29448" y="183537"/>
                </a:lnTo>
                <a:lnTo>
                  <a:pt x="32837" y="184023"/>
                </a:lnTo>
                <a:close/>
                <a:moveTo>
                  <a:pt x="29295" y="90636"/>
                </a:moveTo>
                <a:lnTo>
                  <a:pt x="84011" y="90636"/>
                </a:lnTo>
                <a:lnTo>
                  <a:pt x="86584" y="79885"/>
                </a:lnTo>
                <a:lnTo>
                  <a:pt x="88553" y="71050"/>
                </a:lnTo>
                <a:lnTo>
                  <a:pt x="90126" y="62966"/>
                </a:lnTo>
                <a:lnTo>
                  <a:pt x="91428" y="54465"/>
                </a:lnTo>
                <a:lnTo>
                  <a:pt x="92303" y="46016"/>
                </a:lnTo>
                <a:lnTo>
                  <a:pt x="92595" y="38171"/>
                </a:lnTo>
                <a:lnTo>
                  <a:pt x="92373" y="30846"/>
                </a:lnTo>
                <a:lnTo>
                  <a:pt x="90603" y="19126"/>
                </a:lnTo>
                <a:lnTo>
                  <a:pt x="87060" y="11313"/>
                </a:lnTo>
                <a:lnTo>
                  <a:pt x="81747" y="7406"/>
                </a:lnTo>
                <a:lnTo>
                  <a:pt x="78426" y="6918"/>
                </a:lnTo>
                <a:lnTo>
                  <a:pt x="74259" y="7344"/>
                </a:lnTo>
                <a:lnTo>
                  <a:pt x="66362" y="10756"/>
                </a:lnTo>
                <a:lnTo>
                  <a:pt x="59049" y="17580"/>
                </a:lnTo>
                <a:lnTo>
                  <a:pt x="52319" y="27815"/>
                </a:lnTo>
                <a:lnTo>
                  <a:pt x="49173" y="34213"/>
                </a:lnTo>
                <a:lnTo>
                  <a:pt x="43321" y="47959"/>
                </a:lnTo>
                <a:lnTo>
                  <a:pt x="33382" y="76171"/>
                </a:lnTo>
                <a:lnTo>
                  <a:pt x="29295" y="90636"/>
                </a:lnTo>
                <a:close/>
              </a:path>
            </a:pathLst>
          </a:custGeom>
          <a:solidFill xmlns:a="http://schemas.openxmlformats.org/drawingml/2006/main">
            <a:srgbClr val="B79555"/>
          </a:solidFill>
          <a:ln xmlns:a="http://schemas.openxmlformats.org/drawingml/2006/main" w="0">
            <a:noFill/>
          </a:ln>
        </p:spPr>
      </p:sp>
      <p:sp>
        <p:nvSpPr>
          <p:cNvPr id="517" name="legend-color-0">
            <a:extLst xmlns:a="http://schemas.openxmlformats.org/drawingml/2006/main">
              <a:ext uri="{FF2B5EF4-FFF2-40B4-BE49-F238E27FC236}">
                <a16:creationId xmlns:a16="http://schemas.microsoft.com/office/drawing/2014/main" id="{402C2981-BBA9-46F9-A0A0-4032A32EB8DF}"/>
              </a:ext>
            </a:extLst>
          </p:cNvPr>
          <p:cNvSpPr>
            <a:spLocks xmlns:a="http://schemas.openxmlformats.org/drawingml/2006/main" noGrp="1"/>
          </p:cNvSpPr>
          <p:nvPr/>
        </p:nvSpPr>
        <p:spPr>
          <a:xfrm xmlns:a="http://schemas.openxmlformats.org/drawingml/2006/main">
            <a:off x="15382875" y="7591425"/>
            <a:ext cx="200025" cy="190500"/>
          </a:xfrm>
          <a:prstGeom xmlns:a="http://schemas.openxmlformats.org/drawingml/2006/main" prst="roundRect">
            <a:avLst>
              <a:gd name="adj" fmla="val 10000"/>
            </a:avLst>
          </a:prstGeom>
          <a:solidFill xmlns:a="http://schemas.openxmlformats.org/drawingml/2006/main">
            <a:srgbClr val="DFEAF4"/>
          </a:solidFill>
          <a:ln xmlns:a="http://schemas.openxmlformats.org/drawingml/2006/main" w="10478">
            <a:solidFill>
              <a:srgbClr val="779ABB"/>
            </a:solidFill>
          </a:ln>
        </p:spPr>
      </p:sp>
      <p:sp>
        <p:nvSpPr>
          <p:cNvPr id="518" name="legend-color-label-0">
            <a:extLst xmlns:a="http://schemas.openxmlformats.org/drawingml/2006/main">
              <a:ext uri="{FF2B5EF4-FFF2-40B4-BE49-F238E27FC236}">
                <a16:creationId xmlns:a16="http://schemas.microsoft.com/office/drawing/2014/main" id="{3CF6E968-AC31-4D19-9108-926AE13FAAA7}"/>
              </a:ext>
            </a:extLst>
          </p:cNvPr>
          <p:cNvSpPr>
            <a:spLocks xmlns:a="http://schemas.openxmlformats.org/drawingml/2006/main" noGrp="1"/>
          </p:cNvSpPr>
          <p:nvPr/>
        </p:nvSpPr>
        <p:spPr>
          <a:xfrm xmlns:a="http://schemas.openxmlformats.org/drawingml/2006/main">
            <a:off x="15668625" y="7553325"/>
            <a:ext cx="21526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i="0">
                <a:solidFill>
                  <a:srgbClr val="2B3540"/>
                </a:solidFill>
                <a:latin typeface="Times New Roman"/>
                <a:ea typeface="Times New Roman"/>
                <a:cs typeface="Times New Roman"/>
              </a:defRPr>
            </a:pPr>
            <a:r>
              <a:rPr sz="1650" b="0" i="0">
                <a:solidFill>
                  <a:srgbClr val="2B3540"/>
                </a:solidFill>
                <a:latin typeface="Times New Roman"/>
                <a:ea typeface="Times New Roman"/>
                <a:cs typeface="Times New Roman"/>
              </a:rPr>
              <a:t>Image / text / MLLM</a:t>
            </a:r>
          </a:p>
        </p:txBody>
      </p:sp>
      <p:sp>
        <p:nvSpPr>
          <p:cNvPr id="519" name="legend-line-0-1">
            <a:extLst xmlns:a="http://schemas.openxmlformats.org/drawingml/2006/main">
              <a:ext uri="{FF2B5EF4-FFF2-40B4-BE49-F238E27FC236}">
                <a16:creationId xmlns:a16="http://schemas.microsoft.com/office/drawing/2014/main" id="{FE7CC019-C653-4360-A34A-346702EFAC4E}"/>
              </a:ext>
            </a:extLst>
          </p:cNvPr>
          <p:cNvSpPr>
            <a:spLocks xmlns:a="http://schemas.openxmlformats.org/drawingml/2006/main" noGrp="1"/>
          </p:cNvSpPr>
          <p:nvPr/>
        </p:nvSpPr>
        <p:spPr>
          <a:xfrm xmlns:a="http://schemas.openxmlformats.org/drawingml/2006/main" flipV="0">
            <a:off x="17983200" y="7686675"/>
            <a:ext cx="466725" cy="95"/>
          </a:xfrm>
          <a:prstGeom xmlns:a="http://schemas.openxmlformats.org/drawingml/2006/main" prst="line">
            <a:avLst/>
          </a:prstGeom>
          <a:noFill xmlns:a="http://schemas.openxmlformats.org/drawingml/2006/main"/>
          <a:ln xmlns:a="http://schemas.openxmlformats.org/drawingml/2006/main" w="20003">
            <a:solidFill>
              <a:srgbClr val="2B3540"/>
            </a:solidFill>
            <a:prstDash val="solid"/>
          </a:ln>
        </p:spPr>
      </p:sp>
      <p:sp>
        <p:nvSpPr>
          <p:cNvPr id="520" name="legend-line-0-head">
            <a:extLst xmlns:a="http://schemas.openxmlformats.org/drawingml/2006/main">
              <a:ext uri="{FF2B5EF4-FFF2-40B4-BE49-F238E27FC236}">
                <a16:creationId xmlns:a16="http://schemas.microsoft.com/office/drawing/2014/main" id="{E0449A1E-88B0-48BA-949C-074428A20A70}"/>
              </a:ext>
            </a:extLst>
          </p:cNvPr>
          <p:cNvSpPr>
            <a:spLocks xmlns:a="http://schemas.openxmlformats.org/drawingml/2006/main" noGrp="1"/>
          </p:cNvSpPr>
          <p:nvPr/>
        </p:nvSpPr>
        <p:spPr>
          <a:xfrm xmlns:a="http://schemas.openxmlformats.org/drawingml/2006/main">
            <a:off x="18326100" y="763905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2B3540"/>
          </a:solidFill>
          <a:ln xmlns:a="http://schemas.openxmlformats.org/drawingml/2006/main" w="15240">
            <a:noFill/>
          </a:ln>
        </p:spPr>
      </p:sp>
      <p:sp>
        <p:nvSpPr>
          <p:cNvPr id="521" name="legend-line-label-0">
            <a:extLst xmlns:a="http://schemas.openxmlformats.org/drawingml/2006/main">
              <a:ext uri="{FF2B5EF4-FFF2-40B4-BE49-F238E27FC236}">
                <a16:creationId xmlns:a16="http://schemas.microsoft.com/office/drawing/2014/main" id="{6C96E1A6-4208-49A4-BFA5-32AC9F4E4CDF}"/>
              </a:ext>
            </a:extLst>
          </p:cNvPr>
          <p:cNvSpPr>
            <a:spLocks xmlns:a="http://schemas.openxmlformats.org/drawingml/2006/main" noGrp="1"/>
          </p:cNvSpPr>
          <p:nvPr/>
        </p:nvSpPr>
        <p:spPr>
          <a:xfrm xmlns:a="http://schemas.openxmlformats.org/drawingml/2006/main">
            <a:off x="18545175" y="7553325"/>
            <a:ext cx="182880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i="0">
                <a:solidFill>
                  <a:srgbClr val="2B3540"/>
                </a:solidFill>
                <a:latin typeface="Times New Roman"/>
                <a:ea typeface="Times New Roman"/>
                <a:cs typeface="Times New Roman"/>
              </a:defRPr>
            </a:pPr>
            <a:r>
              <a:rPr sz="1650" b="0" i="0">
                <a:solidFill>
                  <a:srgbClr val="2B3540"/>
                </a:solidFill>
                <a:latin typeface="Times New Roman"/>
                <a:ea typeface="Times New Roman"/>
                <a:cs typeface="Times New Roman"/>
              </a:rPr>
              <a:t>Data flow</a:t>
            </a:r>
          </a:p>
        </p:txBody>
      </p:sp>
      <p:sp>
        <p:nvSpPr>
          <p:cNvPr id="522" name="legend-color-1">
            <a:extLst xmlns:a="http://schemas.openxmlformats.org/drawingml/2006/main">
              <a:ext uri="{FF2B5EF4-FFF2-40B4-BE49-F238E27FC236}">
                <a16:creationId xmlns:a16="http://schemas.microsoft.com/office/drawing/2014/main" id="{57CB2403-FCAE-46AA-95C3-31C048239AD4}"/>
              </a:ext>
            </a:extLst>
          </p:cNvPr>
          <p:cNvSpPr>
            <a:spLocks xmlns:a="http://schemas.openxmlformats.org/drawingml/2006/main" noGrp="1"/>
          </p:cNvSpPr>
          <p:nvPr/>
        </p:nvSpPr>
        <p:spPr>
          <a:xfrm xmlns:a="http://schemas.openxmlformats.org/drawingml/2006/main">
            <a:off x="15382875" y="7877175"/>
            <a:ext cx="200025" cy="190500"/>
          </a:xfrm>
          <a:prstGeom xmlns:a="http://schemas.openxmlformats.org/drawingml/2006/main" prst="roundRect">
            <a:avLst>
              <a:gd name="adj" fmla="val 10000"/>
            </a:avLst>
          </a:prstGeom>
          <a:solidFill xmlns:a="http://schemas.openxmlformats.org/drawingml/2006/main">
            <a:srgbClr val="DFE9D6"/>
          </a:solidFill>
          <a:ln xmlns:a="http://schemas.openxmlformats.org/drawingml/2006/main" w="10478">
            <a:solidFill>
              <a:srgbClr val="7F9B6A"/>
            </a:solidFill>
          </a:ln>
        </p:spPr>
      </p:sp>
      <p:sp>
        <p:nvSpPr>
          <p:cNvPr id="523" name="legend-color-label-1">
            <a:extLst xmlns:a="http://schemas.openxmlformats.org/drawingml/2006/main">
              <a:ext uri="{FF2B5EF4-FFF2-40B4-BE49-F238E27FC236}">
                <a16:creationId xmlns:a16="http://schemas.microsoft.com/office/drawing/2014/main" id="{A0AEE148-588F-441E-A700-14CE6D5FCABC}"/>
              </a:ext>
            </a:extLst>
          </p:cNvPr>
          <p:cNvSpPr>
            <a:spLocks xmlns:a="http://schemas.openxmlformats.org/drawingml/2006/main" noGrp="1"/>
          </p:cNvSpPr>
          <p:nvPr/>
        </p:nvSpPr>
        <p:spPr>
          <a:xfrm xmlns:a="http://schemas.openxmlformats.org/drawingml/2006/main">
            <a:off x="15668625" y="7839075"/>
            <a:ext cx="21526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i="0">
                <a:solidFill>
                  <a:srgbClr val="2B3540"/>
                </a:solidFill>
                <a:latin typeface="Times New Roman"/>
                <a:ea typeface="Times New Roman"/>
                <a:cs typeface="Times New Roman"/>
              </a:defRPr>
            </a:pPr>
            <a:r>
              <a:rPr sz="1650" b="0" i="0">
                <a:solidFill>
                  <a:srgbClr val="2B3540"/>
                </a:solidFill>
                <a:latin typeface="Times New Roman"/>
                <a:ea typeface="Times New Roman"/>
                <a:cs typeface="Times New Roman"/>
              </a:rPr>
              <a:t>Specialist</a:t>
            </a:r>
          </a:p>
        </p:txBody>
      </p:sp>
      <p:sp>
        <p:nvSpPr>
          <p:cNvPr id="524" name="legend-line-1-1">
            <a:extLst xmlns:a="http://schemas.openxmlformats.org/drawingml/2006/main">
              <a:ext uri="{FF2B5EF4-FFF2-40B4-BE49-F238E27FC236}">
                <a16:creationId xmlns:a16="http://schemas.microsoft.com/office/drawing/2014/main" id="{FF06385D-9694-4A12-81BB-94CEA6E43628}"/>
              </a:ext>
            </a:extLst>
          </p:cNvPr>
          <p:cNvSpPr>
            <a:spLocks xmlns:a="http://schemas.openxmlformats.org/drawingml/2006/main" noGrp="1"/>
          </p:cNvSpPr>
          <p:nvPr/>
        </p:nvSpPr>
        <p:spPr>
          <a:xfrm xmlns:a="http://schemas.openxmlformats.org/drawingml/2006/main" flipV="0">
            <a:off x="17983200" y="7972425"/>
            <a:ext cx="466725" cy="95"/>
          </a:xfrm>
          <a:prstGeom xmlns:a="http://schemas.openxmlformats.org/drawingml/2006/main" prst="line">
            <a:avLst/>
          </a:prstGeom>
          <a:noFill xmlns:a="http://schemas.openxmlformats.org/drawingml/2006/main"/>
          <a:ln xmlns:a="http://schemas.openxmlformats.org/drawingml/2006/main" w="20003">
            <a:solidFill>
              <a:srgbClr val="73808C"/>
            </a:solidFill>
            <a:prstDash val="dash"/>
          </a:ln>
        </p:spPr>
      </p:sp>
      <p:sp>
        <p:nvSpPr>
          <p:cNvPr id="525" name="legend-line-1-head">
            <a:extLst xmlns:a="http://schemas.openxmlformats.org/drawingml/2006/main">
              <a:ext uri="{FF2B5EF4-FFF2-40B4-BE49-F238E27FC236}">
                <a16:creationId xmlns:a16="http://schemas.microsoft.com/office/drawing/2014/main" id="{999ECEA7-D59E-48CB-810B-9814F102E03B}"/>
              </a:ext>
            </a:extLst>
          </p:cNvPr>
          <p:cNvSpPr>
            <a:spLocks xmlns:a="http://schemas.openxmlformats.org/drawingml/2006/main" noGrp="1"/>
          </p:cNvSpPr>
          <p:nvPr/>
        </p:nvSpPr>
        <p:spPr>
          <a:xfrm xmlns:a="http://schemas.openxmlformats.org/drawingml/2006/main">
            <a:off x="18326100" y="792480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73808C"/>
          </a:solidFill>
          <a:ln xmlns:a="http://schemas.openxmlformats.org/drawingml/2006/main" w="15240">
            <a:noFill/>
          </a:ln>
        </p:spPr>
      </p:sp>
      <p:sp>
        <p:nvSpPr>
          <p:cNvPr id="526" name="legend-line-label-1">
            <a:extLst xmlns:a="http://schemas.openxmlformats.org/drawingml/2006/main">
              <a:ext uri="{FF2B5EF4-FFF2-40B4-BE49-F238E27FC236}">
                <a16:creationId xmlns:a16="http://schemas.microsoft.com/office/drawing/2014/main" id="{98742D1C-3A66-4F8E-B599-87438F005C3A}"/>
              </a:ext>
            </a:extLst>
          </p:cNvPr>
          <p:cNvSpPr>
            <a:spLocks xmlns:a="http://schemas.openxmlformats.org/drawingml/2006/main" noGrp="1"/>
          </p:cNvSpPr>
          <p:nvPr/>
        </p:nvSpPr>
        <p:spPr>
          <a:xfrm xmlns:a="http://schemas.openxmlformats.org/drawingml/2006/main">
            <a:off x="18545175" y="7839075"/>
            <a:ext cx="182880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i="0">
                <a:solidFill>
                  <a:srgbClr val="2B3540"/>
                </a:solidFill>
                <a:latin typeface="Times New Roman"/>
                <a:ea typeface="Times New Roman"/>
                <a:cs typeface="Times New Roman"/>
              </a:defRPr>
            </a:pPr>
            <a:r>
              <a:rPr sz="1650" b="0" i="0">
                <a:solidFill>
                  <a:srgbClr val="2B3540"/>
                </a:solidFill>
                <a:latin typeface="Times New Roman"/>
                <a:ea typeface="Times New Roman"/>
                <a:cs typeface="Times New Roman"/>
              </a:rPr>
              <a:t>Call decision</a:t>
            </a:r>
          </a:p>
        </p:txBody>
      </p:sp>
      <p:sp>
        <p:nvSpPr>
          <p:cNvPr id="527" name="legend-color-2">
            <a:extLst xmlns:a="http://schemas.openxmlformats.org/drawingml/2006/main">
              <a:ext uri="{FF2B5EF4-FFF2-40B4-BE49-F238E27FC236}">
                <a16:creationId xmlns:a16="http://schemas.microsoft.com/office/drawing/2014/main" id="{32946B86-D036-4797-9FA9-567D643B8FE2}"/>
              </a:ext>
            </a:extLst>
          </p:cNvPr>
          <p:cNvSpPr>
            <a:spLocks xmlns:a="http://schemas.openxmlformats.org/drawingml/2006/main" noGrp="1"/>
          </p:cNvSpPr>
          <p:nvPr/>
        </p:nvSpPr>
        <p:spPr>
          <a:xfrm xmlns:a="http://schemas.openxmlformats.org/drawingml/2006/main">
            <a:off x="15382875" y="8162925"/>
            <a:ext cx="200025" cy="190500"/>
          </a:xfrm>
          <a:prstGeom xmlns:a="http://schemas.openxmlformats.org/drawingml/2006/main" prst="roundRect">
            <a:avLst>
              <a:gd name="adj" fmla="val 10000"/>
            </a:avLst>
          </a:prstGeom>
          <a:solidFill xmlns:a="http://schemas.openxmlformats.org/drawingml/2006/main">
            <a:srgbClr val="F8E9CF"/>
          </a:solidFill>
          <a:ln xmlns:a="http://schemas.openxmlformats.org/drawingml/2006/main" w="10478">
            <a:solidFill>
              <a:srgbClr val="B79555"/>
            </a:solidFill>
          </a:ln>
        </p:spPr>
      </p:sp>
      <p:sp>
        <p:nvSpPr>
          <p:cNvPr id="528" name="legend-color-label-2">
            <a:extLst xmlns:a="http://schemas.openxmlformats.org/drawingml/2006/main">
              <a:ext uri="{FF2B5EF4-FFF2-40B4-BE49-F238E27FC236}">
                <a16:creationId xmlns:a16="http://schemas.microsoft.com/office/drawing/2014/main" id="{B696EB46-21C5-4FD7-8832-6AC6873A113E}"/>
              </a:ext>
            </a:extLst>
          </p:cNvPr>
          <p:cNvSpPr>
            <a:spLocks xmlns:a="http://schemas.openxmlformats.org/drawingml/2006/main" noGrp="1"/>
          </p:cNvSpPr>
          <p:nvPr/>
        </p:nvSpPr>
        <p:spPr>
          <a:xfrm xmlns:a="http://schemas.openxmlformats.org/drawingml/2006/main">
            <a:off x="15668625" y="8124825"/>
            <a:ext cx="21526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i="0">
                <a:solidFill>
                  <a:srgbClr val="2B3540"/>
                </a:solidFill>
                <a:latin typeface="Times New Roman"/>
                <a:ea typeface="Times New Roman"/>
                <a:cs typeface="Times New Roman"/>
              </a:defRPr>
            </a:pPr>
            <a:r>
              <a:rPr sz="1650" b="0" i="0">
                <a:solidFill>
                  <a:srgbClr val="2B3540"/>
                </a:solidFill>
                <a:latin typeface="Times New Roman"/>
                <a:ea typeface="Times New Roman"/>
                <a:cs typeface="Times New Roman"/>
              </a:rPr>
              <a:t>Trainable router</a:t>
            </a:r>
          </a:p>
        </p:txBody>
      </p:sp>
      <p:sp>
        <p:nvSpPr>
          <p:cNvPr id="529" name="legend-line-2-1">
            <a:extLst xmlns:a="http://schemas.openxmlformats.org/drawingml/2006/main">
              <a:ext uri="{FF2B5EF4-FFF2-40B4-BE49-F238E27FC236}">
                <a16:creationId xmlns:a16="http://schemas.microsoft.com/office/drawing/2014/main" id="{3CBAFF35-A001-47B5-BFBA-0BE099727D7F}"/>
              </a:ext>
            </a:extLst>
          </p:cNvPr>
          <p:cNvSpPr>
            <a:spLocks xmlns:a="http://schemas.openxmlformats.org/drawingml/2006/main" noGrp="1"/>
          </p:cNvSpPr>
          <p:nvPr/>
        </p:nvSpPr>
        <p:spPr>
          <a:xfrm xmlns:a="http://schemas.openxmlformats.org/drawingml/2006/main" flipV="0">
            <a:off x="17983200" y="8258175"/>
            <a:ext cx="466725" cy="95"/>
          </a:xfrm>
          <a:prstGeom xmlns:a="http://schemas.openxmlformats.org/drawingml/2006/main" prst="line">
            <a:avLst/>
          </a:prstGeom>
          <a:noFill xmlns:a="http://schemas.openxmlformats.org/drawingml/2006/main"/>
          <a:ln xmlns:a="http://schemas.openxmlformats.org/drawingml/2006/main" w="20003">
            <a:solidFill>
              <a:srgbClr val="B79555"/>
            </a:solidFill>
            <a:prstDash val="dash"/>
          </a:ln>
        </p:spPr>
      </p:sp>
      <p:sp>
        <p:nvSpPr>
          <p:cNvPr id="530" name="legend-line-2-head">
            <a:extLst xmlns:a="http://schemas.openxmlformats.org/drawingml/2006/main">
              <a:ext uri="{FF2B5EF4-FFF2-40B4-BE49-F238E27FC236}">
                <a16:creationId xmlns:a16="http://schemas.microsoft.com/office/drawing/2014/main" id="{8E4A2936-3B20-4A03-B574-BC73F393D80E}"/>
              </a:ext>
            </a:extLst>
          </p:cNvPr>
          <p:cNvSpPr>
            <a:spLocks xmlns:a="http://schemas.openxmlformats.org/drawingml/2006/main" noGrp="1"/>
          </p:cNvSpPr>
          <p:nvPr/>
        </p:nvSpPr>
        <p:spPr>
          <a:xfrm xmlns:a="http://schemas.openxmlformats.org/drawingml/2006/main">
            <a:off x="18326100" y="8210550"/>
            <a:ext cx="123825" cy="95250"/>
          </a:xfrm>
          <a:custGeom xmlns:a="http://schemas.openxmlformats.org/drawingml/2006/main">
            <a:pathLst>
              <a:path w="123825" h="95250">
                <a:moveTo>
                  <a:pt x="123825" y="47625"/>
                </a:moveTo>
                <a:lnTo>
                  <a:pt x="0" y="0"/>
                </a:lnTo>
                <a:lnTo>
                  <a:pt x="38100" y="47625"/>
                </a:lnTo>
                <a:lnTo>
                  <a:pt x="0" y="95250"/>
                </a:lnTo>
                <a:close/>
              </a:path>
            </a:pathLst>
          </a:custGeom>
          <a:solidFill xmlns:a="http://schemas.openxmlformats.org/drawingml/2006/main">
            <a:srgbClr val="B79555"/>
          </a:solidFill>
          <a:ln xmlns:a="http://schemas.openxmlformats.org/drawingml/2006/main" w="15240">
            <a:noFill/>
          </a:ln>
        </p:spPr>
      </p:sp>
      <p:sp>
        <p:nvSpPr>
          <p:cNvPr id="531" name="legend-line-label-2">
            <a:extLst xmlns:a="http://schemas.openxmlformats.org/drawingml/2006/main">
              <a:ext uri="{FF2B5EF4-FFF2-40B4-BE49-F238E27FC236}">
                <a16:creationId xmlns:a16="http://schemas.microsoft.com/office/drawing/2014/main" id="{530165B4-ED56-4481-94AB-570E734C7AE0}"/>
              </a:ext>
            </a:extLst>
          </p:cNvPr>
          <p:cNvSpPr>
            <a:spLocks xmlns:a="http://schemas.openxmlformats.org/drawingml/2006/main" noGrp="1"/>
          </p:cNvSpPr>
          <p:nvPr/>
        </p:nvSpPr>
        <p:spPr>
          <a:xfrm xmlns:a="http://schemas.openxmlformats.org/drawingml/2006/main">
            <a:off x="18545175" y="8124825"/>
            <a:ext cx="182880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i="0">
                <a:solidFill>
                  <a:srgbClr val="2B3540"/>
                </a:solidFill>
                <a:latin typeface="Times New Roman"/>
                <a:ea typeface="Times New Roman"/>
                <a:cs typeface="Times New Roman"/>
              </a:defRPr>
            </a:pPr>
            <a:r>
              <a:rPr sz="1650" b="0" i="0">
                <a:solidFill>
                  <a:srgbClr val="2B3540"/>
                </a:solidFill>
                <a:latin typeface="Times New Roman"/>
                <a:ea typeface="Times New Roman"/>
                <a:cs typeface="Times New Roman"/>
              </a:rPr>
              <a:t>Offline training</a:t>
            </a:r>
          </a:p>
        </p:txBody>
      </p:sp>
    </p:spTree>
    <p:extLst>
      <p:ext uri="{BB962C8B-B14F-4D97-AF65-F5344CB8AC3E}">
        <p14:creationId xmlns:p14="http://schemas.microsoft.com/office/powerpoint/2010/main" val="14864269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2026-09-10T19:27:27.1080000Z</dcterms:created>
  <dcterms:modified xsi:type="dcterms:W3CDTF">2026-09-10T19:27:27.1080000Z</dcterms:modified>
</coreProperties>
</file>